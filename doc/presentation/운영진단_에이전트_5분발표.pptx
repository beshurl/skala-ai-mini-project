
<file path=[Content_Types].xml><?xml version="1.0" encoding="utf-8"?>
<Types xmlns="http://schemas.openxmlformats.org/package/2006/content-types">
  <Default Extension="xml" ContentType="application/vnd.openxmlformats-package.core-properties+xml"/>
  <Default Extension="dat" ContentType="application/x-fontdata"/>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8734e77ed354644" /><Relationship Type="http://schemas.openxmlformats.org/officeDocument/2006/relationships/extended-properties" Target="/docProps/app.xml" Id="R6981913ab94d4da9" /><Relationship Type="http://schemas.openxmlformats.org/officeDocument/2006/relationships/officeDocument" Target="/ppt/presentation.xml" Id="Rdda868c773624d62"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e748136dbc542dd"/>
  </p:sldMasterIdLst>
  <p:notesMasterIdLst>
    <p:notesMasterId xmlns:r="http://schemas.openxmlformats.org/officeDocument/2006/relationships" r:id="Rad5ab9595b5b4978"/>
  </p:notesMasterIdLst>
  <p:sldIdLst>
    <p:sldId xmlns:r="http://schemas.openxmlformats.org/officeDocument/2006/relationships" id="256" r:id="R579eb0695298432b"/>
    <p:sldId xmlns:r="http://schemas.openxmlformats.org/officeDocument/2006/relationships" id="257" r:id="Rb3d3ababfb7e400f"/>
    <p:sldId xmlns:r="http://schemas.openxmlformats.org/officeDocument/2006/relationships" id="258" r:id="Rb42d677145a14e93"/>
    <p:sldId xmlns:r="http://schemas.openxmlformats.org/officeDocument/2006/relationships" id="259" r:id="Rc3ecda0fc7f84796"/>
    <p:sldId xmlns:r="http://schemas.openxmlformats.org/officeDocument/2006/relationships" id="260" r:id="R3e5331e47f0a44a9"/>
    <p:sldId xmlns:r="http://schemas.openxmlformats.org/officeDocument/2006/relationships" id="261" r:id="R74a24b683ed543ef"/>
    <p:sldId xmlns:r="http://schemas.openxmlformats.org/officeDocument/2006/relationships" id="262" r:id="R99ecc2d70665418a"/>
    <p:sldId xmlns:r="http://schemas.openxmlformats.org/officeDocument/2006/relationships" id="263" r:id="R87cc5dae3ce44cdd"/>
    <p:sldId xmlns:r="http://schemas.openxmlformats.org/officeDocument/2006/relationships" id="264" r:id="R98516a782ede485d"/>
    <p:sldId xmlns:r="http://schemas.openxmlformats.org/officeDocument/2006/relationships" id="265" r:id="R9db38388a75647a4"/>
    <p:sldId xmlns:r="http://schemas.openxmlformats.org/officeDocument/2006/relationships" id="266" r:id="Rdc458e252beb4105"/>
    <p:sldId xmlns:r="http://schemas.openxmlformats.org/officeDocument/2006/relationships" id="267" r:id="R91a1f3165dc34edf"/>
  </p:sldIdLst>
  <p:sldSz cx="18288000" cy="10287000"/>
  <p:notesSz cx="6858000" cy="9144000"/>
  <p:embeddedFontLst>
    <p:embeddedFont>
      <p:font typeface="Noto Sans Bold"/>
      <p:regular xmlns:r="http://schemas.openxmlformats.org/officeDocument/2006/relationships" r:id="R5a2a5b2141d643c4"/>
    </p:embeddedFont>
    <p:embeddedFont>
      <p:font typeface="Noto Sans Kr"/>
      <p:regular xmlns:r="http://schemas.openxmlformats.org/officeDocument/2006/relationships" r:id="Rf52a6e0b57364374"/>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41cbb147f544be1" /><Relationship Type="http://schemas.openxmlformats.org/officeDocument/2006/relationships/slideMaster" Target="/ppt/slideMasters/slideMaster1.xml" Id="Ree748136dbc542dd" /><Relationship Type="http://schemas.openxmlformats.org/officeDocument/2006/relationships/notesMaster" Target="/ppt/notesMasters/notesMaster1.xml" Id="Rad5ab9595b5b4978" /><Relationship Type="http://schemas.openxmlformats.org/officeDocument/2006/relationships/presProps" Target="/ppt/presProps.xml" Id="R96af9392ae824190" /><Relationship Type="http://schemas.openxmlformats.org/officeDocument/2006/relationships/viewProps" Target="/ppt/viewProps.xml" Id="R4b27df43188442fe" /><Relationship Type="http://schemas.openxmlformats.org/officeDocument/2006/relationships/tableStyles" Target="/ppt/tableStyles.xml" Id="Re850849af5aa481b" /><Relationship Type="http://schemas.openxmlformats.org/officeDocument/2006/relationships/font" Target="/ppt/fonts/font.dat" Id="R5a2a5b2141d643c4" /><Relationship Type="http://schemas.openxmlformats.org/officeDocument/2006/relationships/font" Target="/ppt/fonts/font2.dat" Id="Rf52a6e0b57364374" /><Relationship Type="http://schemas.openxmlformats.org/officeDocument/2006/relationships/slide" Target="/ppt/slides/slide1.xml" Id="R579eb0695298432b" /><Relationship Type="http://schemas.openxmlformats.org/officeDocument/2006/relationships/slide" Target="/ppt/slides/slide2.xml" Id="Rb3d3ababfb7e400f" /><Relationship Type="http://schemas.openxmlformats.org/officeDocument/2006/relationships/slide" Target="/ppt/slides/slide3.xml" Id="Rb42d677145a14e93" /><Relationship Type="http://schemas.openxmlformats.org/officeDocument/2006/relationships/slide" Target="/ppt/slides/slide4.xml" Id="Rc3ecda0fc7f84796" /><Relationship Type="http://schemas.openxmlformats.org/officeDocument/2006/relationships/slide" Target="/ppt/slides/slide5.xml" Id="R3e5331e47f0a44a9" /><Relationship Type="http://schemas.openxmlformats.org/officeDocument/2006/relationships/slide" Target="/ppt/slides/slide6.xml" Id="R74a24b683ed543ef" /><Relationship Type="http://schemas.openxmlformats.org/officeDocument/2006/relationships/slide" Target="/ppt/slides/slide7.xml" Id="R99ecc2d70665418a" /><Relationship Type="http://schemas.openxmlformats.org/officeDocument/2006/relationships/slide" Target="/ppt/slides/slide8.xml" Id="R87cc5dae3ce44cdd" /><Relationship Type="http://schemas.openxmlformats.org/officeDocument/2006/relationships/slide" Target="/ppt/slides/slide9.xml" Id="R98516a782ede485d" /><Relationship Type="http://schemas.openxmlformats.org/officeDocument/2006/relationships/slide" Target="/ppt/slides/slide10.xml" Id="R9db38388a75647a4" /><Relationship Type="http://schemas.openxmlformats.org/officeDocument/2006/relationships/slide" Target="/ppt/slides/slide11.xml" Id="Rdc458e252beb4105" /><Relationship Type="http://schemas.openxmlformats.org/officeDocument/2006/relationships/slide" Target="/ppt/slides/slide12.xml" Id="R91a1f3165dc34ed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47062542fc44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199775a8bb646f9" /><Relationship Type="http://schemas.openxmlformats.org/officeDocument/2006/relationships/notesMaster" Target="/ppt/notesMasters/notesMaster1.xml" Id="R78bffda9f0e3452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45374939f134a84" /><Relationship Type="http://schemas.openxmlformats.org/officeDocument/2006/relationships/notesMaster" Target="/ppt/notesMasters/notesMaster1.xml" Id="Rffff8adbd6964e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64f021b4e8d4874" /><Relationship Type="http://schemas.openxmlformats.org/officeDocument/2006/relationships/notesMaster" Target="/ppt/notesMasters/notesMaster1.xml" Id="Re6a015bc085646c4" /></Relationships>
</file>

<file path=ppt/notesSlides/_rels/notesSlide4.xml.rels>&#65279;<?xml version="1.0" encoding="utf-8"?><Relationships xmlns="http://schemas.openxmlformats.org/package/2006/relationships"><Relationship Type="http://schemas.openxmlformats.org/officeDocument/2006/relationships/slide" Target="/ppt/slides/slide4.xml" Id="Rbe974b635f694647" /><Relationship Type="http://schemas.openxmlformats.org/officeDocument/2006/relationships/notesMaster" Target="/ppt/notesMasters/notesMaster1.xml" Id="R666a86f4b9124d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aa7cc5a9d84935" /><Relationship Type="http://schemas.openxmlformats.org/officeDocument/2006/relationships/notesMaster" Target="/ppt/notesMasters/notesMaster1.xml" Id="Rbb068426eec141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63348a175f4a22" /><Relationship Type="http://schemas.openxmlformats.org/officeDocument/2006/relationships/notesMaster" Target="/ppt/notesMasters/notesMaster1.xml" Id="Rd3d9fdd773c04de9" /></Relationships>
</file>

<file path=ppt/notesSlides/_rels/notesSlide7.xml.rels>&#65279;<?xml version="1.0" encoding="utf-8"?><Relationships xmlns="http://schemas.openxmlformats.org/package/2006/relationships"><Relationship Type="http://schemas.openxmlformats.org/officeDocument/2006/relationships/slide" Target="/ppt/slides/slide7.xml" Id="R828b082e75954457" /><Relationship Type="http://schemas.openxmlformats.org/officeDocument/2006/relationships/notesMaster" Target="/ppt/notesMasters/notesMaster1.xml" Id="R002da9557d5f49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1b6c3419a304c33" /><Relationship Type="http://schemas.openxmlformats.org/officeDocument/2006/relationships/notesMaster" Target="/ppt/notesMasters/notesMaster1.xml" Id="Re91aa5b1721342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16cb08cb0e4247c1" /><Relationship Type="http://schemas.openxmlformats.org/officeDocument/2006/relationships/notesMaster" Target="/ppt/notesMasters/notesMaster1.xml" Id="Re4c549a09daf455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92f5f0a80e44b05" /><Relationship Type="http://schemas.openxmlformats.org/officeDocument/2006/relationships/notesMaster" Target="/ppt/notesMasters/notesMaster1.xml" Id="R745a9336ca9741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75e2b4970d24be3" /><Relationship Type="http://schemas.openxmlformats.org/officeDocument/2006/relationships/notesMaster" Target="/ppt/notesMasters/notesMaster1.xml" Id="R40096d1915fb407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90cd6999dad4e6d" /><Relationship Type="http://schemas.openxmlformats.org/officeDocument/2006/relationships/notesMaster" Target="/ppt/notesMasters/notesMaster1.xml" Id="Rb6fe25d1ad224fd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가설 기반 운영 진단 에이전트</a:t>
            </a:r>
          </a:p>
          <a:p xmlns:a="http://schemas.openxmlformats.org/drawingml/2006/main">
            <a:r>
              <a:t>SKALA 광주 2반 · G066 · 정준용</a:t>
            </a:r>
          </a:p>
          <a:p xmlns:a="http://schemas.openxmlformats.org/drawingml/2006/main">
            <a:r>
              <a:t>발표 시간 15초 / 0:00~0:15</a:t>
            </a:r>
          </a:p>
          <a:p xmlns:a="http://schemas.openxmlformats.org/drawingml/2006/main">
            <a:r>
              <a:t/>
            </a:r>
          </a:p>
          <a:p xmlns:a="http://schemas.openxmlformats.org/drawingml/2006/main">
            <a:r>
              <a:t>발표 멘트</a:t>
            </a:r>
          </a:p>
          <a:p xmlns:a="http://schemas.openxmlformats.org/drawingml/2006/main">
            <a:r>
              <a:t>안녕하세요. SKALA 광주 2반 G066 정준용입니다. 기존 진단 흐름에 추가 조사와 근거 검증을 구현했습니다. 이번에 바꾼 기능과 실제 실행 결과를 중심으로 소개하겠습니다.</a:t>
            </a:r>
          </a:p>
          <a:p xmlns:a="http://schemas.openxmlformats.org/drawingml/2006/main">
            <a:r>
              <a:t/>
            </a:r>
          </a:p>
          <a:p xmlns:a="http://schemas.openxmlformats.org/drawingml/2006/main">
            <a:r>
              <a:t>슬라이드 연결 멘트</a:t>
            </a:r>
          </a:p>
          <a:p xmlns:a="http://schemas.openxmlformats.org/drawingml/2006/main">
            <a:r>
              <a:t>먼저 기존 방식과 달라진 점입니다.</a:t>
            </a:r>
          </a:p>
          <a:p xmlns:a="http://schemas.openxmlformats.org/drawingml/2006/main">
            <a:r>
              <a:t/>
            </a:r>
          </a:p>
          <a:p xmlns:a="http://schemas.openxmlformats.org/drawingml/2006/main">
            <a:r>
              <a:t>화면 진행</a:t>
            </a:r>
          </a:p>
          <a:p xmlns:a="http://schemas.openxmlformats.org/drawingml/2006/main">
            <a:r>
              <a:t>프로젝트명과 소속을 소개한다.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https://github.com/beshurl/skala-ai-mini-project/blob/main/artifacts/screenshots/live-diagnosis-desktop.png</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이번에 바꾼 세 가지 흐름</a:t>
            </a:r>
          </a:p>
          <a:p xmlns:a="http://schemas.openxmlformats.org/drawingml/2006/main">
            <a:r>
              <a:t>SKALA 광주 2반 · G066 · 정준용</a:t>
            </a:r>
          </a:p>
          <a:p xmlns:a="http://schemas.openxmlformats.org/drawingml/2006/main">
            <a:r>
              <a:t>발표 시간 25초 / 0:15~0:40</a:t>
            </a:r>
          </a:p>
          <a:p xmlns:a="http://schemas.openxmlformats.org/drawingml/2006/main">
            <a:r>
              <a:t/>
            </a:r>
          </a:p>
          <a:p xmlns:a="http://schemas.openxmlformats.org/drawingml/2006/main">
            <a:r>
              <a:t>발표 멘트</a:t>
            </a:r>
          </a:p>
          <a:p xmlns:a="http://schemas.openxmlformats.org/drawingml/2006/main">
            <a:r>
              <a:t>기존에는 초기 경고를 원인으로 연결하기 쉽고, 답변 검사는 길이와 번호 형식에 머물렀습니다. 이번에는 경쟁 가설을 추가 관측으로 비교하고, 수치와 출처·조치 조건을 코드로 검사하도록 바꿨습니다. 최종 답변만 보여주던 화면에도 조사 이유와 판단 이력을 추가했습니다.</a:t>
            </a:r>
          </a:p>
          <a:p xmlns:a="http://schemas.openxmlformats.org/drawingml/2006/main">
            <a:r>
              <a:t/>
            </a:r>
          </a:p>
          <a:p xmlns:a="http://schemas.openxmlformats.org/drawingml/2006/main">
            <a:r>
              <a:t>슬라이드 연결 멘트</a:t>
            </a:r>
          </a:p>
          <a:p xmlns:a="http://schemas.openxmlformats.org/drawingml/2006/main">
            <a:r>
              <a:t>이 세 변화를 전체 구조에서 짚어보겠습니다.</a:t>
            </a:r>
          </a:p>
          <a:p xmlns:a="http://schemas.openxmlformats.org/drawingml/2006/main">
            <a:r>
              <a:t/>
            </a:r>
          </a:p>
          <a:p xmlns:a="http://schemas.openxmlformats.org/drawingml/2006/main">
            <a:r>
              <a:t>화면 진행</a:t>
            </a:r>
          </a:p>
          <a:p xmlns:a="http://schemas.openxmlformats.org/drawingml/2006/main">
            <a:r>
              <a:t>기존과 개선 열을 가로로 비교한다. 검증 수치의 전후 향상률을 측정한 표가 아니라 구현 동작 비교다.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https://github.com/beshurl/skala-ai-mini-project/blob/main/agent/reporting.py</a:t>
            </a:r>
          </a:p>
          <a:p xmlns:a="http://schemas.openxmlformats.org/drawingml/2006/main">
            <a:r>
              <a:t>https://github.com/beshurl/skala-ai-mini-project/blob/main/artifacts/baseline/graph_v2.py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개선 기능을 연결한 전체 구조</a:t>
            </a:r>
          </a:p>
          <a:p xmlns:a="http://schemas.openxmlformats.org/drawingml/2006/main">
            <a:r>
              <a:t>SKALA 광주 2반 · G066 · 정준용</a:t>
            </a:r>
          </a:p>
          <a:p xmlns:a="http://schemas.openxmlformats.org/drawingml/2006/main">
            <a:r>
              <a:t>발표 시간 20초 / 0:40~1:00</a:t>
            </a:r>
          </a:p>
          <a:p xmlns:a="http://schemas.openxmlformats.org/drawingml/2006/main">
            <a:r>
              <a:t/>
            </a:r>
          </a:p>
          <a:p xmlns:a="http://schemas.openxmlformats.org/drawingml/2006/main">
            <a:r>
              <a:t>발표 멘트</a:t>
            </a:r>
          </a:p>
          <a:p xmlns:a="http://schemas.openxmlformats.org/drawingml/2006/main">
            <a:r>
              <a:t>전체 구조에서는 바꾼 부분만 보겠습니다. LangGraph에 추가 조사와 검증 반복을 연결하고, MCP에는 추가 관측 도구를 연결했습니다. 화면에는 판단 이력을, 저장과 평가에는 근거 기록을 추가했습니다. 모델·도구·검색기는 의존성 주입으로 분리했습니다.</a:t>
            </a:r>
          </a:p>
          <a:p xmlns:a="http://schemas.openxmlformats.org/drawingml/2006/main">
            <a:r>
              <a:t/>
            </a:r>
          </a:p>
          <a:p xmlns:a="http://schemas.openxmlformats.org/drawingml/2006/main">
            <a:r>
              <a:t>슬라이드 연결 멘트</a:t>
            </a:r>
          </a:p>
          <a:p xmlns:a="http://schemas.openxmlformats.org/drawingml/2006/main">
            <a:r>
              <a:t>가장 핵심인 추가 조사부터 설명하겠습니다.</a:t>
            </a:r>
          </a:p>
          <a:p xmlns:a="http://schemas.openxmlformats.org/drawingml/2006/main">
            <a:r>
              <a:t/>
            </a:r>
          </a:p>
          <a:p xmlns:a="http://schemas.openxmlformats.org/drawingml/2006/main">
            <a:r>
              <a:t>화면 진행</a:t>
            </a:r>
          </a:p>
          <a:p xmlns:a="http://schemas.openxmlformats.org/drawingml/2006/main">
            <a:r>
              <a:t>중앙의 추가 조사·검증, 왼쪽 판단 이력, 아래 관측·검색, 위 평가만 짚는다. Vue·FastAPI·MCP 자체를 새로 만든 기술이라고 설명하지 않는다.</a:t>
            </a:r>
          </a:p>
          <a:p xmlns:a="http://schemas.openxmlformats.org/drawingml/2006/main">
            <a:r>
              <a:t/>
            </a:r>
          </a:p>
          <a:p xmlns:a="http://schemas.openxmlformats.org/drawingml/2006/main">
            <a:r>
              <a:t>근거 자료</a:t>
            </a:r>
          </a:p>
          <a:p xmlns:a="http://schemas.openxmlformats.org/drawingml/2006/main">
            <a:r>
              <a:t>https://github.com/beshurl/skala-ai-mini-project/blob/main/agent/graph.py</a:t>
            </a:r>
          </a:p>
          <a:p xmlns:a="http://schemas.openxmlformats.org/drawingml/2006/main">
            <a:r>
              <a:t>https://github.com/beshurl/skala-ai-mini-project/blob/main/agent/specialists.py</a:t>
            </a:r>
          </a:p>
          <a:p xmlns:a="http://schemas.openxmlformats.org/drawingml/2006/main">
            <a:r>
              <a:t>https://github.com/beshurl/skala-ai-mini-project/blob/main/mcp_server.py</a:t>
            </a:r>
          </a:p>
          <a:p xmlns:a="http://schemas.openxmlformats.org/drawingml/2006/main">
            <a:r>
              <a:t>https://github.com/beshurl/skala-ai-mini-project/blob/main/agent/retrieval.py</a:t>
            </a:r>
          </a:p>
          <a:p xmlns:a="http://schemas.openxmlformats.org/drawingml/2006/main">
            <a:r>
              <a:t>https://github.com/beshurl/skala-ai-mini-project/blob/main/agent/session_store.py</a:t>
            </a:r>
          </a:p>
          <a:p xmlns:a="http://schemas.openxmlformats.org/drawingml/2006/main">
            <a:r>
              <a:t>https://github.com/beshurl/skala-ai-mini-project/blob/main/agent/judge.py</a:t>
            </a:r>
          </a:p>
          <a:p xmlns:a="http://schemas.openxmlformats.org/drawingml/2006/main">
            <a:r>
              <a:t>https://github.com/beshurl/skala-ai-mini-project/blob/main/agent/observability.py</a:t>
            </a:r>
          </a:p>
          <a:p xmlns:a="http://schemas.openxmlformats.org/drawingml/2006/main">
            <a:r>
              <a:t>https://github.com/beshurl/skala-ai-mini-project/blob/main/agent/deps.py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원인 추정에 반증 절차 추가</a:t>
            </a:r>
          </a:p>
          <a:p xmlns:a="http://schemas.openxmlformats.org/drawingml/2006/main">
            <a:r>
              <a:t>SKALA 광주 2반 · G066 · 정준용</a:t>
            </a:r>
          </a:p>
          <a:p xmlns:a="http://schemas.openxmlformats.org/drawingml/2006/main">
            <a:r>
              <a:t>발표 시간 35초 / 1:00~1:35</a:t>
            </a:r>
          </a:p>
          <a:p xmlns:a="http://schemas.openxmlformats.org/drawingml/2006/main">
            <a:r>
              <a:t/>
            </a:r>
          </a:p>
          <a:p xmlns:a="http://schemas.openxmlformats.org/drawingml/2006/main">
            <a:r>
              <a:t>발표 멘트</a:t>
            </a:r>
          </a:p>
          <a:p xmlns:a="http://schemas.openxmlformats.org/drawingml/2006/main">
            <a:r>
              <a:t>중복 배치 경고가 있어도 실제 CPU를 쓰는 작업은 다를 수 있습니다. 그래서 조회 전에 지지·반증 조건을 고정했습니다. 예를 들어 작업군의 CPU 기여 70% 이상은 지지, 15% 이하는 반증입니다. LLM은 남은 질문을 고르고 코드는 관측을 판정합니다. 두 관측의 교차 지지와 경쟁 가설의 반증을 확보하면 종료하고, 최대 네 번 뒤에도 불충분하면 판단을 보류합니다.</a:t>
            </a:r>
          </a:p>
          <a:p xmlns:a="http://schemas.openxmlformats.org/drawingml/2006/main">
            <a:r>
              <a:t/>
            </a:r>
          </a:p>
          <a:p xmlns:a="http://schemas.openxmlformats.org/drawingml/2006/main">
            <a:r>
              <a:t>슬라이드 연결 멘트</a:t>
            </a:r>
          </a:p>
          <a:p xmlns:a="http://schemas.openxmlformats.org/drawingml/2006/main">
            <a:r>
              <a:t>이 조사 과정도 화면에서 확인할 수 있게 했습니다.</a:t>
            </a:r>
          </a:p>
          <a:p xmlns:a="http://schemas.openxmlformats.org/drawingml/2006/main">
            <a:r>
              <a:t/>
            </a:r>
          </a:p>
          <a:p xmlns:a="http://schemas.openxmlformats.org/drawingml/2006/main">
            <a:r>
              <a:t>화면 진행</a:t>
            </a:r>
          </a:p>
          <a:p xmlns:a="http://schemas.openxmlformats.org/drawingml/2006/main">
            <a:r>
              <a:t>사전 조건, 질문 선택, 코드 판정 순으로 설명한다. 70%는 실험용 작업군 기여 기준이며 전체 CPU 경고 임계값과 구분한다.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조사 이유와 판단 변화 표시</a:t>
            </a:r>
          </a:p>
          <a:p xmlns:a="http://schemas.openxmlformats.org/drawingml/2006/main">
            <a:r>
              <a:t>SKALA 광주 2반 · G066 · 정준용</a:t>
            </a:r>
          </a:p>
          <a:p xmlns:a="http://schemas.openxmlformats.org/drawingml/2006/main">
            <a:r>
              <a:t>발표 시간 30초 / 1:35~2:05</a:t>
            </a:r>
          </a:p>
          <a:p xmlns:a="http://schemas.openxmlformats.org/drawingml/2006/main">
            <a:r>
              <a:t/>
            </a:r>
          </a:p>
          <a:p xmlns:a="http://schemas.openxmlformats.org/drawingml/2006/main">
            <a:r>
              <a:t>발표 멘트</a:t>
            </a:r>
          </a:p>
          <a:p xmlns:a="http://schemas.openxmlformats.org/drawingml/2006/main">
            <a:r>
              <a:t>결과만 보는 대신 왜 조사했고 무엇이 바뀌었는지 확인하도록 화면을 추가했습니다. 실제 실행의 결과 영역입니다. 배치 가설은 반증됐고 요청량 가설은 교차 지지로 바뀌었습니다. 과정 패널에는 조회 이유와 사전 조건, 관측과 종료 이유도 남깁니다. 사용자가 결론의 근거를 직접 따라갈 수 있게 한 변화입니다.</a:t>
            </a:r>
          </a:p>
          <a:p xmlns:a="http://schemas.openxmlformats.org/drawingml/2006/main">
            <a:r>
              <a:t/>
            </a:r>
          </a:p>
          <a:p xmlns:a="http://schemas.openxmlformats.org/drawingml/2006/main">
            <a:r>
              <a:t>슬라이드 연결 멘트</a:t>
            </a:r>
          </a:p>
          <a:p xmlns:a="http://schemas.openxmlformats.org/drawingml/2006/main">
            <a:r>
              <a:t>관측을 바꿨을 때 실제 판단도 달라지는지 비교했습니다.</a:t>
            </a:r>
          </a:p>
          <a:p xmlns:a="http://schemas.openxmlformats.org/drawingml/2006/main">
            <a:r>
              <a:t/>
            </a:r>
          </a:p>
          <a:p xmlns:a="http://schemas.openxmlformats.org/drawingml/2006/main">
            <a:r>
              <a:t>화면 진행</a:t>
            </a:r>
          </a:p>
          <a:p xmlns:a="http://schemas.openxmlformats.org/drawingml/2006/main">
            <a:r>
              <a:t>화면의 반증·교차 지지와 근거 ID를 짚는다. 발췌 영역 밖의 조사 이유·사전 조건은 원본 전체 화면과 저장 이력에서 확인한다.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https://github.com/beshurl/skala-ai-mini-project/blob/main/artifacts/screenshots/investigation-traffic-desktop.png</a:t>
            </a:r>
          </a:p>
          <a:p xmlns:a="http://schemas.openxmlformats.org/drawingml/2006/main">
            <a:r>
              <a:t>https://github.com/beshurl/skala-ai-mini-project/blob/main/agent/investigation.py</a:t>
            </a:r>
          </a:p>
          <a:p xmlns:a="http://schemas.openxmlformats.org/drawingml/2006/main">
            <a:r>
              <a:t>https://github.com/beshurl/skala-ai-mini-project/blob/main/agent/validation.py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같은 경고에서 달라진 판단</a:t>
            </a:r>
          </a:p>
          <a:p xmlns:a="http://schemas.openxmlformats.org/drawingml/2006/main">
            <a:r>
              <a:t>SKALA 광주 2반 · G066 · 정준용</a:t>
            </a:r>
          </a:p>
          <a:p xmlns:a="http://schemas.openxmlformats.org/drawingml/2006/main">
            <a:r>
              <a:t>발표 시간 35초 / 2:05~2:40</a:t>
            </a:r>
          </a:p>
          <a:p xmlns:a="http://schemas.openxmlformats.org/drawingml/2006/main">
            <a:r>
              <a:t/>
            </a:r>
          </a:p>
          <a:p xmlns:a="http://schemas.openxmlformats.org/drawingml/2006/main">
            <a:r>
              <a:t>발표 멘트</a:t>
            </a:r>
          </a:p>
          <a:p xmlns:a="http://schemas.openxmlformats.org/drawingml/2006/main">
            <a:r>
              <a:t>두 사례는 최초 CPU 91%와 중복 배치 경고가 같습니다. 왼쪽은 배치 CPU 기여 86%와 작업 중첩이 확인돼 배치 가설을 지지했습니다. 오른쪽은 배치 기여 5%와 요청량 3.2배 증가를 확인해 요청량 가설을 지지했습니다. 둘 다 개선 버전의 실행이며, 이전 버전과의 성능 비교는 아닙니다. 실제 LLM을 사용했고 관측은 합성 데이터입니다.</a:t>
            </a:r>
          </a:p>
          <a:p xmlns:a="http://schemas.openxmlformats.org/drawingml/2006/main">
            <a:r>
              <a:t/>
            </a:r>
          </a:p>
          <a:p xmlns:a="http://schemas.openxmlformats.org/drawingml/2006/main">
            <a:r>
              <a:t>슬라이드 연결 멘트</a:t>
            </a:r>
          </a:p>
          <a:p xmlns:a="http://schemas.openxmlformats.org/drawingml/2006/main">
            <a:r>
              <a:t>추가 조회에 실패했을 때도 결과를 지키도록 바꿨습니다.</a:t>
            </a:r>
          </a:p>
          <a:p xmlns:a="http://schemas.openxmlformats.org/drawingml/2006/main">
            <a:r>
              <a:t/>
            </a:r>
          </a:p>
          <a:p xmlns:a="http://schemas.openxmlformats.org/drawingml/2006/main">
            <a:r>
              <a:t>화면 진행</a:t>
            </a:r>
          </a:p>
          <a:p xmlns:a="http://schemas.openxmlformats.org/drawingml/2006/main">
            <a:r>
              <a:t>추가 관측과 판단의 차이를 짚는다. 두 개선 실행 사례를 버전 전후 측정이나 운영 장애 정답률로 설명하지 않는다.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https://github.com/beshurl/skala-ai-mini-project/blob/main/data/investigation_cases.json</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관측과 부분 실패 대응</a:t>
            </a:r>
          </a:p>
          <a:p xmlns:a="http://schemas.openxmlformats.org/drawingml/2006/main">
            <a:r>
              <a:t>SKALA 광주 2반 · G066 · 정준용</a:t>
            </a:r>
          </a:p>
          <a:p xmlns:a="http://schemas.openxmlformats.org/drawingml/2006/main">
            <a:r>
              <a:t>발표 시간 30초 / 2:40~3:10</a:t>
            </a:r>
          </a:p>
          <a:p xmlns:a="http://schemas.openxmlformats.org/drawingml/2006/main">
            <a:r>
              <a:t/>
            </a:r>
          </a:p>
          <a:p xmlns:a="http://schemas.openxmlformats.org/drawingml/2006/main">
            <a:r>
              <a:t>발표 멘트</a:t>
            </a:r>
          </a:p>
          <a:p xmlns:a="http://schemas.openxmlformats.org/drawingml/2006/main">
            <a:r>
              <a:t>기존 조회 흐름에 가설별 추가 관측 도구를 연결했습니다. 동시에 일부 도구가 실패하면 성공한 근거까지 잃지 않도록 실패를 항목별로 격리했습니다. 실제 LLM 평가에서는 CPU 귀속 도구의 타임아웃을 주입했습니다. 다른 관측은 유지했고, 원인 확정에 필요한 근거가 없으므로 판단을 보류했습니다. 실패를 숨기지 않고 진단 한계를 남기는 것이 목표입니다.</a:t>
            </a:r>
          </a:p>
          <a:p xmlns:a="http://schemas.openxmlformats.org/drawingml/2006/main">
            <a:r>
              <a:t/>
            </a:r>
          </a:p>
          <a:p xmlns:a="http://schemas.openxmlformats.org/drawingml/2006/main">
            <a:r>
              <a:t>슬라이드 연결 멘트</a:t>
            </a:r>
          </a:p>
          <a:p xmlns:a="http://schemas.openxmlformats.org/drawingml/2006/main">
            <a:r>
              <a:t>문서 검색도 수집한 관측을 활용하도록 바꿨습니다.</a:t>
            </a:r>
          </a:p>
          <a:p xmlns:a="http://schemas.openxmlformats.org/drawingml/2006/main">
            <a:r>
              <a:t/>
            </a:r>
          </a:p>
          <a:p xmlns:a="http://schemas.openxmlformats.org/drawingml/2006/main">
            <a:r>
              <a:t>화면 진행</a:t>
            </a:r>
          </a:p>
          <a:p xmlns:a="http://schemas.openxmlformats.org/drawingml/2006/main">
            <a:r>
              <a:t>추가 관측 도구와 부분 실패 처리를 설명하고 타임아웃 주입 사례의 성공 근거 유지·판단 보류를 짚는다.</a:t>
            </a:r>
          </a:p>
          <a:p xmlns:a="http://schemas.openxmlformats.org/drawingml/2006/main">
            <a:r>
              <a:t/>
            </a:r>
          </a:p>
          <a:p xmlns:a="http://schemas.openxmlformats.org/drawingml/2006/main">
            <a:r>
              <a:t>근거 자료</a:t>
            </a:r>
          </a:p>
          <a:p xmlns:a="http://schemas.openxmlformats.org/drawingml/2006/main">
            <a:r>
              <a:t>https://github.com/beshurl/skala-ai-mini-project/blob/main/mcp_server.py</a:t>
            </a:r>
          </a:p>
          <a:p xmlns:a="http://schemas.openxmlformats.org/drawingml/2006/main">
            <a:r>
              <a:t>https://github.com/beshurl/skala-ai-mini-project/blob/main/agent/mcp_client.py</a:t>
            </a:r>
          </a:p>
          <a:p xmlns:a="http://schemas.openxmlformats.org/drawingml/2006/main">
            <a:r>
              <a:t>https://github.com/beshurl/skala-ai-mini-project/blob/main/agent/investigation.py</a:t>
            </a:r>
          </a:p>
          <a:p xmlns:a="http://schemas.openxmlformats.org/drawingml/2006/main">
            <a:r>
              <a:t>https://github.com/beshurl/skala-ai-mini-project/blob/main/agent/contracts.py</a:t>
            </a:r>
          </a:p>
          <a:p xmlns:a="http://schemas.openxmlformats.org/drawingml/2006/main">
            <a:r>
              <a:t>https://github.com/beshurl/skala-ai-mini-project/blob/main/agent/deps.py</a:t>
            </a:r>
          </a:p>
          <a:p xmlns:a="http://schemas.openxmlformats.org/drawingml/2006/main">
            <a:r>
              <a:t>https://github.com/beshurl/skala-ai-mini-project/blob/main/artifacts/investigation_evaluation.json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단일 런북 선택에서 다중 검색으로</a:t>
            </a:r>
          </a:p>
          <a:p xmlns:a="http://schemas.openxmlformats.org/drawingml/2006/main">
            <a:r>
              <a:t>SKALA 광주 2반 · G066 · 정준용</a:t>
            </a:r>
          </a:p>
          <a:p xmlns:a="http://schemas.openxmlformats.org/drawingml/2006/main">
            <a:r>
              <a:t>발표 시간 25초 / 3:10~3:35</a:t>
            </a:r>
          </a:p>
          <a:p xmlns:a="http://schemas.openxmlformats.org/drawingml/2006/main">
            <a:r>
              <a:t/>
            </a:r>
          </a:p>
          <a:p xmlns:a="http://schemas.openxmlformats.org/drawingml/2006/main">
            <a:r>
              <a:t>발표 멘트</a:t>
            </a:r>
          </a:p>
          <a:p xmlns:a="http://schemas.openxmlformats.org/drawingml/2006/main">
            <a:r>
              <a:t>기존 키워드 분류로 한 런북을 고르던 흐름을 의미 검색으로 바꿨습니다. 질문에 지표와 알림을 더해 매뉴얼 여섯 종에서 최대 세 종을 찾습니다. SQLite에 벡터를 저장하고 NumPy로 유사도를 계산합니다. 검색 후보는 MCP 원문과 대조하며, 실제 조치는 관측 조건에 맞는 근거만 사용합니다.</a:t>
            </a:r>
          </a:p>
          <a:p xmlns:a="http://schemas.openxmlformats.org/drawingml/2006/main">
            <a:r>
              <a:t/>
            </a:r>
          </a:p>
          <a:p xmlns:a="http://schemas.openxmlformats.org/drawingml/2006/main">
            <a:r>
              <a:t>슬라이드 연결 멘트</a:t>
            </a:r>
          </a:p>
          <a:p xmlns:a="http://schemas.openxmlformats.org/drawingml/2006/main">
            <a:r>
              <a:t>이 근거가 보고서에 올바르게 쓰였는지도 검사합니다.</a:t>
            </a:r>
          </a:p>
          <a:p xmlns:a="http://schemas.openxmlformats.org/drawingml/2006/main">
            <a:r>
              <a:t/>
            </a:r>
          </a:p>
          <a:p xmlns:a="http://schemas.openxmlformats.org/drawingml/2006/main">
            <a:r>
              <a:t>화면 진행</a:t>
            </a:r>
          </a:p>
          <a:p xmlns:a="http://schemas.openxmlformats.org/drawingml/2006/main">
            <a:r>
              <a:t>기존 단일 선택과 개선 다중 검색의 동작을 비교한다. 검색 정확도 향상률은 제시하지 않는다.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https://github.com/beshurl/skala-ai-mini-project/blob/main/artifacts/baseline/graph_v2.py</a:t>
            </a:r>
          </a:p>
          <a:p xmlns:a="http://schemas.openxmlformats.org/drawingml/2006/main">
            <a:r>
              <a:t>https://github.com/beshurl/skala-ai-mini-project/blob/main/agent/specialists.py</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형식 검사에서 사실 검증으로</a:t>
            </a:r>
          </a:p>
          <a:p xmlns:a="http://schemas.openxmlformats.org/drawingml/2006/main">
            <a:r>
              <a:t>SKALA 광주 2반 · G066 · 정준용</a:t>
            </a:r>
          </a:p>
          <a:p xmlns:a="http://schemas.openxmlformats.org/drawingml/2006/main">
            <a:r>
              <a:t>발표 시간 30초 / 3:35~4:05</a:t>
            </a:r>
          </a:p>
          <a:p xmlns:a="http://schemas.openxmlformats.org/drawingml/2006/main">
            <a:r>
              <a:t/>
            </a:r>
          </a:p>
          <a:p xmlns:a="http://schemas.openxmlformats.org/drawingml/2006/main">
            <a:r>
              <a:t>발표 멘트</a:t>
            </a:r>
          </a:p>
          <a:p xmlns:a="http://schemas.openxmlformats.org/drawingml/2006/main">
            <a:r>
              <a:t>기존 길이·번호 검사를 시스템명, 수치, 근거와 조치 조건까지 확장했습니다. 오른쪽은 실제 Ollama 재실행 결과입니다. 첫 초안은 다음 행동이 누락돼 불합격했고 두 번째 작성에서 보완해 통과했습니다. 화면에도 작성 두 회와 재작성 한 회가 남습니다. 최대 세 번 뒤에도 실패하면 검증 미통과를 알리고 관측 사실만 안내합니다.</a:t>
            </a:r>
          </a:p>
          <a:p xmlns:a="http://schemas.openxmlformats.org/drawingml/2006/main">
            <a:r>
              <a:t/>
            </a:r>
          </a:p>
          <a:p xmlns:a="http://schemas.openxmlformats.org/drawingml/2006/main">
            <a:r>
              <a:t>슬라이드 연결 멘트</a:t>
            </a:r>
          </a:p>
          <a:p xmlns:a="http://schemas.openxmlformats.org/drawingml/2006/main">
            <a:r>
              <a:t>실행 중 검사와 별도로 답변 품질 평가도 추가했습니다.</a:t>
            </a:r>
          </a:p>
          <a:p xmlns:a="http://schemas.openxmlformats.org/drawingml/2006/main">
            <a:r>
              <a:t/>
            </a:r>
          </a:p>
          <a:p xmlns:a="http://schemas.openxmlformats.org/drawingml/2006/main">
            <a:r>
              <a:t>화면 진행</a:t>
            </a:r>
          </a:p>
          <a:p xmlns:a="http://schemas.openxmlformats.org/drawingml/2006/main">
            <a:r>
              <a:t>여섯 검사 항목과 작성 2회·재작성 1회를 짚는다. 1차 누락은 저장 이벤트 근거이며 화면은 최종 통과 상태다.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https://github.com/beshurl/skala-ai-mini-project/blob/main/agent/reporting.py</a:t>
            </a:r>
          </a:p>
          <a:p xmlns:a="http://schemas.openxmlformats.org/drawingml/2006/main">
            <a:r>
              <a:t>https://github.com/beshurl/skala-ai-mini-project/blob/main/agent/validation.py</a:t>
            </a:r>
          </a:p>
          <a:p xmlns:a="http://schemas.openxmlformats.org/drawingml/2006/main">
            <a:r>
              <a:t>https://github.com/beshurl/skala-ai-mini-project/blob/main/agent/retrieval.py</a:t>
            </a:r>
          </a:p>
          <a:p xmlns:a="http://schemas.openxmlformats.org/drawingml/2006/main">
            <a:r>
              <a:t>https://github.com/beshurl/skala-ai-mini-project/blob/main/agent/graph.py</a:t>
            </a:r>
          </a:p>
          <a:p xmlns:a="http://schemas.openxmlformats.org/drawingml/2006/main">
            <a:r>
              <a:t>https://github.com/beshurl/skala-ai-mini-project/blob/main/doc/presentation/assets/live-validation-20261022.png</a:t>
            </a:r>
          </a:p>
          <a:p xmlns:a="http://schemas.openxmlformats.org/drawingml/2006/main">
            <a:r>
              <a:t>https://github.com/beshurl/skala-ai-mini-project/blob/main/doc/presentation/assets/live-validation-20261022.json</a:t>
            </a:r>
          </a:p>
          <a:p xmlns:a="http://schemas.openxmlformats.org/drawingml/2006/main">
            <a:r>
              <a:t>https://github.com/beshurl/skala-ai-mini-project/blob/main/artifacts/baseline/graph_v2.py</a:t>
            </a:r>
          </a:p>
          <a:p xmlns:a="http://schemas.openxmlformats.org/drawingml/2006/main">
            <a:r>
              <a:t/>
            </a:r>
          </a:p>
          <a:p xmlns:a="http://schemas.openxmlformats.org/drawingml/2006/main">
            <a:r>
              <a:t>해석 범위</a:t>
            </a:r>
          </a:p>
          <a:p xmlns:a="http://schemas.openxmlformats.org/drawingml/2006/main">
            <a:r>
              <a:t>2026-10-22 실제 Ollama qwen3.5:2b 재실행 캡처다. Judge 재평가와 원격 추적 재조회는 이 실행의 검증 범위에 포함하지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기능 검사에 Judge 평가 추가</a:t>
            </a:r>
          </a:p>
          <a:p xmlns:a="http://schemas.openxmlformats.org/drawingml/2006/main">
            <a:r>
              <a:t>SKALA 광주 2반 · G066 · 정준용</a:t>
            </a:r>
          </a:p>
          <a:p xmlns:a="http://schemas.openxmlformats.org/drawingml/2006/main">
            <a:r>
              <a:t>발표 시간 35초 / 4:05~4:40</a:t>
            </a:r>
          </a:p>
          <a:p xmlns:a="http://schemas.openxmlformats.org/drawingml/2006/main">
            <a:r>
              <a:t/>
            </a:r>
          </a:p>
          <a:p xmlns:a="http://schemas.openxmlformats.org/drawingml/2006/main">
            <a:r>
              <a:t>발표 멘트</a:t>
            </a:r>
          </a:p>
          <a:p xmlns:a="http://schemas.openxmlformats.org/drawingml/2006/main">
            <a:r>
              <a:t>기능 동작과 답변 품질을 분리해 평가했습니다. 실제 LLM 여섯 사례는 보류와 실패 대응을 포함한 기능 검사를 모두 통과했습니다. 별도 Judge의 다섯 항목까지 포함하면 다섯 건 통과입니다. 릴리스 사례는 주장 대조 단계의 Judge 오판을 검토 중이며 미통과를 그대로 보존했습니다. 자동 테스트 99개와 실제 모델 여섯 건 평가도 구분했습니다.</a:t>
            </a:r>
          </a:p>
          <a:p xmlns:a="http://schemas.openxmlformats.org/drawingml/2006/main">
            <a:r>
              <a:t/>
            </a:r>
          </a:p>
          <a:p xmlns:a="http://schemas.openxmlformats.org/drawingml/2006/main">
            <a:r>
              <a:t>슬라이드 연결 멘트</a:t>
            </a:r>
          </a:p>
          <a:p xmlns:a="http://schemas.openxmlformats.org/drawingml/2006/main">
            <a:r>
              <a:t>이 평가가 원격에 저장됐는지도 직접 확인했습니다.</a:t>
            </a:r>
          </a:p>
          <a:p xmlns:a="http://schemas.openxmlformats.org/drawingml/2006/main">
            <a:r>
              <a:t/>
            </a:r>
          </a:p>
          <a:p xmlns:a="http://schemas.openxmlformats.org/drawingml/2006/main">
            <a:r>
              <a:t>화면 진행</a:t>
            </a:r>
          </a:p>
          <a:p xmlns:a="http://schemas.openxmlformats.org/drawingml/2006/main">
            <a:r>
              <a:t>기능 6/6과 Judge 포함 5/6, release 최종 근거 점수 2/5를 비교한다. Judge 오류는 원점수와 주장 대조 결과를 보존한 검토 사항이다.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실행 기록과 비용 통제 추가</a:t>
            </a:r>
          </a:p>
          <a:p xmlns:a="http://schemas.openxmlformats.org/drawingml/2006/main">
            <a:r>
              <a:t>SKALA 광주 2반 · G066 · 정준용</a:t>
            </a:r>
          </a:p>
          <a:p xmlns:a="http://schemas.openxmlformats.org/drawingml/2006/main">
            <a:r>
              <a:t>발표 시간 20초 / 4:40~5:00</a:t>
            </a:r>
          </a:p>
          <a:p xmlns:a="http://schemas.openxmlformats.org/drawingml/2006/main">
            <a:r>
              <a:t/>
            </a:r>
          </a:p>
          <a:p xmlns:a="http://schemas.openxmlformats.org/drawingml/2006/main">
            <a:r>
              <a:t>발표 멘트</a:t>
            </a:r>
          </a:p>
          <a:p xmlns:a="http://schemas.openxmlformats.org/drawingml/2006/main">
            <a:r>
              <a:t>LangSmith에 저장한 실행 여섯 건과 점수 서른 개를 다시 조회했습니다. 별도로 모델 호출 전 입력 검사도 추가해 거절 다섯 건의 LLM·MCP 호출과 생성 토큰이 0임을 확인했습니다. 이는 거절 요청의 결과이며 전체 비용 절감률은 아직 측정하지 않았습니다.</a:t>
            </a:r>
          </a:p>
          <a:p xmlns:a="http://schemas.openxmlformats.org/drawingml/2006/main">
            <a:r>
              <a:t/>
            </a:r>
          </a:p>
          <a:p xmlns:a="http://schemas.openxmlformats.org/drawingml/2006/main">
            <a:r>
              <a:t>슬라이드 연결 멘트</a:t>
            </a:r>
          </a:p>
          <a:p xmlns:a="http://schemas.openxmlformats.org/drawingml/2006/main">
            <a:r>
              <a:t>마지막으로 개선의 한계와 다음 과제입니다.</a:t>
            </a:r>
          </a:p>
          <a:p xmlns:a="http://schemas.openxmlformats.org/drawingml/2006/main">
            <a:r>
              <a:t/>
            </a:r>
          </a:p>
          <a:p xmlns:a="http://schemas.openxmlformats.org/drawingml/2006/main">
            <a:r>
              <a:t>화면 진행</a:t>
            </a:r>
          </a:p>
          <a:p xmlns:a="http://schemas.openxmlformats.org/drawingml/2006/main">
            <a:r>
              <a:t>6건·30개 재조회와 별도 입력 거절 0토큰만 짚는다. 두 검증 시점을 구분한다.</a:t>
            </a:r>
          </a:p>
          <a:p xmlns:a="http://schemas.openxmlformats.org/drawingml/2006/main">
            <a:r>
              <a:t/>
            </a:r>
          </a:p>
          <a:p xmlns:a="http://schemas.openxmlformats.org/drawingml/2006/main">
            <a:r>
              <a:t>근거 자료</a:t>
            </a:r>
          </a:p>
          <a:p xmlns:a="http://schemas.openxmlformats.org/drawingml/2006/main">
            <a:r>
              <a:t>https://github.com/beshurl/skala-ai-mini-project/blob/main/doc/presentation/assets/execution-evidence.json</a:t>
            </a:r>
          </a:p>
          <a:p xmlns:a="http://schemas.openxmlformats.org/drawingml/2006/main">
            <a:r>
              <a:t>https://github.com/beshurl/skala-ai-mini-project/blob/main/artifacts/investigation_evaluation.json</a:t>
            </a:r>
          </a:p>
          <a:p xmlns:a="http://schemas.openxmlformats.org/drawingml/2006/main">
            <a:r>
              <a:t>https://github.com/beshurl/skala-ai-mini-project/blob/main/artifacts/input_validation_verification.json</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개선 효과와 남은 과제</a:t>
            </a:r>
          </a:p>
          <a:p xmlns:a="http://schemas.openxmlformats.org/drawingml/2006/main">
            <a:r>
              <a:t>SKALA 광주 2반 · G066 · 정준용</a:t>
            </a:r>
          </a:p>
          <a:p xmlns:a="http://schemas.openxmlformats.org/drawingml/2006/main">
            <a:r>
              <a:t>발표 시간 30초 / 5:00~5:30</a:t>
            </a:r>
          </a:p>
          <a:p xmlns:a="http://schemas.openxmlformats.org/drawingml/2006/main">
            <a:r>
              <a:t/>
            </a:r>
          </a:p>
          <a:p xmlns:a="http://schemas.openxmlformats.org/drawingml/2006/main">
            <a:r>
              <a:t>발표 멘트</a:t>
            </a:r>
          </a:p>
          <a:p xmlns:a="http://schemas.openxmlformats.org/drawingml/2006/main">
            <a:r>
              <a:t>현재는 CPU 세 가설과 합성 관측에 한정됩니다. 조회 한도는 비용을 통제하지만 미확인 가설을 남길 수 있고, Judge도 오판할 수 있습니다. 다음에는 실제 모니터링과 다른 계열 모델·사람 평가를 연결하겠습니다. 이번 작업을 통해 결론뿐 아니라 판단 조건과 근거를 함께 남겨야 진단이 달라진 이유까지 설명할 수 있다는 점을 배웠습니다. 감사합니다.</a:t>
            </a:r>
          </a:p>
          <a:p xmlns:a="http://schemas.openxmlformats.org/drawingml/2006/main">
            <a:r>
              <a:t/>
            </a:r>
          </a:p>
          <a:p xmlns:a="http://schemas.openxmlformats.org/drawingml/2006/main">
            <a:r>
              <a:t>슬라이드 연결 멘트</a:t>
            </a:r>
          </a:p>
          <a:p xmlns:a="http://schemas.openxmlformats.org/drawingml/2006/main">
            <a:r>
              <a:t/>
            </a:r>
          </a:p>
          <a:p xmlns:a="http://schemas.openxmlformats.org/drawingml/2006/main">
            <a:r>
              <a:t/>
            </a:r>
          </a:p>
          <a:p xmlns:a="http://schemas.openxmlformats.org/drawingml/2006/main">
            <a:r>
              <a:t>화면 진행</a:t>
            </a:r>
          </a:p>
          <a:p xmlns:a="http://schemas.openxmlformats.org/drawingml/2006/main">
            <a:r>
              <a:t>실제 데이터 연결, 질문 우선순위, 다른 Judge·사람 평가를 한계와 연결한다.</a:t>
            </a:r>
          </a:p>
          <a:p xmlns:a="http://schemas.openxmlformats.org/drawingml/2006/main">
            <a:r>
              <a:t/>
            </a:r>
          </a:p>
          <a:p xmlns:a="http://schemas.openxmlformats.org/drawingml/2006/main">
            <a:r>
              <a:t>근거 자료</a:t>
            </a:r>
          </a:p>
          <a:p xmlns:a="http://schemas.openxmlformats.org/drawingml/2006/main">
            <a:r>
              <a:t>https://github.com/beshurl/skala-ai-mini-project/blob/main/README.md</a:t>
            </a:r>
          </a:p>
          <a:p xmlns:a="http://schemas.openxmlformats.org/drawingml/2006/main">
            <a:r>
              <a:t/>
            </a:r>
          </a:p>
          <a:p xmlns:a="http://schemas.openxmlformats.org/drawingml/2006/main">
            <a:r>
              <a:t>해석 범위</a:t>
            </a:r>
          </a:p>
          <a:p xmlns:a="http://schemas.openxmlformats.org/drawingml/2006/main">
            <a:r>
              <a:t>실행·평가 수치는 2026-10-21 보존 기록이다. 관측은 교육용 합성 데이터이며 계획·작성은 실제 Ollama qwen3.5:2b, 별도 Judge는 qwen3:8b를 사용했다. 입력 거절 검증은 별도 기록이다.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09b7909d70941c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258585a309741e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2e0ea79d26b487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f731fab8e0a40d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98a5e8e5be4b6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0ff53855cdc4323"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b7877872a57476c"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7e6f40c06644732"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0c427d54e3e542e2"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9764fff2458044ef"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894d4dc7d6a64c73"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8C9D25-A1B2-4C34-B062-C7FB66FE1D31}"/>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A22F26F6-45A0-43A5-B675-F788887CC5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91801F73-EC80-4151-AF6A-DA0BC3D69F3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B909BE3E-7F98-48BA-AE9F-905DBFC70B9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B248634-970D-4D9F-B8F5-2C377FBF554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206773F-D10C-48D3-BBD9-37781B8CA16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5E6AA460-DC60-4642-85CA-BCEA7843317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3E44CF3-A153-44C5-9FF5-D429447AF49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DCAF8B52-EDFD-4885-8CC3-664A5235F48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AC91D7F-2C38-4388-A01E-95B13B4A9BE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747DF9-9091-4CAD-9D77-48A2D1DF2329}"/>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BE3A72C-A9CA-4CFC-A191-4202305C25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22BDED11-6AE0-4C4E-9E08-3867FD5974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680A4D6-CDCB-4E64-A136-A4740529965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ED59AB-A82A-4566-B55B-1872DA77DA7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BA0D30-AFA4-4EFD-82A3-F3D30208803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F1A69A-DE7B-44D5-88C2-DDC0A2A478BA}"/>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CD43399E-E61F-4E59-83CC-8903157149B6}"/>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B369F91C-5848-4AF8-9D5F-ACF0BF324F7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83DC5EB-4667-44F7-A16B-8F479349CE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350F80-F941-45D7-BC67-BCFBDD40CA7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D2C59A1-4319-4E13-A4B1-F545159FCE1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89CA613-C258-449C-B414-911BB9F98A4F}"/>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055BE0E-F08C-4AA1-925E-B0CF0751363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B22E156F-6BEC-48B3-8852-B4CA678AE52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34C4275-0EBB-4D35-A528-DB8D6938B76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E2FFEA63-ACC0-44AF-9F4F-4D80CD24E26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8" name="Footer Placeholder 7">
            <a:extLst xmlns:a="http://schemas.openxmlformats.org/drawingml/2006/main">
              <a:ext uri="{FF2B5EF4-FFF2-40B4-BE49-F238E27FC236}">
                <a16:creationId xmlns:a16="http://schemas.microsoft.com/office/drawing/2014/main" id="{612310D5-1A66-47B3-95E5-A42DDDDA245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E658E4F5-A95C-4EB9-A962-F0ED90ADE9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566DBB-1C57-47D5-9732-53CB22F913D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DD61A7D9-A9FB-430F-AA7D-4475663E95E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4" name="Footer Placeholder 3">
            <a:extLst xmlns:a="http://schemas.openxmlformats.org/drawingml/2006/main">
              <a:ext uri="{FF2B5EF4-FFF2-40B4-BE49-F238E27FC236}">
                <a16:creationId xmlns:a16="http://schemas.microsoft.com/office/drawing/2014/main" id="{F0454265-280C-4598-9775-552E911B639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E1B9D1-A12E-4174-B931-262A04275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188119C-8987-4CE4-8AE1-723151E80BC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3" name="Footer Placeholder 2">
            <a:extLst xmlns:a="http://schemas.openxmlformats.org/drawingml/2006/main">
              <a:ext uri="{FF2B5EF4-FFF2-40B4-BE49-F238E27FC236}">
                <a16:creationId xmlns:a16="http://schemas.microsoft.com/office/drawing/2014/main" id="{44363DA7-F507-4D0A-96A5-E575FE8EE7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AEFECE6-C517-4E22-8B24-8AF0059851C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C1B632-C34B-4F7A-AF0C-085038397A71}"/>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E3E12D84-BE58-44F0-A14B-2033C1AC284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08B2E026-31EE-4A93-BEE4-C844684BC48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A054E7E-E4D0-4CEC-92DA-9DBCA0DB0D7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FA3CEE35-678B-4767-BD4C-39A1EBA200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CEB660BE-9FD3-4F26-A143-B882F1578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E51882B-7934-4C1F-8D10-4747ADDBB784}"/>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56B4220-1157-4A23-ABF0-8A9791E9E6DC}"/>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E926D62A-68E4-4DFA-B363-4482C3CFD651}"/>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9129B4BE-435D-42B7-B38F-A4F708B372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6" name="Footer Placeholder 5">
            <a:extLst xmlns:a="http://schemas.openxmlformats.org/drawingml/2006/main">
              <a:ext uri="{FF2B5EF4-FFF2-40B4-BE49-F238E27FC236}">
                <a16:creationId xmlns:a16="http://schemas.microsoft.com/office/drawing/2014/main" id="{A79E08CE-608E-4120-A803-0FC4F46DE8A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A10AD8B6-E010-4250-A9C2-050446D5FD1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FA0F8-77ED-49CC-AF8A-E456B8EBD46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1061C7A-16EA-4EAB-A8B9-D76DC14A601B}"/>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D8E3CF09-BF93-43EA-8858-CE8E3272E21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6E682BF5-48E9-46F7-8B43-B30A3BBDD90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E07A383-2D16-44AC-B751-6375695F0FA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1D748B4-117B-4209-BCB3-0D0E2D9A31CC}"/>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D39F86E-E6FE-4970-9BF1-820CF63AAB43}"/>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2B66DA06-F14D-4641-A2E2-FC1FD7F85B9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1426B404-9010-469C-86D1-711FEB91F34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BEF53369-9227-41B0-B6E5-0EAE7C54F88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B6F15528-21DE-4FAA-801E-634DDDAF4B2B}"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faa337fc4c4ad9" /><Relationship Type="http://schemas.openxmlformats.org/officeDocument/2006/relationships/slideLayout" Target="/ppt/slideLayouts/slideLayout1.xml" Id="R7b30c8219b964b63" /><Relationship Type="http://schemas.openxmlformats.org/officeDocument/2006/relationships/slideLayout" Target="/ppt/slideLayouts/slideLayout2.xml" Id="Rd3a284d4085a4644" /><Relationship Type="http://schemas.openxmlformats.org/officeDocument/2006/relationships/slideLayout" Target="/ppt/slideLayouts/slideLayout3.xml" Id="R61c6339f4f0a456b" /><Relationship Type="http://schemas.openxmlformats.org/officeDocument/2006/relationships/slideLayout" Target="/ppt/slideLayouts/slideLayout4.xml" Id="Raab13c5df016460c" /><Relationship Type="http://schemas.openxmlformats.org/officeDocument/2006/relationships/slideLayout" Target="/ppt/slideLayouts/slideLayout5.xml" Id="R14b168a885bf4e5d" /><Relationship Type="http://schemas.openxmlformats.org/officeDocument/2006/relationships/slideLayout" Target="/ppt/slideLayouts/slideLayout6.xml" Id="R197fb9b9e4a14247" /><Relationship Type="http://schemas.openxmlformats.org/officeDocument/2006/relationships/slideLayout" Target="/ppt/slideLayouts/slideLayout7.xml" Id="Rccafafcf2f9f4171" /><Relationship Type="http://schemas.openxmlformats.org/officeDocument/2006/relationships/slideLayout" Target="/ppt/slideLayouts/slideLayout8.xml" Id="R25a7240c9a9247e5" /><Relationship Type="http://schemas.openxmlformats.org/officeDocument/2006/relationships/slideLayout" Target="/ppt/slideLayouts/slideLayout9.xml" Id="R140f700728c94e84" /><Relationship Type="http://schemas.openxmlformats.org/officeDocument/2006/relationships/slideLayout" Target="/ppt/slideLayouts/slideLayout10.xml" Id="Ra9fff2f56fa84ad9" /><Relationship Type="http://schemas.openxmlformats.org/officeDocument/2006/relationships/slideLayout" Target="/ppt/slideLayouts/slideLayout11.xml" Id="Rc5f1beb17f6b498a"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A93206B-F7CC-4029-B906-6F6B2EBDF1B4}"/>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A6349DCC-85A7-4E34-ACCB-EACD13B5C9DE}"/>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4B6206A2-2A1D-47B5-825A-EADAAE3D3AFA}"/>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1D8BD707-D9CF-40AE-B4C6-C98DA3205C09}" type="datetimeFigureOut">
              <a:t>8/1/2011</a:t>
            </a:fld>
            <a:endParaRPr/>
          </a:p>
        </p:txBody>
      </p:sp>
      <p:sp>
        <p:nvSpPr>
          <p:cNvPr id="5" name="Footer Placeholder 4">
            <a:extLst xmlns:a="http://schemas.openxmlformats.org/drawingml/2006/main">
              <a:ext uri="{FF2B5EF4-FFF2-40B4-BE49-F238E27FC236}">
                <a16:creationId xmlns:a16="http://schemas.microsoft.com/office/drawing/2014/main" id="{95408E8F-D713-4EE1-9984-8A81AE6AAA85}"/>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86F7C55-DF47-4580-809B-BA188D9A6491}"/>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30c8219b964b63"/>
    <p:sldLayoutId xmlns:r="http://schemas.openxmlformats.org/officeDocument/2006/relationships" id="2147483650" r:id="Rd3a284d4085a4644"/>
    <p:sldLayoutId xmlns:r="http://schemas.openxmlformats.org/officeDocument/2006/relationships" id="2147483651" r:id="R61c6339f4f0a456b"/>
    <p:sldLayoutId xmlns:r="http://schemas.openxmlformats.org/officeDocument/2006/relationships" id="2147483652" r:id="Raab13c5df016460c"/>
    <p:sldLayoutId xmlns:r="http://schemas.openxmlformats.org/officeDocument/2006/relationships" id="2147483653" r:id="R14b168a885bf4e5d"/>
    <p:sldLayoutId xmlns:r="http://schemas.openxmlformats.org/officeDocument/2006/relationships" id="2147483654" r:id="R197fb9b9e4a14247"/>
    <p:sldLayoutId xmlns:r="http://schemas.openxmlformats.org/officeDocument/2006/relationships" id="2147483655" r:id="Rccafafcf2f9f4171"/>
    <p:sldLayoutId xmlns:r="http://schemas.openxmlformats.org/officeDocument/2006/relationships" id="2147483656" r:id="R25a7240c9a9247e5"/>
    <p:sldLayoutId xmlns:r="http://schemas.openxmlformats.org/officeDocument/2006/relationships" id="2147483657" r:id="R140f700728c94e84"/>
    <p:sldLayoutId xmlns:r="http://schemas.openxmlformats.org/officeDocument/2006/relationships" id="2147483658" r:id="Ra9fff2f56fa84ad9"/>
    <p:sldLayoutId xmlns:r="http://schemas.openxmlformats.org/officeDocument/2006/relationships" id="2147483659" r:id="Rc5f1beb17f6b498a"/>
  </p:sldLayoutIdLst>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7d62eb8a4971479c" /><Relationship Type="http://schemas.openxmlformats.org/officeDocument/2006/relationships/image" Target="/ppt/media/image.jpeg" Id="R7bbd89e9b8344720" /><Relationship Type="http://schemas.openxmlformats.org/officeDocument/2006/relationships/notesSlide" Target="/ppt/notesSlides/notesSlide1.xml" Id="R4586201ff0434e3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67cf985a98f848f6" /><Relationship Type="http://schemas.openxmlformats.org/officeDocument/2006/relationships/notesSlide" Target="/ppt/notesSlides/notesSlide2.xml" Id="R32127bb534734dce"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bab0e2473ffc413e" /><Relationship Type="http://schemas.openxmlformats.org/officeDocument/2006/relationships/notesSlide" Target="/ppt/notesSlides/notesSlide3.xml" Id="R911e9c8470a941cf"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257635bd7a7e4285" /><Relationship Type="http://schemas.openxmlformats.org/officeDocument/2006/relationships/notesSlide" Target="/ppt/notesSlides/notesSlide4.xml" Id="Ra0fbb0fa63704c8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34586eb5afb74230" /><Relationship Type="http://schemas.openxmlformats.org/officeDocument/2006/relationships/image" Target="/ppt/media/image2.jpeg" Id="Rbd55dbfe958e4e7d" /><Relationship Type="http://schemas.openxmlformats.org/officeDocument/2006/relationships/notesSlide" Target="/ppt/notesSlides/notesSlide5.xml" Id="R73633bad93b946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1d63e9c8d304ccb" /><Relationship Type="http://schemas.openxmlformats.org/officeDocument/2006/relationships/notesSlide" Target="/ppt/notesSlides/notesSlide6.xml" Id="Red1cceedd9ef43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e531f5727bcd4692" /><Relationship Type="http://schemas.openxmlformats.org/officeDocument/2006/relationships/notesSlide" Target="/ppt/notesSlides/notesSlide7.xml" Id="Rcc4b6c0a141148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68b7d57f34bf4d44" /><Relationship Type="http://schemas.openxmlformats.org/officeDocument/2006/relationships/notesSlide" Target="/ppt/notesSlides/notesSlide8.xml" Id="R3ed85ff81b4d4f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0c2c73e49da04a66" /><Relationship Type="http://schemas.openxmlformats.org/officeDocument/2006/relationships/image" Target="/ppt/media/image3.jpeg" Id="Rb1642db8583f48a4" /><Relationship Type="http://schemas.openxmlformats.org/officeDocument/2006/relationships/notesSlide" Target="/ppt/notesSlides/notesSlide9.xml" Id="R33189f1d28c244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49abbe384b5f4b7f" /><Relationship Type="http://schemas.openxmlformats.org/officeDocument/2006/relationships/notesSlide" Target="/ppt/notesSlides/notesSlide10.xml" Id="R4f9dba3b0e344df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610c8d9407bd449c" /><Relationship Type="http://schemas.openxmlformats.org/officeDocument/2006/relationships/notesSlide" Target="/ppt/notesSlides/notesSlide11.xml" Id="R4f990ddf799f40f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81d5e26c30444428" /><Relationship Type="http://schemas.openxmlformats.org/officeDocument/2006/relationships/notesSlide" Target="/ppt/notesSlides/notesSlide12.xml" Id="Rce45b032da4346a3" /></Relationships>
</file>

<file path=ppt/slides/slide1.xml><?xml version="1.0" encoding="utf-8"?>
<p:sld xmlns:p="http://schemas.openxmlformats.org/presentationml/2006/main">
  <p:cSld>
    <p:bg>
      <p:bgPr>
        <a:solidFill xmlns:a="http://schemas.openxmlformats.org/drawingml/2006/main">
          <a:srgbClr val="112840"/>
        </a:solidFill>
      </p:bgPr>
    </p:bg>
    <p:spTree>
      <p:nvGrpSpPr>
        <p:cNvPr id="1" name=""/>
        <p:cNvGrpSpPr/>
        <p:nvPr/>
      </p:nvGrpSpPr>
      <p:grpSpPr>
        <a:xfrm xmlns:a="http://schemas.openxmlformats.org/drawingml/2006/main"/>
      </p:grpSpPr>
      <p:sp>
        <p:nvSpPr>
          <p:cNvPr id="10" name="cover-kicker">
            <a:extLst xmlns:a="http://schemas.openxmlformats.org/drawingml/2006/main">
              <a:ext uri="{FF2B5EF4-FFF2-40B4-BE49-F238E27FC236}">
                <a16:creationId xmlns:a16="http://schemas.microsoft.com/office/drawing/2014/main" id="{F4F470A1-6FF1-4330-8763-4B2C58125CF6}"/>
              </a:ext>
            </a:extLst>
          </p:cNvPr>
          <p:cNvSpPr>
            <a:spLocks xmlns:a="http://schemas.openxmlformats.org/drawingml/2006/main" noGrp="1"/>
          </p:cNvSpPr>
          <p:nvPr/>
        </p:nvSpPr>
        <p:spPr>
          <a:xfrm xmlns:a="http://schemas.openxmlformats.org/drawingml/2006/main">
            <a:off x="1143000" y="762000"/>
            <a:ext cx="1190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SKALA MINI PROJECT</a:t>
            </a:r>
          </a:p>
        </p:txBody>
      </p:sp>
      <p:sp>
        <p:nvSpPr>
          <p:cNvPr id="2" name="cover-date">
            <a:extLst xmlns:a="http://schemas.openxmlformats.org/drawingml/2006/main">
              <a:ext uri="{FF2B5EF4-FFF2-40B4-BE49-F238E27FC236}">
                <a16:creationId xmlns:a16="http://schemas.microsoft.com/office/drawing/2014/main" id="{CB81A0BA-77C6-4761-A874-618FF21FADF4}"/>
              </a:ext>
            </a:extLst>
          </p:cNvPr>
          <p:cNvSpPr>
            <a:spLocks xmlns:a="http://schemas.openxmlformats.org/drawingml/2006/main" noGrp="1"/>
          </p:cNvSpPr>
          <p:nvPr/>
        </p:nvSpPr>
        <p:spPr>
          <a:xfrm xmlns:a="http://schemas.openxmlformats.org/drawingml/2006/main">
            <a:off x="15240000" y="762000"/>
            <a:ext cx="190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2025" b="0">
                <a:solidFill>
                  <a:srgbClr val="AFBED0"/>
                </a:solidFill>
                <a:latin typeface="Noto Sans Kr"/>
                <a:ea typeface="Noto Sans Kr"/>
                <a:cs typeface="Noto Sans Kr"/>
              </a:defRPr>
            </a:defPPr>
            <a:lvl1pPr algn="r">
              <a:buNone/>
              <a:defRPr sz="2025" b="0">
                <a:solidFill>
                  <a:srgbClr val="AFBED0"/>
                </a:solidFill>
                <a:latin typeface="Noto Sans Kr"/>
                <a:ea typeface="Noto Sans Kr"/>
                <a:cs typeface="Noto Sans Kr"/>
              </a:defRPr>
            </a:lvl1pPr>
            <a:lvl2pPr algn="r">
              <a:buNone/>
              <a:defRPr sz="2025" b="0">
                <a:solidFill>
                  <a:srgbClr val="AFBED0"/>
                </a:solidFill>
                <a:latin typeface="Noto Sans Kr"/>
                <a:ea typeface="Noto Sans Kr"/>
                <a:cs typeface="Noto Sans Kr"/>
              </a:defRPr>
            </a:lvl2pPr>
            <a:lvl3pPr algn="r">
              <a:buNone/>
              <a:defRPr sz="2025" b="0">
                <a:solidFill>
                  <a:srgbClr val="AFBED0"/>
                </a:solidFill>
                <a:latin typeface="Noto Sans Kr"/>
                <a:ea typeface="Noto Sans Kr"/>
                <a:cs typeface="Noto Sans Kr"/>
              </a:defRPr>
            </a:lvl3pPr>
            <a:lvl4pPr algn="r">
              <a:buNone/>
              <a:defRPr sz="2025" b="0">
                <a:solidFill>
                  <a:srgbClr val="AFBED0"/>
                </a:solidFill>
                <a:latin typeface="Noto Sans Kr"/>
                <a:ea typeface="Noto Sans Kr"/>
                <a:cs typeface="Noto Sans Kr"/>
              </a:defRPr>
            </a:lvl4pPr>
            <a:lvl5pPr algn="r">
              <a:buNone/>
              <a:defRPr sz="2025" b="0">
                <a:solidFill>
                  <a:srgbClr val="AFBED0"/>
                </a:solidFill>
                <a:latin typeface="Noto Sans Kr"/>
                <a:ea typeface="Noto Sans Kr"/>
                <a:cs typeface="Noto Sans Kr"/>
              </a:defRPr>
            </a:lvl5pPr>
            <a:lvl6pPr algn="r">
              <a:buNone/>
              <a:defRPr sz="2025" b="0">
                <a:solidFill>
                  <a:srgbClr val="AFBED0"/>
                </a:solidFill>
                <a:latin typeface="Noto Sans Kr"/>
                <a:ea typeface="Noto Sans Kr"/>
                <a:cs typeface="Noto Sans Kr"/>
              </a:defRPr>
            </a:lvl6pPr>
            <a:lvl7pPr algn="r">
              <a:buNone/>
              <a:defRPr sz="2025" b="0">
                <a:solidFill>
                  <a:srgbClr val="AFBED0"/>
                </a:solidFill>
                <a:latin typeface="Noto Sans Kr"/>
                <a:ea typeface="Noto Sans Kr"/>
                <a:cs typeface="Noto Sans Kr"/>
              </a:defRPr>
            </a:lvl7pPr>
            <a:lvl8pPr algn="r">
              <a:buNone/>
              <a:defRPr sz="2025" b="0">
                <a:solidFill>
                  <a:srgbClr val="AFBED0"/>
                </a:solidFill>
                <a:latin typeface="Noto Sans Kr"/>
                <a:ea typeface="Noto Sans Kr"/>
                <a:cs typeface="Noto Sans Kr"/>
              </a:defRPr>
            </a:lvl8pPr>
            <a:lvl9pPr algn="r">
              <a:buNone/>
              <a:defRPr sz="2025" b="0">
                <a:solidFill>
                  <a:srgbClr val="AFBED0"/>
                </a:solidFill>
                <a:latin typeface="Noto Sans Kr"/>
                <a:ea typeface="Noto Sans Kr"/>
                <a:cs typeface="Noto Sans Kr"/>
              </a:defRPr>
            </a:lvl9pPr>
          </a:lstStyle>
          <a:p xmlns:a="http://schemas.openxmlformats.org/drawingml/2006/main">
            <a:pPr algn="r">
              <a:buNone/>
              <a:defRPr sz="2025" b="0">
                <a:solidFill>
                  <a:srgbClr val="AFBED0"/>
                </a:solidFill>
                <a:latin typeface="Noto Sans Kr"/>
                <a:ea typeface="Noto Sans Kr"/>
                <a:cs typeface="Noto Sans Kr"/>
              </a:defRPr>
            </a:pPr>
            <a:r>
              <a:rPr sz="2025" b="0">
                <a:solidFill>
                  <a:srgbClr val="AFBED0"/>
                </a:solidFill>
                <a:latin typeface="Noto Sans Kr"/>
                <a:ea typeface="Noto Sans Kr"/>
                <a:cs typeface="Noto Sans Kr"/>
              </a:rPr>
              <a:t>2026.10</a:t>
            </a:r>
          </a:p>
        </p:txBody>
      </p:sp>
      <p:sp>
        <p:nvSpPr>
          <p:cNvPr id="3" name="cover-title">
            <a:extLst xmlns:a="http://schemas.openxmlformats.org/drawingml/2006/main">
              <a:ext uri="{FF2B5EF4-FFF2-40B4-BE49-F238E27FC236}">
                <a16:creationId xmlns:a16="http://schemas.microsoft.com/office/drawing/2014/main" id="{CD2BD379-237A-4D72-A6E9-EF39FF662554}"/>
              </a:ext>
            </a:extLst>
          </p:cNvPr>
          <p:cNvSpPr>
            <a:spLocks xmlns:a="http://schemas.openxmlformats.org/drawingml/2006/main" noGrp="1"/>
          </p:cNvSpPr>
          <p:nvPr/>
        </p:nvSpPr>
        <p:spPr>
          <a:xfrm xmlns:a="http://schemas.openxmlformats.org/drawingml/2006/main">
            <a:off x="1143000" y="2047875"/>
            <a:ext cx="7715250" cy="414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7800" b="1">
                <a:solidFill>
                  <a:srgbClr val="FFFFFF"/>
                </a:solidFill>
                <a:latin typeface="Noto Sans Bold"/>
                <a:ea typeface="Noto Sans Bold"/>
                <a:cs typeface="Noto Sans Bold"/>
              </a:defRPr>
            </a:defPPr>
            <a:lvl1pPr algn="l">
              <a:buNone/>
              <a:defRPr sz="7800" b="1">
                <a:solidFill>
                  <a:srgbClr val="FFFFFF"/>
                </a:solidFill>
                <a:latin typeface="Noto Sans Bold"/>
                <a:ea typeface="Noto Sans Bold"/>
                <a:cs typeface="Noto Sans Bold"/>
              </a:defRPr>
            </a:lvl1pPr>
            <a:lvl2pPr algn="l">
              <a:buNone/>
              <a:defRPr sz="7800" b="1">
                <a:solidFill>
                  <a:srgbClr val="FFFFFF"/>
                </a:solidFill>
                <a:latin typeface="Noto Sans Bold"/>
                <a:ea typeface="Noto Sans Bold"/>
                <a:cs typeface="Noto Sans Bold"/>
              </a:defRPr>
            </a:lvl2pPr>
            <a:lvl3pPr algn="l">
              <a:buNone/>
              <a:defRPr sz="7800" b="1">
                <a:solidFill>
                  <a:srgbClr val="FFFFFF"/>
                </a:solidFill>
                <a:latin typeface="Noto Sans Bold"/>
                <a:ea typeface="Noto Sans Bold"/>
                <a:cs typeface="Noto Sans Bold"/>
              </a:defRPr>
            </a:lvl3pPr>
            <a:lvl4pPr algn="l">
              <a:buNone/>
              <a:defRPr sz="7800" b="1">
                <a:solidFill>
                  <a:srgbClr val="FFFFFF"/>
                </a:solidFill>
                <a:latin typeface="Noto Sans Bold"/>
                <a:ea typeface="Noto Sans Bold"/>
                <a:cs typeface="Noto Sans Bold"/>
              </a:defRPr>
            </a:lvl4pPr>
            <a:lvl5pPr algn="l">
              <a:buNone/>
              <a:defRPr sz="7800" b="1">
                <a:solidFill>
                  <a:srgbClr val="FFFFFF"/>
                </a:solidFill>
                <a:latin typeface="Noto Sans Bold"/>
                <a:ea typeface="Noto Sans Bold"/>
                <a:cs typeface="Noto Sans Bold"/>
              </a:defRPr>
            </a:lvl5pPr>
            <a:lvl6pPr algn="l">
              <a:buNone/>
              <a:defRPr sz="7800" b="1">
                <a:solidFill>
                  <a:srgbClr val="FFFFFF"/>
                </a:solidFill>
                <a:latin typeface="Noto Sans Bold"/>
                <a:ea typeface="Noto Sans Bold"/>
                <a:cs typeface="Noto Sans Bold"/>
              </a:defRPr>
            </a:lvl6pPr>
            <a:lvl7pPr algn="l">
              <a:buNone/>
              <a:defRPr sz="7800" b="1">
                <a:solidFill>
                  <a:srgbClr val="FFFFFF"/>
                </a:solidFill>
                <a:latin typeface="Noto Sans Bold"/>
                <a:ea typeface="Noto Sans Bold"/>
                <a:cs typeface="Noto Sans Bold"/>
              </a:defRPr>
            </a:lvl7pPr>
            <a:lvl8pPr algn="l">
              <a:buNone/>
              <a:defRPr sz="7800" b="1">
                <a:solidFill>
                  <a:srgbClr val="FFFFFF"/>
                </a:solidFill>
                <a:latin typeface="Noto Sans Bold"/>
                <a:ea typeface="Noto Sans Bold"/>
                <a:cs typeface="Noto Sans Bold"/>
              </a:defRPr>
            </a:lvl8pPr>
            <a:lvl9pPr algn="l">
              <a:buNone/>
              <a:defRPr sz="7800" b="1">
                <a:solidFill>
                  <a:srgbClr val="FFFFFF"/>
                </a:solidFill>
                <a:latin typeface="Noto Sans Bold"/>
                <a:ea typeface="Noto Sans Bold"/>
                <a:cs typeface="Noto Sans Bold"/>
              </a:defRPr>
            </a:lvl9pPr>
          </a:lstStyle>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가설 기반</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운영 진단</a:t>
            </a:r>
          </a:p>
          <a:p xmlns:a="http://schemas.openxmlformats.org/drawingml/2006/main">
            <a:pPr algn="l">
              <a:buNone/>
              <a:defRPr sz="7800" b="1">
                <a:solidFill>
                  <a:srgbClr val="FFFFFF"/>
                </a:solidFill>
                <a:latin typeface="Noto Sans Bold"/>
                <a:ea typeface="Noto Sans Bold"/>
                <a:cs typeface="Noto Sans Bold"/>
              </a:defRPr>
            </a:pPr>
            <a:r>
              <a:rPr sz="7800" b="1">
                <a:solidFill>
                  <a:srgbClr val="FFFFFF"/>
                </a:solidFill>
                <a:latin typeface="Noto Sans Bold"/>
                <a:ea typeface="Noto Sans Bold"/>
                <a:cs typeface="Noto Sans Bold"/>
              </a:rPr>
              <a:t>에이전트</a:t>
            </a:r>
          </a:p>
        </p:txBody>
      </p:sp>
      <p:sp>
        <p:nvSpPr>
          <p:cNvPr id="4" name="cover-subtitle">
            <a:extLst xmlns:a="http://schemas.openxmlformats.org/drawingml/2006/main">
              <a:ext uri="{FF2B5EF4-FFF2-40B4-BE49-F238E27FC236}">
                <a16:creationId xmlns:a16="http://schemas.microsoft.com/office/drawing/2014/main" id="{6C4D2DC7-E818-4EFA-A523-1C96F80AA515}"/>
              </a:ext>
            </a:extLst>
          </p:cNvPr>
          <p:cNvSpPr>
            <a:spLocks xmlns:a="http://schemas.openxmlformats.org/drawingml/2006/main" noGrp="1"/>
          </p:cNvSpPr>
          <p:nvPr/>
        </p:nvSpPr>
        <p:spPr>
          <a:xfrm xmlns:a="http://schemas.openxmlformats.org/drawingml/2006/main">
            <a:off x="1143000" y="7000875"/>
            <a:ext cx="771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D6E1EE"/>
                </a:solidFill>
                <a:latin typeface="Noto Sans Kr"/>
                <a:ea typeface="Noto Sans Kr"/>
                <a:cs typeface="Noto Sans Kr"/>
              </a:defRPr>
            </a:defPPr>
            <a:lvl1pPr algn="l">
              <a:buNone/>
              <a:defRPr sz="2700" b="0">
                <a:solidFill>
                  <a:srgbClr val="D6E1EE"/>
                </a:solidFill>
                <a:latin typeface="Noto Sans Kr"/>
                <a:ea typeface="Noto Sans Kr"/>
                <a:cs typeface="Noto Sans Kr"/>
              </a:defRPr>
            </a:lvl1pPr>
            <a:lvl2pPr algn="l">
              <a:buNone/>
              <a:defRPr sz="2700" b="0">
                <a:solidFill>
                  <a:srgbClr val="D6E1EE"/>
                </a:solidFill>
                <a:latin typeface="Noto Sans Kr"/>
                <a:ea typeface="Noto Sans Kr"/>
                <a:cs typeface="Noto Sans Kr"/>
              </a:defRPr>
            </a:lvl2pPr>
            <a:lvl3pPr algn="l">
              <a:buNone/>
              <a:defRPr sz="2700" b="0">
                <a:solidFill>
                  <a:srgbClr val="D6E1EE"/>
                </a:solidFill>
                <a:latin typeface="Noto Sans Kr"/>
                <a:ea typeface="Noto Sans Kr"/>
                <a:cs typeface="Noto Sans Kr"/>
              </a:defRPr>
            </a:lvl3pPr>
            <a:lvl4pPr algn="l">
              <a:buNone/>
              <a:defRPr sz="2700" b="0">
                <a:solidFill>
                  <a:srgbClr val="D6E1EE"/>
                </a:solidFill>
                <a:latin typeface="Noto Sans Kr"/>
                <a:ea typeface="Noto Sans Kr"/>
                <a:cs typeface="Noto Sans Kr"/>
              </a:defRPr>
            </a:lvl4pPr>
            <a:lvl5pPr algn="l">
              <a:buNone/>
              <a:defRPr sz="2700" b="0">
                <a:solidFill>
                  <a:srgbClr val="D6E1EE"/>
                </a:solidFill>
                <a:latin typeface="Noto Sans Kr"/>
                <a:ea typeface="Noto Sans Kr"/>
                <a:cs typeface="Noto Sans Kr"/>
              </a:defRPr>
            </a:lvl5pPr>
            <a:lvl6pPr algn="l">
              <a:buNone/>
              <a:defRPr sz="2700" b="0">
                <a:solidFill>
                  <a:srgbClr val="D6E1EE"/>
                </a:solidFill>
                <a:latin typeface="Noto Sans Kr"/>
                <a:ea typeface="Noto Sans Kr"/>
                <a:cs typeface="Noto Sans Kr"/>
              </a:defRPr>
            </a:lvl6pPr>
            <a:lvl7pPr algn="l">
              <a:buNone/>
              <a:defRPr sz="2700" b="0">
                <a:solidFill>
                  <a:srgbClr val="D6E1EE"/>
                </a:solidFill>
                <a:latin typeface="Noto Sans Kr"/>
                <a:ea typeface="Noto Sans Kr"/>
                <a:cs typeface="Noto Sans Kr"/>
              </a:defRPr>
            </a:lvl7pPr>
            <a:lvl8pPr algn="l">
              <a:buNone/>
              <a:defRPr sz="2700" b="0">
                <a:solidFill>
                  <a:srgbClr val="D6E1EE"/>
                </a:solidFill>
                <a:latin typeface="Noto Sans Kr"/>
                <a:ea typeface="Noto Sans Kr"/>
                <a:cs typeface="Noto Sans Kr"/>
              </a:defRPr>
            </a:lvl8pPr>
            <a:lvl9pPr algn="l">
              <a:buNone/>
              <a:defRPr sz="2700" b="0">
                <a:solidFill>
                  <a:srgbClr val="D6E1EE"/>
                </a:solidFill>
                <a:latin typeface="Noto Sans Kr"/>
                <a:ea typeface="Noto Sans Kr"/>
                <a:cs typeface="Noto Sans Kr"/>
              </a:defRPr>
            </a:lvl9pPr>
          </a:lstStyle>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추가 관측과 가설 검증으로</a:t>
            </a:r>
          </a:p>
          <a:p xmlns:a="http://schemas.openxmlformats.org/drawingml/2006/main">
            <a:pPr algn="l">
              <a:buNone/>
              <a:defRPr sz="2700" b="0">
                <a:solidFill>
                  <a:srgbClr val="D6E1EE"/>
                </a:solidFill>
                <a:latin typeface="Noto Sans Kr"/>
                <a:ea typeface="Noto Sans Kr"/>
                <a:cs typeface="Noto Sans Kr"/>
              </a:defRPr>
            </a:pPr>
            <a:r>
              <a:rPr sz="2700" b="0">
                <a:solidFill>
                  <a:srgbClr val="D6E1EE"/>
                </a:solidFill>
                <a:latin typeface="Noto Sans Kr"/>
                <a:ea typeface="Noto Sans Kr"/>
                <a:cs typeface="Noto Sans Kr"/>
              </a:rPr>
              <a:t>진단의 근거를 확인합니다</a:t>
            </a:r>
          </a:p>
        </p:txBody>
      </p:sp>
      <p:sp>
        <p:nvSpPr>
          <p:cNvPr id="5" name="cover-affiliation">
            <a:extLst xmlns:a="http://schemas.openxmlformats.org/drawingml/2006/main">
              <a:ext uri="{FF2B5EF4-FFF2-40B4-BE49-F238E27FC236}">
                <a16:creationId xmlns:a16="http://schemas.microsoft.com/office/drawing/2014/main" id="{15DB9C57-03F9-4B49-A62E-AC223A6CE294}"/>
              </a:ext>
            </a:extLst>
          </p:cNvPr>
          <p:cNvSpPr>
            <a:spLocks xmlns:a="http://schemas.openxmlformats.org/drawingml/2006/main" noGrp="1"/>
          </p:cNvSpPr>
          <p:nvPr/>
        </p:nvSpPr>
        <p:spPr>
          <a:xfrm xmlns:a="http://schemas.openxmlformats.org/drawingml/2006/main">
            <a:off x="1143000" y="8810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FFFFFF"/>
                </a:solidFill>
                <a:latin typeface="Noto Sans Bold"/>
                <a:ea typeface="Noto Sans Bold"/>
                <a:cs typeface="Noto Sans Bold"/>
              </a:defRPr>
            </a:defPPr>
            <a:lvl1pPr algn="l">
              <a:buNone/>
              <a:defRPr sz="2400" b="1">
                <a:solidFill>
                  <a:srgbClr val="FFFFFF"/>
                </a:solidFill>
                <a:latin typeface="Noto Sans Bold"/>
                <a:ea typeface="Noto Sans Bold"/>
                <a:cs typeface="Noto Sans Bold"/>
              </a:defRPr>
            </a:lvl1pPr>
            <a:lvl2pPr algn="l">
              <a:buNone/>
              <a:defRPr sz="2400" b="1">
                <a:solidFill>
                  <a:srgbClr val="FFFFFF"/>
                </a:solidFill>
                <a:latin typeface="Noto Sans Bold"/>
                <a:ea typeface="Noto Sans Bold"/>
                <a:cs typeface="Noto Sans Bold"/>
              </a:defRPr>
            </a:lvl2pPr>
            <a:lvl3pPr algn="l">
              <a:buNone/>
              <a:defRPr sz="2400" b="1">
                <a:solidFill>
                  <a:srgbClr val="FFFFFF"/>
                </a:solidFill>
                <a:latin typeface="Noto Sans Bold"/>
                <a:ea typeface="Noto Sans Bold"/>
                <a:cs typeface="Noto Sans Bold"/>
              </a:defRPr>
            </a:lvl3pPr>
            <a:lvl4pPr algn="l">
              <a:buNone/>
              <a:defRPr sz="2400" b="1">
                <a:solidFill>
                  <a:srgbClr val="FFFFFF"/>
                </a:solidFill>
                <a:latin typeface="Noto Sans Bold"/>
                <a:ea typeface="Noto Sans Bold"/>
                <a:cs typeface="Noto Sans Bold"/>
              </a:defRPr>
            </a:lvl4pPr>
            <a:lvl5pPr algn="l">
              <a:buNone/>
              <a:defRPr sz="2400" b="1">
                <a:solidFill>
                  <a:srgbClr val="FFFFFF"/>
                </a:solidFill>
                <a:latin typeface="Noto Sans Bold"/>
                <a:ea typeface="Noto Sans Bold"/>
                <a:cs typeface="Noto Sans Bold"/>
              </a:defRPr>
            </a:lvl5pPr>
            <a:lvl6pPr algn="l">
              <a:buNone/>
              <a:defRPr sz="2400" b="1">
                <a:solidFill>
                  <a:srgbClr val="FFFFFF"/>
                </a:solidFill>
                <a:latin typeface="Noto Sans Bold"/>
                <a:ea typeface="Noto Sans Bold"/>
                <a:cs typeface="Noto Sans Bold"/>
              </a:defRPr>
            </a:lvl6pPr>
            <a:lvl7pPr algn="l">
              <a:buNone/>
              <a:defRPr sz="2400" b="1">
                <a:solidFill>
                  <a:srgbClr val="FFFFFF"/>
                </a:solidFill>
                <a:latin typeface="Noto Sans Bold"/>
                <a:ea typeface="Noto Sans Bold"/>
                <a:cs typeface="Noto Sans Bold"/>
              </a:defRPr>
            </a:lvl7pPr>
            <a:lvl8pPr algn="l">
              <a:buNone/>
              <a:defRPr sz="2400" b="1">
                <a:solidFill>
                  <a:srgbClr val="FFFFFF"/>
                </a:solidFill>
                <a:latin typeface="Noto Sans Bold"/>
                <a:ea typeface="Noto Sans Bold"/>
                <a:cs typeface="Noto Sans Bold"/>
              </a:defRPr>
            </a:lvl8pPr>
            <a:lvl9pPr algn="l">
              <a:buNone/>
              <a:defRPr sz="2400" b="1">
                <a:solidFill>
                  <a:srgbClr val="FFFFFF"/>
                </a:solidFill>
                <a:latin typeface="Noto Sans Bold"/>
                <a:ea typeface="Noto Sans Bold"/>
                <a:cs typeface="Noto Sans Bold"/>
              </a:defRPr>
            </a:lvl9pPr>
          </a:lstStyle>
          <a:p xmlns:a="http://schemas.openxmlformats.org/drawingml/2006/main">
            <a:pPr algn="l">
              <a:buNone/>
              <a:defRPr sz="2400" b="1">
                <a:solidFill>
                  <a:srgbClr val="FFFFFF"/>
                </a:solidFill>
                <a:latin typeface="Noto Sans Bold"/>
                <a:ea typeface="Noto Sans Bold"/>
                <a:cs typeface="Noto Sans Bold"/>
              </a:defRPr>
            </a:pPr>
            <a:r>
              <a:rPr sz="2400" b="1">
                <a:solidFill>
                  <a:srgbClr val="FFFFFF"/>
                </a:solidFill>
                <a:latin typeface="Noto Sans Bold"/>
                <a:ea typeface="Noto Sans Bold"/>
                <a:cs typeface="Noto Sans Bold"/>
              </a:rPr>
              <a:t>SKALA 광주 2반   G066 정준용</a:t>
            </a:r>
          </a:p>
        </p:txBody>
      </p:sp>
      <p:sp>
        <p:nvSpPr>
          <p:cNvPr id="6" name="cover-image-label">
            <a:extLst xmlns:a="http://schemas.openxmlformats.org/drawingml/2006/main">
              <a:ext uri="{FF2B5EF4-FFF2-40B4-BE49-F238E27FC236}">
                <a16:creationId xmlns:a16="http://schemas.microsoft.com/office/drawing/2014/main" id="{88C76C9E-FEDB-4C5F-93C9-0615ADED750A}"/>
              </a:ext>
            </a:extLst>
          </p:cNvPr>
          <p:cNvSpPr>
            <a:spLocks xmlns:a="http://schemas.openxmlformats.org/drawingml/2006/main" noGrp="1"/>
          </p:cNvSpPr>
          <p:nvPr/>
        </p:nvSpPr>
        <p:spPr>
          <a:xfrm xmlns:a="http://schemas.openxmlformats.org/drawingml/2006/main">
            <a:off x="9525000" y="2190750"/>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1">
                <a:solidFill>
                  <a:srgbClr val="8ADCD2"/>
                </a:solidFill>
                <a:latin typeface="Noto Sans Bold"/>
                <a:ea typeface="Noto Sans Bold"/>
                <a:cs typeface="Noto Sans Bold"/>
              </a:defRPr>
            </a:defPPr>
            <a:lvl1pPr algn="l">
              <a:buNone/>
              <a:defRPr sz="2025" b="1">
                <a:solidFill>
                  <a:srgbClr val="8ADCD2"/>
                </a:solidFill>
                <a:latin typeface="Noto Sans Bold"/>
                <a:ea typeface="Noto Sans Bold"/>
                <a:cs typeface="Noto Sans Bold"/>
              </a:defRPr>
            </a:lvl1pPr>
            <a:lvl2pPr algn="l">
              <a:buNone/>
              <a:defRPr sz="2025" b="1">
                <a:solidFill>
                  <a:srgbClr val="8ADCD2"/>
                </a:solidFill>
                <a:latin typeface="Noto Sans Bold"/>
                <a:ea typeface="Noto Sans Bold"/>
                <a:cs typeface="Noto Sans Bold"/>
              </a:defRPr>
            </a:lvl2pPr>
            <a:lvl3pPr algn="l">
              <a:buNone/>
              <a:defRPr sz="2025" b="1">
                <a:solidFill>
                  <a:srgbClr val="8ADCD2"/>
                </a:solidFill>
                <a:latin typeface="Noto Sans Bold"/>
                <a:ea typeface="Noto Sans Bold"/>
                <a:cs typeface="Noto Sans Bold"/>
              </a:defRPr>
            </a:lvl3pPr>
            <a:lvl4pPr algn="l">
              <a:buNone/>
              <a:defRPr sz="2025" b="1">
                <a:solidFill>
                  <a:srgbClr val="8ADCD2"/>
                </a:solidFill>
                <a:latin typeface="Noto Sans Bold"/>
                <a:ea typeface="Noto Sans Bold"/>
                <a:cs typeface="Noto Sans Bold"/>
              </a:defRPr>
            </a:lvl4pPr>
            <a:lvl5pPr algn="l">
              <a:buNone/>
              <a:defRPr sz="2025" b="1">
                <a:solidFill>
                  <a:srgbClr val="8ADCD2"/>
                </a:solidFill>
                <a:latin typeface="Noto Sans Bold"/>
                <a:ea typeface="Noto Sans Bold"/>
                <a:cs typeface="Noto Sans Bold"/>
              </a:defRPr>
            </a:lvl5pPr>
            <a:lvl6pPr algn="l">
              <a:buNone/>
              <a:defRPr sz="2025" b="1">
                <a:solidFill>
                  <a:srgbClr val="8ADCD2"/>
                </a:solidFill>
                <a:latin typeface="Noto Sans Bold"/>
                <a:ea typeface="Noto Sans Bold"/>
                <a:cs typeface="Noto Sans Bold"/>
              </a:defRPr>
            </a:lvl6pPr>
            <a:lvl7pPr algn="l">
              <a:buNone/>
              <a:defRPr sz="2025" b="1">
                <a:solidFill>
                  <a:srgbClr val="8ADCD2"/>
                </a:solidFill>
                <a:latin typeface="Noto Sans Bold"/>
                <a:ea typeface="Noto Sans Bold"/>
                <a:cs typeface="Noto Sans Bold"/>
              </a:defRPr>
            </a:lvl7pPr>
            <a:lvl8pPr algn="l">
              <a:buNone/>
              <a:defRPr sz="2025" b="1">
                <a:solidFill>
                  <a:srgbClr val="8ADCD2"/>
                </a:solidFill>
                <a:latin typeface="Noto Sans Bold"/>
                <a:ea typeface="Noto Sans Bold"/>
                <a:cs typeface="Noto Sans Bold"/>
              </a:defRPr>
            </a:lvl8pPr>
            <a:lvl9pPr algn="l">
              <a:buNone/>
              <a:defRPr sz="2025" b="1">
                <a:solidFill>
                  <a:srgbClr val="8ADCD2"/>
                </a:solidFill>
                <a:latin typeface="Noto Sans Bold"/>
                <a:ea typeface="Noto Sans Bold"/>
                <a:cs typeface="Noto Sans Bold"/>
              </a:defRPr>
            </a:lvl9pPr>
          </a:lstStyle>
          <a:p xmlns:a="http://schemas.openxmlformats.org/drawingml/2006/main">
            <a:pPr algn="l">
              <a:buNone/>
              <a:defRPr sz="2025" b="1">
                <a:solidFill>
                  <a:srgbClr val="8ADCD2"/>
                </a:solidFill>
                <a:latin typeface="Noto Sans Bold"/>
                <a:ea typeface="Noto Sans Bold"/>
                <a:cs typeface="Noto Sans Bold"/>
              </a:defRPr>
            </a:pPr>
            <a:r>
              <a:rPr sz="2025" b="1">
                <a:solidFill>
                  <a:srgbClr val="8ADCD2"/>
                </a:solidFill>
                <a:latin typeface="Noto Sans Bold"/>
                <a:ea typeface="Noto Sans Bold"/>
                <a:cs typeface="Noto Sans Bold"/>
              </a:rPr>
              <a:t>실제 Ollama 실행 화면</a:t>
            </a:r>
          </a:p>
        </p:txBody>
      </p:sp>
      <p:pic>
        <p:nvPicPr>
          <p:cNvPr id="7" name="">
            <a:extLst xmlns:a="http://schemas.openxmlformats.org/drawingml/2006/main">
              <a:ext uri="{FF2B5EF4-FFF2-40B4-BE49-F238E27FC236}">
                <a16:creationId xmlns:a16="http://schemas.microsoft.com/office/drawing/2014/main" id="{AA7AAAC9-DC5E-4A4E-B9DE-93AD7635EF59}"/>
              </a:ext>
            </a:extLst>
          </p:cNvPr>
          <p:cNvPicPr>
            <a:picLocks xmlns:a="http://schemas.openxmlformats.org/drawingml/2006/main" noChangeAspect="1"/>
          </p:cNvPicPr>
          <p:nvPr/>
        </p:nvPicPr>
        <p:blipFill>
          <a:blip xmlns:r="http://schemas.openxmlformats.org/officeDocument/2006/relationships" xmlns:a="http://schemas.openxmlformats.org/drawingml/2006/main" r:embed="R7bbd89e9b8344720"/>
          <a:stretch xmlns:a="http://schemas.openxmlformats.org/drawingml/2006/main"/>
        </p:blipFill>
        <p:spPr>
          <a:xfrm xmlns:a="http://schemas.openxmlformats.org/drawingml/2006/main">
            <a:off x="9525000" y="2857500"/>
            <a:ext cx="7620000" cy="4286250"/>
          </a:xfrm>
          <a:prstGeom xmlns:a="http://schemas.openxmlformats.org/drawingml/2006/main" prst="rect">
            <a:avLst/>
          </a:prstGeom>
        </p:spPr>
      </p:pic>
      <p:sp>
        <p:nvSpPr>
          <p:cNvPr id="8" name="cover-caption">
            <a:extLst xmlns:a="http://schemas.openxmlformats.org/drawingml/2006/main">
              <a:ext uri="{FF2B5EF4-FFF2-40B4-BE49-F238E27FC236}">
                <a16:creationId xmlns:a16="http://schemas.microsoft.com/office/drawing/2014/main" id="{23015C5F-C687-45C6-B058-063FB4B9A5CE}"/>
              </a:ext>
            </a:extLst>
          </p:cNvPr>
          <p:cNvSpPr>
            <a:spLocks xmlns:a="http://schemas.openxmlformats.org/drawingml/2006/main" noGrp="1"/>
          </p:cNvSpPr>
          <p:nvPr/>
        </p:nvSpPr>
        <p:spPr>
          <a:xfrm xmlns:a="http://schemas.openxmlformats.org/drawingml/2006/main">
            <a:off x="9525000" y="7477125"/>
            <a:ext cx="7620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025" b="0">
                <a:solidFill>
                  <a:srgbClr val="D6E1EE"/>
                </a:solidFill>
                <a:latin typeface="Noto Sans Kr"/>
                <a:ea typeface="Noto Sans Kr"/>
                <a:cs typeface="Noto Sans Kr"/>
              </a:defRPr>
            </a:defPPr>
            <a:lvl1pPr algn="l">
              <a:buNone/>
              <a:defRPr sz="2025" b="0">
                <a:solidFill>
                  <a:srgbClr val="D6E1EE"/>
                </a:solidFill>
                <a:latin typeface="Noto Sans Kr"/>
                <a:ea typeface="Noto Sans Kr"/>
                <a:cs typeface="Noto Sans Kr"/>
              </a:defRPr>
            </a:lvl1pPr>
            <a:lvl2pPr algn="l">
              <a:buNone/>
              <a:defRPr sz="2025" b="0">
                <a:solidFill>
                  <a:srgbClr val="D6E1EE"/>
                </a:solidFill>
                <a:latin typeface="Noto Sans Kr"/>
                <a:ea typeface="Noto Sans Kr"/>
                <a:cs typeface="Noto Sans Kr"/>
              </a:defRPr>
            </a:lvl2pPr>
            <a:lvl3pPr algn="l">
              <a:buNone/>
              <a:defRPr sz="2025" b="0">
                <a:solidFill>
                  <a:srgbClr val="D6E1EE"/>
                </a:solidFill>
                <a:latin typeface="Noto Sans Kr"/>
                <a:ea typeface="Noto Sans Kr"/>
                <a:cs typeface="Noto Sans Kr"/>
              </a:defRPr>
            </a:lvl3pPr>
            <a:lvl4pPr algn="l">
              <a:buNone/>
              <a:defRPr sz="2025" b="0">
                <a:solidFill>
                  <a:srgbClr val="D6E1EE"/>
                </a:solidFill>
                <a:latin typeface="Noto Sans Kr"/>
                <a:ea typeface="Noto Sans Kr"/>
                <a:cs typeface="Noto Sans Kr"/>
              </a:defRPr>
            </a:lvl4pPr>
            <a:lvl5pPr algn="l">
              <a:buNone/>
              <a:defRPr sz="2025" b="0">
                <a:solidFill>
                  <a:srgbClr val="D6E1EE"/>
                </a:solidFill>
                <a:latin typeface="Noto Sans Kr"/>
                <a:ea typeface="Noto Sans Kr"/>
                <a:cs typeface="Noto Sans Kr"/>
              </a:defRPr>
            </a:lvl5pPr>
            <a:lvl6pPr algn="l">
              <a:buNone/>
              <a:defRPr sz="2025" b="0">
                <a:solidFill>
                  <a:srgbClr val="D6E1EE"/>
                </a:solidFill>
                <a:latin typeface="Noto Sans Kr"/>
                <a:ea typeface="Noto Sans Kr"/>
                <a:cs typeface="Noto Sans Kr"/>
              </a:defRPr>
            </a:lvl6pPr>
            <a:lvl7pPr algn="l">
              <a:buNone/>
              <a:defRPr sz="2025" b="0">
                <a:solidFill>
                  <a:srgbClr val="D6E1EE"/>
                </a:solidFill>
                <a:latin typeface="Noto Sans Kr"/>
                <a:ea typeface="Noto Sans Kr"/>
                <a:cs typeface="Noto Sans Kr"/>
              </a:defRPr>
            </a:lvl7pPr>
            <a:lvl8pPr algn="l">
              <a:buNone/>
              <a:defRPr sz="2025" b="0">
                <a:solidFill>
                  <a:srgbClr val="D6E1EE"/>
                </a:solidFill>
                <a:latin typeface="Noto Sans Kr"/>
                <a:ea typeface="Noto Sans Kr"/>
                <a:cs typeface="Noto Sans Kr"/>
              </a:defRPr>
            </a:lvl8pPr>
            <a:lvl9pPr algn="l">
              <a:buNone/>
              <a:defRPr sz="2025" b="0">
                <a:solidFill>
                  <a:srgbClr val="D6E1EE"/>
                </a:solidFill>
                <a:latin typeface="Noto Sans Kr"/>
                <a:ea typeface="Noto Sans Kr"/>
                <a:cs typeface="Noto Sans Kr"/>
              </a:defRPr>
            </a:lvl9pPr>
          </a:lstStyle>
          <a:p xmlns:a="http://schemas.openxmlformats.org/drawingml/2006/main">
            <a:pPr algn="l">
              <a:buNone/>
              <a:defRPr sz="2025" b="0">
                <a:solidFill>
                  <a:srgbClr val="D6E1EE"/>
                </a:solidFill>
                <a:latin typeface="Noto Sans Kr"/>
                <a:ea typeface="Noto Sans Kr"/>
                <a:cs typeface="Noto Sans Kr"/>
              </a:defRPr>
            </a:pPr>
            <a:r>
              <a:rPr sz="2025" b="0">
                <a:solidFill>
                  <a:srgbClr val="D6E1EE"/>
                </a:solidFill>
                <a:latin typeface="Noto Sans Kr"/>
                <a:ea typeface="Noto Sans Kr"/>
                <a:cs typeface="Noto Sans Kr"/>
              </a:rPr>
              <a:t>질문에서 조사 근거와 보고서까지</a:t>
            </a:r>
          </a:p>
        </p:txBody>
      </p:sp>
      <p:cxnSp>
        <p:nvCxnSpPr>
          <p:cNvPr id="9" name="cover-rule">
            <a:extLst xmlns:a="http://schemas.openxmlformats.org/drawingml/2006/main">
              <a:ext uri="{FF2B5EF4-FFF2-40B4-BE49-F238E27FC236}">
                <a16:creationId xmlns:a16="http://schemas.microsoft.com/office/drawing/2014/main" id="{C2E015AA-4AAA-43A0-9A47-CF9BCAEF14CE}"/>
              </a:ext>
            </a:extLst>
          </p:cNvPr>
          <p:cNvCxnSpPr/>
          <p:nvPr/>
        </p:nvCxnSpPr>
        <p:spPr>
          <a:xfrm xmlns:a="http://schemas.openxmlformats.org/drawingml/2006/main">
            <a:off x="1143000" y="9620250"/>
            <a:ext cx="16002000" cy="0"/>
          </a:xfrm>
          <a:prstGeom xmlns:a="http://schemas.openxmlformats.org/drawingml/2006/main" prst="straightConnector1">
            <a:avLst/>
          </a:prstGeom>
          <a:ln xmlns:a="http://schemas.openxmlformats.org/drawingml/2006/main" w="28575">
            <a:solidFill>
              <a:srgbClr val="385068"/>
            </a:solidFill>
          </a:ln>
        </p:spPr>
      </p:cxnSp>
    </p:spTree>
    <p:extLst>
      <p:ext uri="{BB962C8B-B14F-4D97-AF65-F5344CB8AC3E}">
        <p14:creationId xmlns:p14="http://schemas.microsoft.com/office/powerpoint/2010/main" val="2025309462"/>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0C55A08-8C94-49AB-9A7B-26FB6BEEDE5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문제와 개선 전후</a:t>
            </a:r>
          </a:p>
        </p:txBody>
      </p:sp>
      <p:sp>
        <p:nvSpPr>
          <p:cNvPr id="2" name="page-number">
            <a:extLst xmlns:a="http://schemas.openxmlformats.org/drawingml/2006/main">
              <a:ext uri="{FF2B5EF4-FFF2-40B4-BE49-F238E27FC236}">
                <a16:creationId xmlns:a16="http://schemas.microsoft.com/office/drawing/2014/main" id="{AD15BFE0-72BA-4D24-9BEF-790ED6EC6F65}"/>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02 / 12</a:t>
            </a:r>
          </a:p>
        </p:txBody>
      </p:sp>
      <p:sp>
        <p:nvSpPr>
          <p:cNvPr id="3" name="slide-title">
            <a:extLst xmlns:a="http://schemas.openxmlformats.org/drawingml/2006/main">
              <a:ext uri="{FF2B5EF4-FFF2-40B4-BE49-F238E27FC236}">
                <a16:creationId xmlns:a16="http://schemas.microsoft.com/office/drawing/2014/main" id="{66BC7D28-3E11-4EAE-860D-C2F3097D6F6B}"/>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이번에 바꾼 세 가지 흐름</a:t>
            </a:r>
          </a:p>
        </p:txBody>
      </p:sp>
      <p:sp>
        <p:nvSpPr>
          <p:cNvPr id="4" name="slide-subtitle">
            <a:extLst xmlns:a="http://schemas.openxmlformats.org/drawingml/2006/main">
              <a:ext uri="{FF2B5EF4-FFF2-40B4-BE49-F238E27FC236}">
                <a16:creationId xmlns:a16="http://schemas.microsoft.com/office/drawing/2014/main" id="{25299185-174B-445A-A9E8-C71D31F36A2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기존 동작과 이번 변경을 세 가지 흐름으로 비교합니다.</a:t>
            </a:r>
          </a:p>
        </p:txBody>
      </p:sp>
      <p:sp>
        <p:nvSpPr>
          <p:cNvPr id="5" name="scope-note">
            <a:extLst xmlns:a="http://schemas.openxmlformats.org/drawingml/2006/main">
              <a:ext uri="{FF2B5EF4-FFF2-40B4-BE49-F238E27FC236}">
                <a16:creationId xmlns:a16="http://schemas.microsoft.com/office/drawing/2014/main" id="{5288473C-36A5-423B-849D-15ECE173AC38}"/>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입력 검사·대상 확인·비용 통제는 보조 개선으로 정리</a:t>
            </a:r>
          </a:p>
        </p:txBody>
      </p:sp>
      <p:cxnSp>
        <p:nvCxnSpPr>
          <p:cNvPr id="6" name="footer-rule">
            <a:extLst xmlns:a="http://schemas.openxmlformats.org/drawingml/2006/main">
              <a:ext uri="{FF2B5EF4-FFF2-40B4-BE49-F238E27FC236}">
                <a16:creationId xmlns:a16="http://schemas.microsoft.com/office/drawing/2014/main" id="{80CB5695-DC11-4A3A-91C7-5273EEA5CC73}"/>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456C7039-F2A4-4C7A-8888-55BBA331849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72A6ADF0-BE53-429D-AB5D-4F0615C37385}"/>
              </a:ext>
            </a:extLst>
          </p:cNvPr>
          <p:cNvGraphicFramePr/>
          <p:nvPr/>
        </p:nvGraphicFramePr>
        <p:xfrm>
          <a:off xmlns:a="http://schemas.openxmlformats.org/drawingml/2006/main" x="1143000" y="3619500"/>
          <a:ext xmlns:a="http://schemas.openxmlformats.org/drawingml/2006/main" cx="16002000" cy="411480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143000">
                <a:tc>
                  <a:txBody>
                    <a:bodyPr/>
                    <a:lstStyle/>
                    <a:p>
                      <a:r>
                        <a:rPr sz="2700">
                          <a:solidFill>
                            <a:srgbClr val="122C46"/>
                          </a:solidFill>
                          <a:latin typeface="Noto Sans Kr"/>
                          <a:ea typeface="Noto Sans Kr"/>
                          <a:cs typeface="Noto Sans Kr"/>
                        </a:rPr>
                        <a:t>초기 경고를 원인으로 연결</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추가 관측으로 경쟁 가설 비교</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143000">
                <a:tc>
                  <a:txBody>
                    <a:bodyPr/>
                    <a:lstStyle/>
                    <a:p>
                      <a:r>
                        <a:rPr sz="2700">
                          <a:solidFill>
                            <a:srgbClr val="122C46"/>
                          </a:solidFill>
                          <a:latin typeface="Noto Sans Kr"/>
                          <a:ea typeface="Noto Sans Kr"/>
                          <a:cs typeface="Noto Sans Kr"/>
                        </a:rPr>
                        <a:t>길이·번호 중심 답변 검사</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수치·출처·조치 조건 검증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143000">
                <a:tc>
                  <a:txBody>
                    <a:bodyPr/>
                    <a:lstStyle/>
                    <a:p>
                      <a:r>
                        <a:rPr sz="2700">
                          <a:solidFill>
                            <a:srgbClr val="122C46"/>
                          </a:solidFill>
                          <a:latin typeface="Noto Sans Kr"/>
                          <a:ea typeface="Noto Sans Kr"/>
                          <a:cs typeface="Noto Sans Kr"/>
                        </a:rPr>
                        <a:t>최종 답변 위주 결과 표시</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조사 이유·판단 변화 기록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improvement-message">
            <a:extLst xmlns:a="http://schemas.openxmlformats.org/drawingml/2006/main">
              <a:ext uri="{FF2B5EF4-FFF2-40B4-BE49-F238E27FC236}">
                <a16:creationId xmlns:a16="http://schemas.microsoft.com/office/drawing/2014/main" id="{A498C95C-6227-4D84-9EAA-8E1731B9675C}"/>
              </a:ext>
            </a:extLst>
          </p:cNvPr>
          <p:cNvSpPr>
            <a:spLocks xmlns:a="http://schemas.openxmlformats.org/drawingml/2006/main" noGrp="1"/>
          </p:cNvSpPr>
          <p:nvPr/>
        </p:nvSpPr>
        <p:spPr>
          <a:xfrm xmlns:a="http://schemas.openxmlformats.org/drawingml/2006/main">
            <a:off x="1143000" y="81438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판단 과정과 보고서 근거를 확인할 수 있게 개선</a:t>
            </a:r>
          </a:p>
        </p:txBody>
      </p:sp>
    </p:spTree>
    <p:extLst>
      <p:ext uri="{BB962C8B-B14F-4D97-AF65-F5344CB8AC3E}">
        <p14:creationId xmlns:p14="http://schemas.microsoft.com/office/powerpoint/2010/main" val="30926151"/>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28" name="section-label">
            <a:extLst xmlns:a="http://schemas.openxmlformats.org/drawingml/2006/main">
              <a:ext uri="{FF2B5EF4-FFF2-40B4-BE49-F238E27FC236}">
                <a16:creationId xmlns:a16="http://schemas.microsoft.com/office/drawing/2014/main" id="{FBFFF3F4-435E-4A5A-94AF-D4A1C259B64D}"/>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buNone/>
              <a:defRPr sz="1950" b="1">
                <a:solidFill>
                  <a:srgbClr val="2B5BEB"/>
                </a:solidFill>
                <a:latin typeface="Noto Sans Bold"/>
                <a:ea typeface="Noto Sans Bold"/>
                <a:cs typeface="Noto Sans Bold"/>
              </a:defRPr>
            </a:lvl1pPr>
            <a:lvl2pPr algn="l">
              <a:buNone/>
              <a:defRPr sz="1950" b="1">
                <a:solidFill>
                  <a:srgbClr val="2B5BEB"/>
                </a:solidFill>
                <a:latin typeface="Noto Sans Bold"/>
                <a:ea typeface="Noto Sans Bold"/>
                <a:cs typeface="Noto Sans Bold"/>
              </a:defRPr>
            </a:lvl2pPr>
            <a:lvl3pPr algn="l">
              <a:buNone/>
              <a:defRPr sz="1950" b="1">
                <a:solidFill>
                  <a:srgbClr val="2B5BEB"/>
                </a:solidFill>
                <a:latin typeface="Noto Sans Bold"/>
                <a:ea typeface="Noto Sans Bold"/>
                <a:cs typeface="Noto Sans Bold"/>
              </a:defRPr>
            </a:lvl3pPr>
            <a:lvl4pPr algn="l">
              <a:buNone/>
              <a:defRPr sz="1950" b="1">
                <a:solidFill>
                  <a:srgbClr val="2B5BEB"/>
                </a:solidFill>
                <a:latin typeface="Noto Sans Bold"/>
                <a:ea typeface="Noto Sans Bold"/>
                <a:cs typeface="Noto Sans Bold"/>
              </a:defRPr>
            </a:lvl4pPr>
            <a:lvl5pPr algn="l">
              <a:buNone/>
              <a:defRPr sz="1950" b="1">
                <a:solidFill>
                  <a:srgbClr val="2B5BEB"/>
                </a:solidFill>
                <a:latin typeface="Noto Sans Bold"/>
                <a:ea typeface="Noto Sans Bold"/>
                <a:cs typeface="Noto Sans Bold"/>
              </a:defRPr>
            </a:lvl5pPr>
            <a:lvl6pPr algn="l">
              <a:buNone/>
              <a:defRPr sz="1950" b="1">
                <a:solidFill>
                  <a:srgbClr val="2B5BEB"/>
                </a:solidFill>
                <a:latin typeface="Noto Sans Bold"/>
                <a:ea typeface="Noto Sans Bold"/>
                <a:cs typeface="Noto Sans Bold"/>
              </a:defRPr>
            </a:lvl6pPr>
            <a:lvl7pPr algn="l">
              <a:buNone/>
              <a:defRPr sz="1950" b="1">
                <a:solidFill>
                  <a:srgbClr val="2B5BEB"/>
                </a:solidFill>
                <a:latin typeface="Noto Sans Bold"/>
                <a:ea typeface="Noto Sans Bold"/>
                <a:cs typeface="Noto Sans Bold"/>
              </a:defRPr>
            </a:lvl7pPr>
            <a:lvl8pPr algn="l">
              <a:buNone/>
              <a:defRPr sz="1950" b="1">
                <a:solidFill>
                  <a:srgbClr val="2B5BEB"/>
                </a:solidFill>
                <a:latin typeface="Noto Sans Bold"/>
                <a:ea typeface="Noto Sans Bold"/>
                <a:cs typeface="Noto Sans Bold"/>
              </a:defRPr>
            </a:lvl8pPr>
            <a:lvl9pPr algn="l">
              <a:buNone/>
              <a:defRPr sz="1950" b="1">
                <a:solidFill>
                  <a:srgbClr val="2B5BEB"/>
                </a:solidFill>
                <a:latin typeface="Noto Sans Bold"/>
                <a:ea typeface="Noto Sans Bold"/>
                <a:cs typeface="Noto Sans Bold"/>
              </a:defRPr>
            </a:lvl9pPr>
          </a:lstStyle>
          <a:p xmlns:a="http://schemas.openxmlformats.org/drawingml/2006/main">
            <a:pPr algn="l">
              <a:buNone/>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기능의 연결 위치</a:t>
            </a:r>
          </a:p>
        </p:txBody>
      </p:sp>
      <p:sp>
        <p:nvSpPr>
          <p:cNvPr id="2" name="page-number">
            <a:extLst xmlns:a="http://schemas.openxmlformats.org/drawingml/2006/main">
              <a:ext uri="{FF2B5EF4-FFF2-40B4-BE49-F238E27FC236}">
                <a16:creationId xmlns:a16="http://schemas.microsoft.com/office/drawing/2014/main" id="{2A42092E-BFE0-41BE-9765-DFE9BC023E86}"/>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buNone/>
              <a:defRPr sz="1950" b="0">
                <a:solidFill>
                  <a:srgbClr val="566A80"/>
                </a:solidFill>
                <a:latin typeface="Noto Sans Kr"/>
                <a:ea typeface="Noto Sans Kr"/>
                <a:cs typeface="Noto Sans Kr"/>
              </a:defRPr>
            </a:lvl1pPr>
            <a:lvl2pPr algn="r">
              <a:buNone/>
              <a:defRPr sz="1950" b="0">
                <a:solidFill>
                  <a:srgbClr val="566A80"/>
                </a:solidFill>
                <a:latin typeface="Noto Sans Kr"/>
                <a:ea typeface="Noto Sans Kr"/>
                <a:cs typeface="Noto Sans Kr"/>
              </a:defRPr>
            </a:lvl2pPr>
            <a:lvl3pPr algn="r">
              <a:buNone/>
              <a:defRPr sz="1950" b="0">
                <a:solidFill>
                  <a:srgbClr val="566A80"/>
                </a:solidFill>
                <a:latin typeface="Noto Sans Kr"/>
                <a:ea typeface="Noto Sans Kr"/>
                <a:cs typeface="Noto Sans Kr"/>
              </a:defRPr>
            </a:lvl3pPr>
            <a:lvl4pPr algn="r">
              <a:buNone/>
              <a:defRPr sz="1950" b="0">
                <a:solidFill>
                  <a:srgbClr val="566A80"/>
                </a:solidFill>
                <a:latin typeface="Noto Sans Kr"/>
                <a:ea typeface="Noto Sans Kr"/>
                <a:cs typeface="Noto Sans Kr"/>
              </a:defRPr>
            </a:lvl4pPr>
            <a:lvl5pPr algn="r">
              <a:buNone/>
              <a:defRPr sz="1950" b="0">
                <a:solidFill>
                  <a:srgbClr val="566A80"/>
                </a:solidFill>
                <a:latin typeface="Noto Sans Kr"/>
                <a:ea typeface="Noto Sans Kr"/>
                <a:cs typeface="Noto Sans Kr"/>
              </a:defRPr>
            </a:lvl5pPr>
            <a:lvl6pPr algn="r">
              <a:buNone/>
              <a:defRPr sz="1950" b="0">
                <a:solidFill>
                  <a:srgbClr val="566A80"/>
                </a:solidFill>
                <a:latin typeface="Noto Sans Kr"/>
                <a:ea typeface="Noto Sans Kr"/>
                <a:cs typeface="Noto Sans Kr"/>
              </a:defRPr>
            </a:lvl6pPr>
            <a:lvl7pPr algn="r">
              <a:buNone/>
              <a:defRPr sz="1950" b="0">
                <a:solidFill>
                  <a:srgbClr val="566A80"/>
                </a:solidFill>
                <a:latin typeface="Noto Sans Kr"/>
                <a:ea typeface="Noto Sans Kr"/>
                <a:cs typeface="Noto Sans Kr"/>
              </a:defRPr>
            </a:lvl7pPr>
            <a:lvl8pPr algn="r">
              <a:buNone/>
              <a:defRPr sz="1950" b="0">
                <a:solidFill>
                  <a:srgbClr val="566A80"/>
                </a:solidFill>
                <a:latin typeface="Noto Sans Kr"/>
                <a:ea typeface="Noto Sans Kr"/>
                <a:cs typeface="Noto Sans Kr"/>
              </a:defRPr>
            </a:lvl8pPr>
            <a:lvl9pPr algn="r">
              <a:buNone/>
              <a:defRPr sz="1950" b="0">
                <a:solidFill>
                  <a:srgbClr val="566A80"/>
                </a:solidFill>
                <a:latin typeface="Noto Sans Kr"/>
                <a:ea typeface="Noto Sans Kr"/>
                <a:cs typeface="Noto Sans Kr"/>
              </a:defRPr>
            </a:lvl9pPr>
          </a:lstStyle>
          <a:p xmlns:a="http://schemas.openxmlformats.org/drawingml/2006/main">
            <a:pPr algn="r">
              <a:buNone/>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03 / 12</a:t>
            </a:r>
          </a:p>
        </p:txBody>
      </p:sp>
      <p:sp>
        <p:nvSpPr>
          <p:cNvPr id="3" name="slide-title">
            <a:extLst xmlns:a="http://schemas.openxmlformats.org/drawingml/2006/main">
              <a:ext uri="{FF2B5EF4-FFF2-40B4-BE49-F238E27FC236}">
                <a16:creationId xmlns:a16="http://schemas.microsoft.com/office/drawing/2014/main" id="{AA21CA17-1295-4583-855B-317ADE0BDB22}"/>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buNone/>
              <a:defRPr sz="5100" b="1">
                <a:solidFill>
                  <a:srgbClr val="122C46"/>
                </a:solidFill>
                <a:latin typeface="Noto Sans Bold"/>
                <a:ea typeface="Noto Sans Bold"/>
                <a:cs typeface="Noto Sans Bold"/>
              </a:defRPr>
            </a:lvl1pPr>
            <a:lvl2pPr algn="l">
              <a:buNone/>
              <a:defRPr sz="5100" b="1">
                <a:solidFill>
                  <a:srgbClr val="122C46"/>
                </a:solidFill>
                <a:latin typeface="Noto Sans Bold"/>
                <a:ea typeface="Noto Sans Bold"/>
                <a:cs typeface="Noto Sans Bold"/>
              </a:defRPr>
            </a:lvl2pPr>
            <a:lvl3pPr algn="l">
              <a:buNone/>
              <a:defRPr sz="5100" b="1">
                <a:solidFill>
                  <a:srgbClr val="122C46"/>
                </a:solidFill>
                <a:latin typeface="Noto Sans Bold"/>
                <a:ea typeface="Noto Sans Bold"/>
                <a:cs typeface="Noto Sans Bold"/>
              </a:defRPr>
            </a:lvl3pPr>
            <a:lvl4pPr algn="l">
              <a:buNone/>
              <a:defRPr sz="5100" b="1">
                <a:solidFill>
                  <a:srgbClr val="122C46"/>
                </a:solidFill>
                <a:latin typeface="Noto Sans Bold"/>
                <a:ea typeface="Noto Sans Bold"/>
                <a:cs typeface="Noto Sans Bold"/>
              </a:defRPr>
            </a:lvl4pPr>
            <a:lvl5pPr algn="l">
              <a:buNone/>
              <a:defRPr sz="5100" b="1">
                <a:solidFill>
                  <a:srgbClr val="122C46"/>
                </a:solidFill>
                <a:latin typeface="Noto Sans Bold"/>
                <a:ea typeface="Noto Sans Bold"/>
                <a:cs typeface="Noto Sans Bold"/>
              </a:defRPr>
            </a:lvl5pPr>
            <a:lvl6pPr algn="l">
              <a:buNone/>
              <a:defRPr sz="5100" b="1">
                <a:solidFill>
                  <a:srgbClr val="122C46"/>
                </a:solidFill>
                <a:latin typeface="Noto Sans Bold"/>
                <a:ea typeface="Noto Sans Bold"/>
                <a:cs typeface="Noto Sans Bold"/>
              </a:defRPr>
            </a:lvl6pPr>
            <a:lvl7pPr algn="l">
              <a:buNone/>
              <a:defRPr sz="5100" b="1">
                <a:solidFill>
                  <a:srgbClr val="122C46"/>
                </a:solidFill>
                <a:latin typeface="Noto Sans Bold"/>
                <a:ea typeface="Noto Sans Bold"/>
                <a:cs typeface="Noto Sans Bold"/>
              </a:defRPr>
            </a:lvl7pPr>
            <a:lvl8pPr algn="l">
              <a:buNone/>
              <a:defRPr sz="5100" b="1">
                <a:solidFill>
                  <a:srgbClr val="122C46"/>
                </a:solidFill>
                <a:latin typeface="Noto Sans Bold"/>
                <a:ea typeface="Noto Sans Bold"/>
                <a:cs typeface="Noto Sans Bold"/>
              </a:defRPr>
            </a:lvl8pPr>
            <a:lvl9pPr algn="l">
              <a:buNone/>
              <a:defRPr sz="5100" b="1">
                <a:solidFill>
                  <a:srgbClr val="122C46"/>
                </a:solidFill>
                <a:latin typeface="Noto Sans Bold"/>
                <a:ea typeface="Noto Sans Bold"/>
                <a:cs typeface="Noto Sans Bold"/>
              </a:defRPr>
            </a:lvl9pPr>
          </a:lstStyle>
          <a:p xmlns:a="http://schemas.openxmlformats.org/drawingml/2006/main">
            <a:pPr algn="l">
              <a:buNone/>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개선 기능을 연결한 전체 구조</a:t>
            </a:r>
          </a:p>
        </p:txBody>
      </p:sp>
      <p:sp>
        <p:nvSpPr>
          <p:cNvPr id="4" name="slide-subtitle">
            <a:extLst xmlns:a="http://schemas.openxmlformats.org/drawingml/2006/main">
              <a:ext uri="{FF2B5EF4-FFF2-40B4-BE49-F238E27FC236}">
                <a16:creationId xmlns:a16="http://schemas.microsoft.com/office/drawing/2014/main" id="{EA9AAEB2-A7DD-44BF-AEE1-C30B91A44C99}"/>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buNone/>
              <a:defRPr sz="2400" b="0">
                <a:solidFill>
                  <a:srgbClr val="566A80"/>
                </a:solidFill>
                <a:latin typeface="Noto Sans Kr"/>
                <a:ea typeface="Noto Sans Kr"/>
                <a:cs typeface="Noto Sans Kr"/>
              </a:defRPr>
            </a:lvl1pPr>
            <a:lvl2pPr algn="l">
              <a:buNone/>
              <a:defRPr sz="2400" b="0">
                <a:solidFill>
                  <a:srgbClr val="566A80"/>
                </a:solidFill>
                <a:latin typeface="Noto Sans Kr"/>
                <a:ea typeface="Noto Sans Kr"/>
                <a:cs typeface="Noto Sans Kr"/>
              </a:defRPr>
            </a:lvl2pPr>
            <a:lvl3pPr algn="l">
              <a:buNone/>
              <a:defRPr sz="2400" b="0">
                <a:solidFill>
                  <a:srgbClr val="566A80"/>
                </a:solidFill>
                <a:latin typeface="Noto Sans Kr"/>
                <a:ea typeface="Noto Sans Kr"/>
                <a:cs typeface="Noto Sans Kr"/>
              </a:defRPr>
            </a:lvl3pPr>
            <a:lvl4pPr algn="l">
              <a:buNone/>
              <a:defRPr sz="2400" b="0">
                <a:solidFill>
                  <a:srgbClr val="566A80"/>
                </a:solidFill>
                <a:latin typeface="Noto Sans Kr"/>
                <a:ea typeface="Noto Sans Kr"/>
                <a:cs typeface="Noto Sans Kr"/>
              </a:defRPr>
            </a:lvl4pPr>
            <a:lvl5pPr algn="l">
              <a:buNone/>
              <a:defRPr sz="2400" b="0">
                <a:solidFill>
                  <a:srgbClr val="566A80"/>
                </a:solidFill>
                <a:latin typeface="Noto Sans Kr"/>
                <a:ea typeface="Noto Sans Kr"/>
                <a:cs typeface="Noto Sans Kr"/>
              </a:defRPr>
            </a:lvl5pPr>
            <a:lvl6pPr algn="l">
              <a:buNone/>
              <a:defRPr sz="2400" b="0">
                <a:solidFill>
                  <a:srgbClr val="566A80"/>
                </a:solidFill>
                <a:latin typeface="Noto Sans Kr"/>
                <a:ea typeface="Noto Sans Kr"/>
                <a:cs typeface="Noto Sans Kr"/>
              </a:defRPr>
            </a:lvl6pPr>
            <a:lvl7pPr algn="l">
              <a:buNone/>
              <a:defRPr sz="2400" b="0">
                <a:solidFill>
                  <a:srgbClr val="566A80"/>
                </a:solidFill>
                <a:latin typeface="Noto Sans Kr"/>
                <a:ea typeface="Noto Sans Kr"/>
                <a:cs typeface="Noto Sans Kr"/>
              </a:defRPr>
            </a:lvl7pPr>
            <a:lvl8pPr algn="l">
              <a:buNone/>
              <a:defRPr sz="2400" b="0">
                <a:solidFill>
                  <a:srgbClr val="566A80"/>
                </a:solidFill>
                <a:latin typeface="Noto Sans Kr"/>
                <a:ea typeface="Noto Sans Kr"/>
                <a:cs typeface="Noto Sans Kr"/>
              </a:defRPr>
            </a:lvl8pPr>
            <a:lvl9pPr algn="l">
              <a:buNone/>
              <a:defRPr sz="2400" b="0">
                <a:solidFill>
                  <a:srgbClr val="566A80"/>
                </a:solidFill>
                <a:latin typeface="Noto Sans Kr"/>
                <a:ea typeface="Noto Sans Kr"/>
                <a:cs typeface="Noto Sans Kr"/>
              </a:defRPr>
            </a:lvl9pPr>
          </a:lstStyle>
          <a:p xmlns:a="http://schemas.openxmlformats.org/drawingml/2006/main">
            <a:pPr algn="l">
              <a:buNone/>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중앙의 조사·검증과 화면·관측·평가 연결을 개선했습니다.</a:t>
            </a:r>
          </a:p>
        </p:txBody>
      </p:sp>
      <p:sp>
        <p:nvSpPr>
          <p:cNvPr id="5" name="scope-note">
            <a:extLst xmlns:a="http://schemas.openxmlformats.org/drawingml/2006/main">
              <a:ext uri="{FF2B5EF4-FFF2-40B4-BE49-F238E27FC236}">
                <a16:creationId xmlns:a16="http://schemas.microsoft.com/office/drawing/2014/main" id="{1B6BB165-A58D-4586-8347-7747AE098F1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buNone/>
              <a:defRPr sz="1800" b="0">
                <a:solidFill>
                  <a:srgbClr val="566A80"/>
                </a:solidFill>
                <a:latin typeface="Noto Sans Kr"/>
                <a:ea typeface="Noto Sans Kr"/>
                <a:cs typeface="Noto Sans Kr"/>
              </a:defRPr>
            </a:lvl1pPr>
            <a:lvl2pPr algn="l">
              <a:buNone/>
              <a:defRPr sz="1800" b="0">
                <a:solidFill>
                  <a:srgbClr val="566A80"/>
                </a:solidFill>
                <a:latin typeface="Noto Sans Kr"/>
                <a:ea typeface="Noto Sans Kr"/>
                <a:cs typeface="Noto Sans Kr"/>
              </a:defRPr>
            </a:lvl2pPr>
            <a:lvl3pPr algn="l">
              <a:buNone/>
              <a:defRPr sz="1800" b="0">
                <a:solidFill>
                  <a:srgbClr val="566A80"/>
                </a:solidFill>
                <a:latin typeface="Noto Sans Kr"/>
                <a:ea typeface="Noto Sans Kr"/>
                <a:cs typeface="Noto Sans Kr"/>
              </a:defRPr>
            </a:lvl3pPr>
            <a:lvl4pPr algn="l">
              <a:buNone/>
              <a:defRPr sz="1800" b="0">
                <a:solidFill>
                  <a:srgbClr val="566A80"/>
                </a:solidFill>
                <a:latin typeface="Noto Sans Kr"/>
                <a:ea typeface="Noto Sans Kr"/>
                <a:cs typeface="Noto Sans Kr"/>
              </a:defRPr>
            </a:lvl4pPr>
            <a:lvl5pPr algn="l">
              <a:buNone/>
              <a:defRPr sz="1800" b="0">
                <a:solidFill>
                  <a:srgbClr val="566A80"/>
                </a:solidFill>
                <a:latin typeface="Noto Sans Kr"/>
                <a:ea typeface="Noto Sans Kr"/>
                <a:cs typeface="Noto Sans Kr"/>
              </a:defRPr>
            </a:lvl5pPr>
            <a:lvl6pPr algn="l">
              <a:buNone/>
              <a:defRPr sz="1800" b="0">
                <a:solidFill>
                  <a:srgbClr val="566A80"/>
                </a:solidFill>
                <a:latin typeface="Noto Sans Kr"/>
                <a:ea typeface="Noto Sans Kr"/>
                <a:cs typeface="Noto Sans Kr"/>
              </a:defRPr>
            </a:lvl6pPr>
            <a:lvl7pPr algn="l">
              <a:buNone/>
              <a:defRPr sz="1800" b="0">
                <a:solidFill>
                  <a:srgbClr val="566A80"/>
                </a:solidFill>
                <a:latin typeface="Noto Sans Kr"/>
                <a:ea typeface="Noto Sans Kr"/>
                <a:cs typeface="Noto Sans Kr"/>
              </a:defRPr>
            </a:lvl7pPr>
            <a:lvl8pPr algn="l">
              <a:buNone/>
              <a:defRPr sz="1800" b="0">
                <a:solidFill>
                  <a:srgbClr val="566A80"/>
                </a:solidFill>
                <a:latin typeface="Noto Sans Kr"/>
                <a:ea typeface="Noto Sans Kr"/>
                <a:cs typeface="Noto Sans Kr"/>
              </a:defRPr>
            </a:lvl8pPr>
            <a:lvl9pPr algn="l">
              <a:buNone/>
              <a:defRPr sz="1800" b="0">
                <a:solidFill>
                  <a:srgbClr val="566A80"/>
                </a:solidFill>
                <a:latin typeface="Noto Sans Kr"/>
                <a:ea typeface="Noto Sans Kr"/>
                <a:cs typeface="Noto Sans Kr"/>
              </a:defRPr>
            </a:lvl9pPr>
          </a:lstStyle>
          <a:p xmlns:a="http://schemas.openxmlformats.org/drawingml/2006/main">
            <a:pPr algn="l">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개선한 연결: 조사·검증 반복, 판단 이력, 추가 관측·검색·평가 기록</a:t>
            </a:r>
          </a:p>
        </p:txBody>
      </p:sp>
      <p:cxnSp>
        <p:nvCxnSpPr>
          <p:cNvPr id="6" name="footer-rule">
            <a:extLst xmlns:a="http://schemas.openxmlformats.org/drawingml/2006/main">
              <a:ext uri="{FF2B5EF4-FFF2-40B4-BE49-F238E27FC236}">
                <a16:creationId xmlns:a16="http://schemas.microsoft.com/office/drawing/2014/main" id="{19714E56-98A8-4954-ABAF-1D4BC7C2F12C}"/>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28575">
            <a:solidFill>
              <a:srgbClr val="DDE5EE"/>
            </a:solidFill>
          </a:ln>
        </p:spPr>
      </p:cxnSp>
      <p:sp>
        <p:nvSpPr>
          <p:cNvPr id="7" name="footer">
            <a:extLst xmlns:a="http://schemas.openxmlformats.org/drawingml/2006/main">
              <a:ext uri="{FF2B5EF4-FFF2-40B4-BE49-F238E27FC236}">
                <a16:creationId xmlns:a16="http://schemas.microsoft.com/office/drawing/2014/main" id="{9E71FA80-2858-4AD6-BB19-7588A5D4D05E}"/>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buNone/>
              <a:defRPr sz="1650" b="0">
                <a:solidFill>
                  <a:srgbClr val="566A80"/>
                </a:solidFill>
                <a:latin typeface="Noto Sans Kr"/>
                <a:ea typeface="Noto Sans Kr"/>
                <a:cs typeface="Noto Sans Kr"/>
              </a:defRPr>
            </a:lvl1pPr>
            <a:lvl2pPr algn="l">
              <a:buNone/>
              <a:defRPr sz="1650" b="0">
                <a:solidFill>
                  <a:srgbClr val="566A80"/>
                </a:solidFill>
                <a:latin typeface="Noto Sans Kr"/>
                <a:ea typeface="Noto Sans Kr"/>
                <a:cs typeface="Noto Sans Kr"/>
              </a:defRPr>
            </a:lvl2pPr>
            <a:lvl3pPr algn="l">
              <a:buNone/>
              <a:defRPr sz="1650" b="0">
                <a:solidFill>
                  <a:srgbClr val="566A80"/>
                </a:solidFill>
                <a:latin typeface="Noto Sans Kr"/>
                <a:ea typeface="Noto Sans Kr"/>
                <a:cs typeface="Noto Sans Kr"/>
              </a:defRPr>
            </a:lvl3pPr>
            <a:lvl4pPr algn="l">
              <a:buNone/>
              <a:defRPr sz="1650" b="0">
                <a:solidFill>
                  <a:srgbClr val="566A80"/>
                </a:solidFill>
                <a:latin typeface="Noto Sans Kr"/>
                <a:ea typeface="Noto Sans Kr"/>
                <a:cs typeface="Noto Sans Kr"/>
              </a:defRPr>
            </a:lvl4pPr>
            <a:lvl5pPr algn="l">
              <a:buNone/>
              <a:defRPr sz="1650" b="0">
                <a:solidFill>
                  <a:srgbClr val="566A80"/>
                </a:solidFill>
                <a:latin typeface="Noto Sans Kr"/>
                <a:ea typeface="Noto Sans Kr"/>
                <a:cs typeface="Noto Sans Kr"/>
              </a:defRPr>
            </a:lvl5pPr>
            <a:lvl6pPr algn="l">
              <a:buNone/>
              <a:defRPr sz="1650" b="0">
                <a:solidFill>
                  <a:srgbClr val="566A80"/>
                </a:solidFill>
                <a:latin typeface="Noto Sans Kr"/>
                <a:ea typeface="Noto Sans Kr"/>
                <a:cs typeface="Noto Sans Kr"/>
              </a:defRPr>
            </a:lvl6pPr>
            <a:lvl7pPr algn="l">
              <a:buNone/>
              <a:defRPr sz="1650" b="0">
                <a:solidFill>
                  <a:srgbClr val="566A80"/>
                </a:solidFill>
                <a:latin typeface="Noto Sans Kr"/>
                <a:ea typeface="Noto Sans Kr"/>
                <a:cs typeface="Noto Sans Kr"/>
              </a:defRPr>
            </a:lvl7pPr>
            <a:lvl8pPr algn="l">
              <a:buNone/>
              <a:defRPr sz="1650" b="0">
                <a:solidFill>
                  <a:srgbClr val="566A80"/>
                </a:solidFill>
                <a:latin typeface="Noto Sans Kr"/>
                <a:ea typeface="Noto Sans Kr"/>
                <a:cs typeface="Noto Sans Kr"/>
              </a:defRPr>
            </a:lvl8pPr>
            <a:lvl9pPr algn="l">
              <a:buNone/>
              <a:defRPr sz="1650" b="0">
                <a:solidFill>
                  <a:srgbClr val="566A80"/>
                </a:solidFill>
                <a:latin typeface="Noto Sans Kr"/>
                <a:ea typeface="Noto Sans Kr"/>
                <a:cs typeface="Noto Sans Kr"/>
              </a:defRPr>
            </a:lvl9pPr>
          </a:lstStyle>
          <a:p xmlns:a="http://schemas.openxmlformats.org/drawingml/2006/main">
            <a:pPr algn="l">
              <a:buNone/>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cxnSp>
        <p:nvCxnSpPr>
          <p:cNvPr id="8" name="architecture-link">
            <a:extLst xmlns:a="http://schemas.openxmlformats.org/drawingml/2006/main">
              <a:ext uri="{FF2B5EF4-FFF2-40B4-BE49-F238E27FC236}">
                <a16:creationId xmlns:a16="http://schemas.microsoft.com/office/drawing/2014/main" id="{1B017F22-9872-472D-BCAC-F4360437674E}"/>
              </a:ext>
            </a:extLst>
          </p:cNvPr>
          <p:cNvCxnSpPr/>
          <p:nvPr/>
        </p:nvCxnSpPr>
        <p:spPr>
          <a:xfrm xmlns:a="http://schemas.openxmlformats.org/drawingml/2006/main">
            <a:off x="4572000" y="5286375"/>
            <a:ext cx="1619250" cy="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9" name="architecture-link">
            <a:extLst xmlns:a="http://schemas.openxmlformats.org/drawingml/2006/main">
              <a:ext uri="{FF2B5EF4-FFF2-40B4-BE49-F238E27FC236}">
                <a16:creationId xmlns:a16="http://schemas.microsoft.com/office/drawing/2014/main" id="{95C3C867-7675-4290-8D99-5A0132DD4D13}"/>
              </a:ext>
            </a:extLst>
          </p:cNvPr>
          <p:cNvCxnSpPr/>
          <p:nvPr/>
        </p:nvCxnSpPr>
        <p:spPr>
          <a:xfrm xmlns:a="http://schemas.openxmlformats.org/drawingml/2006/main">
            <a:off x="4572000" y="5953125"/>
            <a:ext cx="1619250" cy="0"/>
          </a:xfrm>
          <a:prstGeom xmlns:a="http://schemas.openxmlformats.org/drawingml/2006/main" prst="straightConnector1">
            <a:avLst/>
          </a:prstGeom>
          <a:ln xmlns:a="http://schemas.openxmlformats.org/drawingml/2006/main" w="28575">
            <a:solidFill>
              <a:srgbClr val="2B5BEB"/>
            </a:solidFill>
            <a:headEnd type="triangle" w="med" len="med"/>
          </a:ln>
        </p:spPr>
      </p:cxnSp>
      <p:sp>
        <p:nvSpPr>
          <p:cNvPr id="10" name="http-label">
            <a:extLst xmlns:a="http://schemas.openxmlformats.org/drawingml/2006/main">
              <a:ext uri="{FF2B5EF4-FFF2-40B4-BE49-F238E27FC236}">
                <a16:creationId xmlns:a16="http://schemas.microsoft.com/office/drawing/2014/main" id="{FDDBA362-6185-47FF-B4F5-ADCE5FA8C2EE}"/>
              </a:ext>
            </a:extLst>
          </p:cNvPr>
          <p:cNvSpPr>
            <a:spLocks xmlns:a="http://schemas.openxmlformats.org/drawingml/2006/main" noGrp="1"/>
          </p:cNvSpPr>
          <p:nvPr/>
        </p:nvSpPr>
        <p:spPr>
          <a:xfrm xmlns:a="http://schemas.openxmlformats.org/drawingml/2006/main">
            <a:off x="4714875" y="4810125"/>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HTTP</a:t>
            </a:r>
          </a:p>
        </p:txBody>
      </p:sp>
      <p:sp>
        <p:nvSpPr>
          <p:cNvPr id="11" name="sse-label">
            <a:extLst xmlns:a="http://schemas.openxmlformats.org/drawingml/2006/main">
              <a:ext uri="{FF2B5EF4-FFF2-40B4-BE49-F238E27FC236}">
                <a16:creationId xmlns:a16="http://schemas.microsoft.com/office/drawing/2014/main" id="{923CC24F-5325-4F8C-BE51-437A4AB6111C}"/>
              </a:ext>
            </a:extLst>
          </p:cNvPr>
          <p:cNvSpPr>
            <a:spLocks xmlns:a="http://schemas.openxmlformats.org/drawingml/2006/main" noGrp="1"/>
          </p:cNvSpPr>
          <p:nvPr/>
        </p:nvSpPr>
        <p:spPr>
          <a:xfrm xmlns:a="http://schemas.openxmlformats.org/drawingml/2006/main">
            <a:off x="4714875" y="6115050"/>
            <a:ext cx="1333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SSE</a:t>
            </a:r>
          </a:p>
        </p:txBody>
      </p:sp>
      <p:cxnSp>
        <p:nvCxnSpPr>
          <p:cNvPr id="12" name="architecture-link">
            <a:extLst xmlns:a="http://schemas.openxmlformats.org/drawingml/2006/main">
              <a:ext uri="{FF2B5EF4-FFF2-40B4-BE49-F238E27FC236}">
                <a16:creationId xmlns:a16="http://schemas.microsoft.com/office/drawing/2014/main" id="{B477EC1A-DEE1-4EA4-9DEC-19404A00680E}"/>
              </a:ext>
            </a:extLst>
          </p:cNvPr>
          <p:cNvCxnSpPr/>
          <p:nvPr/>
        </p:nvCxnSpPr>
        <p:spPr>
          <a:xfrm xmlns:a="http://schemas.openxmlformats.org/drawingml/2006/main">
            <a:off x="9906000" y="5619750"/>
            <a:ext cx="1524000" cy="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3" name="orchestration-label">
            <a:extLst xmlns:a="http://schemas.openxmlformats.org/drawingml/2006/main">
              <a:ext uri="{FF2B5EF4-FFF2-40B4-BE49-F238E27FC236}">
                <a16:creationId xmlns:a16="http://schemas.microsoft.com/office/drawing/2014/main" id="{B8BC5225-D43D-4C04-B414-10B9028C4446}"/>
              </a:ext>
            </a:extLst>
          </p:cNvPr>
          <p:cNvSpPr>
            <a:spLocks xmlns:a="http://schemas.openxmlformats.org/drawingml/2006/main" noGrp="1"/>
          </p:cNvSpPr>
          <p:nvPr/>
        </p:nvSpPr>
        <p:spPr>
          <a:xfrm xmlns:a="http://schemas.openxmlformats.org/drawingml/2006/main">
            <a:off x="10048875" y="5095875"/>
            <a:ext cx="123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ctr">
              <a:defRPr sz="1800" b="0">
                <a:solidFill>
                  <a:srgbClr val="566A80"/>
                </a:solidFill>
                <a:latin typeface="Noto Sans Kr"/>
                <a:ea typeface="Noto Sans Kr"/>
                <a:cs typeface="Noto Sans Kr"/>
              </a:defRPr>
            </a:defPPr>
            <a:lvl1pPr algn="ctr">
              <a:buNone/>
              <a:defRPr sz="1800" b="0">
                <a:solidFill>
                  <a:srgbClr val="566A80"/>
                </a:solidFill>
                <a:latin typeface="Noto Sans Kr"/>
                <a:ea typeface="Noto Sans Kr"/>
                <a:cs typeface="Noto Sans Kr"/>
              </a:defRPr>
            </a:lvl1pPr>
            <a:lvl2pPr algn="ctr">
              <a:buNone/>
              <a:defRPr sz="1800" b="0">
                <a:solidFill>
                  <a:srgbClr val="566A80"/>
                </a:solidFill>
                <a:latin typeface="Noto Sans Kr"/>
                <a:ea typeface="Noto Sans Kr"/>
                <a:cs typeface="Noto Sans Kr"/>
              </a:defRPr>
            </a:lvl2pPr>
            <a:lvl3pPr algn="ctr">
              <a:buNone/>
              <a:defRPr sz="1800" b="0">
                <a:solidFill>
                  <a:srgbClr val="566A80"/>
                </a:solidFill>
                <a:latin typeface="Noto Sans Kr"/>
                <a:ea typeface="Noto Sans Kr"/>
                <a:cs typeface="Noto Sans Kr"/>
              </a:defRPr>
            </a:lvl3pPr>
            <a:lvl4pPr algn="ctr">
              <a:buNone/>
              <a:defRPr sz="1800" b="0">
                <a:solidFill>
                  <a:srgbClr val="566A80"/>
                </a:solidFill>
                <a:latin typeface="Noto Sans Kr"/>
                <a:ea typeface="Noto Sans Kr"/>
                <a:cs typeface="Noto Sans Kr"/>
              </a:defRPr>
            </a:lvl4pPr>
            <a:lvl5pPr algn="ctr">
              <a:buNone/>
              <a:defRPr sz="1800" b="0">
                <a:solidFill>
                  <a:srgbClr val="566A80"/>
                </a:solidFill>
                <a:latin typeface="Noto Sans Kr"/>
                <a:ea typeface="Noto Sans Kr"/>
                <a:cs typeface="Noto Sans Kr"/>
              </a:defRPr>
            </a:lvl5pPr>
            <a:lvl6pPr algn="ctr">
              <a:buNone/>
              <a:defRPr sz="1800" b="0">
                <a:solidFill>
                  <a:srgbClr val="566A80"/>
                </a:solidFill>
                <a:latin typeface="Noto Sans Kr"/>
                <a:ea typeface="Noto Sans Kr"/>
                <a:cs typeface="Noto Sans Kr"/>
              </a:defRPr>
            </a:lvl6pPr>
            <a:lvl7pPr algn="ctr">
              <a:buNone/>
              <a:defRPr sz="1800" b="0">
                <a:solidFill>
                  <a:srgbClr val="566A80"/>
                </a:solidFill>
                <a:latin typeface="Noto Sans Kr"/>
                <a:ea typeface="Noto Sans Kr"/>
                <a:cs typeface="Noto Sans Kr"/>
              </a:defRPr>
            </a:lvl7pPr>
            <a:lvl8pPr algn="ctr">
              <a:buNone/>
              <a:defRPr sz="1800" b="0">
                <a:solidFill>
                  <a:srgbClr val="566A80"/>
                </a:solidFill>
                <a:latin typeface="Noto Sans Kr"/>
                <a:ea typeface="Noto Sans Kr"/>
                <a:cs typeface="Noto Sans Kr"/>
              </a:defRPr>
            </a:lvl8pPr>
            <a:lvl9pPr algn="ctr">
              <a:buNone/>
              <a:defRPr sz="1800" b="0">
                <a:solidFill>
                  <a:srgbClr val="566A80"/>
                </a:solidFill>
                <a:latin typeface="Noto Sans Kr"/>
                <a:ea typeface="Noto Sans Kr"/>
                <a:cs typeface="Noto Sans Kr"/>
              </a:defRPr>
            </a:lvl9pPr>
          </a:lstStyle>
          <a:p xmlns:a="http://schemas.openxmlformats.org/drawingml/2006/main">
            <a:pPr algn="ctr">
              <a:buNone/>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조정</a:t>
            </a:r>
          </a:p>
        </p:txBody>
      </p:sp>
      <p:cxnSp>
        <p:nvCxnSpPr>
          <p:cNvPr id="14" name="architecture-link">
            <a:extLst xmlns:a="http://schemas.openxmlformats.org/drawingml/2006/main">
              <a:ext uri="{FF2B5EF4-FFF2-40B4-BE49-F238E27FC236}">
                <a16:creationId xmlns:a16="http://schemas.microsoft.com/office/drawing/2014/main" id="{08006701-4C2A-416B-BE5D-77A2F806C5CC}"/>
              </a:ext>
            </a:extLst>
          </p:cNvPr>
          <p:cNvCxnSpPr/>
          <p:nvPr/>
        </p:nvCxnSpPr>
        <p:spPr>
          <a:xfrm xmlns:a="http://schemas.openxmlformats.org/drawingml/2006/main">
            <a:off x="12763500" y="4191000"/>
            <a:ext cx="0" cy="571500"/>
          </a:xfrm>
          <a:prstGeom xmlns:a="http://schemas.openxmlformats.org/drawingml/2006/main" prst="straightConnector1">
            <a:avLst/>
          </a:prstGeom>
          <a:ln xmlns:a="http://schemas.openxmlformats.org/drawingml/2006/main" w="28575">
            <a:solidFill>
              <a:srgbClr val="2B5BEB"/>
            </a:solidFill>
            <a:headEnd type="triangle" w="med" len="med"/>
          </a:ln>
        </p:spPr>
      </p:cxnSp>
      <p:cxnSp>
        <p:nvCxnSpPr>
          <p:cNvPr id="15" name="architecture-link">
            <a:extLst xmlns:a="http://schemas.openxmlformats.org/drawingml/2006/main">
              <a:ext uri="{FF2B5EF4-FFF2-40B4-BE49-F238E27FC236}">
                <a16:creationId xmlns:a16="http://schemas.microsoft.com/office/drawing/2014/main" id="{6B689C45-E5E3-4FC3-9E54-001F8A7B80F4}"/>
              </a:ext>
            </a:extLst>
          </p:cNvPr>
          <p:cNvCxnSpPr/>
          <p:nvPr/>
        </p:nvCxnSpPr>
        <p:spPr>
          <a:xfrm xmlns:a="http://schemas.openxmlformats.org/drawingml/2006/main">
            <a:off x="15811500" y="4191000"/>
            <a:ext cx="0" cy="571500"/>
          </a:xfrm>
          <a:prstGeom xmlns:a="http://schemas.openxmlformats.org/drawingml/2006/main" prst="straightConnector1">
            <a:avLst/>
          </a:prstGeom>
          <a:ln xmlns:a="http://schemas.openxmlformats.org/drawingml/2006/main" w="28575">
            <a:solidFill>
              <a:srgbClr val="7659BD"/>
            </a:solidFill>
            <a:prstDash val="dash"/>
            <a:headEnd type="triangle" w="med" len="med"/>
          </a:ln>
        </p:spPr>
      </p:cxnSp>
      <p:cxnSp>
        <p:nvCxnSpPr>
          <p:cNvPr id="16" name="architecture-link">
            <a:extLst xmlns:a="http://schemas.openxmlformats.org/drawingml/2006/main">
              <a:ext uri="{FF2B5EF4-FFF2-40B4-BE49-F238E27FC236}">
                <a16:creationId xmlns:a16="http://schemas.microsoft.com/office/drawing/2014/main" id="{2A1423BF-07BA-479B-8749-9209150EC151}"/>
              </a:ext>
            </a:extLst>
          </p:cNvPr>
          <p:cNvCxnSpPr/>
          <p:nvPr/>
        </p:nvCxnSpPr>
        <p:spPr>
          <a:xfrm xmlns:a="http://schemas.openxmlformats.org/drawingml/2006/main">
            <a:off x="8048625"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7" name="architecture-link">
            <a:extLst xmlns:a="http://schemas.openxmlformats.org/drawingml/2006/main">
              <a:ext uri="{FF2B5EF4-FFF2-40B4-BE49-F238E27FC236}">
                <a16:creationId xmlns:a16="http://schemas.microsoft.com/office/drawing/2014/main" id="{95E33ADB-F836-4673-85AC-08A6C2206626}"/>
              </a:ext>
            </a:extLst>
          </p:cNvPr>
          <p:cNvCxnSpPr/>
          <p:nvPr/>
        </p:nvCxnSpPr>
        <p:spPr>
          <a:xfrm xmlns:a="http://schemas.openxmlformats.org/drawingml/2006/main">
            <a:off x="12763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cxnSp>
        <p:nvCxnSpPr>
          <p:cNvPr id="18" name="architecture-link">
            <a:extLst xmlns:a="http://schemas.openxmlformats.org/drawingml/2006/main">
              <a:ext uri="{FF2B5EF4-FFF2-40B4-BE49-F238E27FC236}">
                <a16:creationId xmlns:a16="http://schemas.microsoft.com/office/drawing/2014/main" id="{F07720DC-3EB0-4A61-9D32-2D313526457B}"/>
              </a:ext>
            </a:extLst>
          </p:cNvPr>
          <p:cNvCxnSpPr/>
          <p:nvPr/>
        </p:nvCxnSpPr>
        <p:spPr>
          <a:xfrm xmlns:a="http://schemas.openxmlformats.org/drawingml/2006/main">
            <a:off x="15811500" y="6477000"/>
            <a:ext cx="0" cy="762000"/>
          </a:xfrm>
          <a:prstGeom xmlns:a="http://schemas.openxmlformats.org/drawingml/2006/main" prst="straightConnector1">
            <a:avLst/>
          </a:prstGeom>
          <a:ln xmlns:a="http://schemas.openxmlformats.org/drawingml/2006/main" w="28575">
            <a:solidFill>
              <a:srgbClr val="2B5BEB"/>
            </a:solidFill>
            <a:tailEnd type="triangle" w="med" len="med"/>
          </a:ln>
        </p:spPr>
      </p:cxnSp>
      <p:sp>
        <p:nvSpPr>
          <p:cNvPr id="19" name="architecture-frontend">
            <a:extLst xmlns:a="http://schemas.openxmlformats.org/drawingml/2006/main">
              <a:ext uri="{FF2B5EF4-FFF2-40B4-BE49-F238E27FC236}">
                <a16:creationId xmlns:a16="http://schemas.microsoft.com/office/drawing/2014/main" id="{5BDEC6DF-8946-4001-B73B-606EA109F629}"/>
              </a:ext>
            </a:extLst>
          </p:cNvPr>
          <p:cNvSpPr>
            <a:spLocks xmlns:a="http://schemas.openxmlformats.org/drawingml/2006/main" noGrp="1"/>
          </p:cNvSpPr>
          <p:nvPr/>
        </p:nvSpPr>
        <p:spPr>
          <a:xfrm xmlns:a="http://schemas.openxmlformats.org/drawingml/2006/main">
            <a:off x="1143000" y="4762500"/>
            <a:ext cx="3429000" cy="1714500"/>
          </a:xfrm>
          <a:prstGeom xmlns:a="http://schemas.openxmlformats.org/drawingml/2006/main" prst="roundRect">
            <a:avLst>
              <a:gd name="adj" fmla="val 6667"/>
            </a:avLst>
          </a:prstGeom>
          <a:solidFill xmlns:a="http://schemas.openxmlformats.org/drawingml/2006/main">
            <a:srgbClr val="EFF9F6"/>
          </a:solidFill>
          <a:ln xmlns:a="http://schemas.openxmlformats.org/drawingml/2006/main" w="19050">
            <a:solidFill>
              <a:srgbClr val="A3D7C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Vue 3</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조사 이유·판단 이력</a:t>
            </a:r>
          </a:p>
        </p:txBody>
      </p:sp>
      <p:sp>
        <p:nvSpPr>
          <p:cNvPr id="20" name="architecture-backend">
            <a:extLst xmlns:a="http://schemas.openxmlformats.org/drawingml/2006/main">
              <a:ext uri="{FF2B5EF4-FFF2-40B4-BE49-F238E27FC236}">
                <a16:creationId xmlns:a16="http://schemas.microsoft.com/office/drawing/2014/main" id="{3B304780-EE42-4B12-8F46-D603A49B3DAA}"/>
              </a:ext>
            </a:extLst>
          </p:cNvPr>
          <p:cNvSpPr>
            <a:spLocks xmlns:a="http://schemas.openxmlformats.org/drawingml/2006/main" noGrp="1"/>
          </p:cNvSpPr>
          <p:nvPr/>
        </p:nvSpPr>
        <p:spPr>
          <a:xfrm xmlns:a="http://schemas.openxmlformats.org/drawingml/2006/main">
            <a:off x="6191250" y="4762500"/>
            <a:ext cx="3714750" cy="1714500"/>
          </a:xfrm>
          <a:prstGeom xmlns:a="http://schemas.openxmlformats.org/drawingml/2006/main" prst="roundRect">
            <a:avLst>
              <a:gd name="adj" fmla="val 6667"/>
            </a:avLst>
          </a:prstGeom>
          <a:solidFill xmlns:a="http://schemas.openxmlformats.org/drawingml/2006/main">
            <a:srgbClr val="EEF3FF"/>
          </a:solidFill>
          <a:ln xmlns:a="http://schemas.openxmlformats.org/drawingml/2006/main" w="19050">
            <a:solidFill>
              <a:srgbClr val="ACC1F5"/>
            </a:solidFill>
          </a:ln>
        </p:spPr>
        <p:txBody>
          <a:bodyPr xmlns:a="http://schemas.openxmlformats.org/drawingml/2006/main" wrap="none" lIns="152400" tIns="152400" rIns="152400" bIns="152400" anchor="ctr">
            <a:noAutofit/>
          </a:bodyPr>
          <a:lstStyle xmlns:a="http://schemas.openxmlformats.org/drawingml/2006/main">
            <a:defPPr algn="ctr">
              <a:defRPr sz="2400">
                <a:solidFill>
                  <a:srgbClr val="566A80"/>
                </a:solidFill>
                <a:latin typeface="Noto Sans Kr"/>
                <a:ea typeface="Noto Sans Kr"/>
                <a:cs typeface="Noto Sans Kr"/>
              </a:defRPr>
            </a:defPPr>
            <a:lvl1pPr algn="ctr">
              <a:buNone/>
              <a:defRPr sz="2400">
                <a:solidFill>
                  <a:srgbClr val="566A80"/>
                </a:solidFill>
                <a:latin typeface="Noto Sans Kr"/>
                <a:ea typeface="Noto Sans Kr"/>
                <a:cs typeface="Noto Sans Kr"/>
              </a:defRPr>
            </a:lvl1pPr>
            <a:lvl2pPr algn="ctr">
              <a:buNone/>
              <a:defRPr sz="2400">
                <a:solidFill>
                  <a:srgbClr val="566A80"/>
                </a:solidFill>
                <a:latin typeface="Noto Sans Kr"/>
                <a:ea typeface="Noto Sans Kr"/>
                <a:cs typeface="Noto Sans Kr"/>
              </a:defRPr>
            </a:lvl2pPr>
            <a:lvl3pPr algn="ctr">
              <a:buNone/>
              <a:defRPr sz="2400">
                <a:solidFill>
                  <a:srgbClr val="566A80"/>
                </a:solidFill>
                <a:latin typeface="Noto Sans Kr"/>
                <a:ea typeface="Noto Sans Kr"/>
                <a:cs typeface="Noto Sans Kr"/>
              </a:defRPr>
            </a:lvl3pPr>
            <a:lvl4pPr algn="ctr">
              <a:buNone/>
              <a:defRPr sz="2400">
                <a:solidFill>
                  <a:srgbClr val="566A80"/>
                </a:solidFill>
                <a:latin typeface="Noto Sans Kr"/>
                <a:ea typeface="Noto Sans Kr"/>
                <a:cs typeface="Noto Sans Kr"/>
              </a:defRPr>
            </a:lvl4pPr>
            <a:lvl5pPr algn="ctr">
              <a:buNone/>
              <a:defRPr sz="2400">
                <a:solidFill>
                  <a:srgbClr val="566A80"/>
                </a:solidFill>
                <a:latin typeface="Noto Sans Kr"/>
                <a:ea typeface="Noto Sans Kr"/>
                <a:cs typeface="Noto Sans Kr"/>
              </a:defRPr>
            </a:lvl5pPr>
            <a:lvl6pPr algn="ctr">
              <a:buNone/>
              <a:defRPr sz="2400">
                <a:solidFill>
                  <a:srgbClr val="566A80"/>
                </a:solidFill>
                <a:latin typeface="Noto Sans Kr"/>
                <a:ea typeface="Noto Sans Kr"/>
                <a:cs typeface="Noto Sans Kr"/>
              </a:defRPr>
            </a:lvl6pPr>
            <a:lvl7pPr algn="ctr">
              <a:buNone/>
              <a:defRPr sz="2400">
                <a:solidFill>
                  <a:srgbClr val="566A80"/>
                </a:solidFill>
                <a:latin typeface="Noto Sans Kr"/>
                <a:ea typeface="Noto Sans Kr"/>
                <a:cs typeface="Noto Sans Kr"/>
              </a:defRPr>
            </a:lvl7pPr>
            <a:lvl8pPr algn="ctr">
              <a:buNone/>
              <a:defRPr sz="2400">
                <a:solidFill>
                  <a:srgbClr val="566A80"/>
                </a:solidFill>
                <a:latin typeface="Noto Sans Kr"/>
                <a:ea typeface="Noto Sans Kr"/>
                <a:cs typeface="Noto Sans Kr"/>
              </a:defRPr>
            </a:lvl8pPr>
            <a:lvl9pPr algn="ctr">
              <a:buNone/>
              <a:defRPr sz="2400">
                <a:solidFill>
                  <a:srgbClr val="566A80"/>
                </a:solidFill>
                <a:latin typeface="Noto Sans Kr"/>
                <a:ea typeface="Noto Sans Kr"/>
                <a:cs typeface="Noto Sans Kr"/>
              </a:defRPr>
            </a:lvl9pPr>
          </a:lstStyle>
          <a:p xmlns:a="http://schemas.openxmlformats.org/drawingml/2006/main">
            <a:pPr algn="ctr">
              <a:spcAft>
                <a:spcPts val="12"/>
              </a:spcAft>
              <a:buNone/>
              <a:defRPr sz="2400">
                <a:solidFill>
                  <a:srgbClr val="566A80"/>
                </a:solidFill>
                <a:latin typeface="Noto Sans Kr"/>
                <a:ea typeface="Noto Sans Kr"/>
                <a:cs typeface="Noto Sans Kr"/>
              </a:defRPr>
            </a:pPr>
            <a:r>
              <a:rPr sz="3450" b="1">
                <a:solidFill>
                  <a:srgbClr val="122C46"/>
                </a:solidFill>
                <a:latin typeface="Noto Sans Bold"/>
                <a:ea typeface="Noto Sans Bold"/>
                <a:cs typeface="Noto Sans Bold"/>
              </a:rPr>
              <a:t>FastAPI</a:t>
            </a:r>
          </a:p>
          <a:p xmlns:a="http://schemas.openxmlformats.org/drawingml/2006/main">
            <a:pPr algn="ctr">
              <a:buNone/>
              <a:defRPr sz="2400">
                <a:solidFill>
                  <a:srgbClr val="566A80"/>
                </a:solidFill>
                <a:latin typeface="Noto Sans Kr"/>
                <a:ea typeface="Noto Sans Kr"/>
                <a:cs typeface="Noto Sans Kr"/>
              </a:defRPr>
            </a:pPr>
            <a:r>
              <a:rPr sz="2400">
                <a:solidFill>
                  <a:srgbClr val="566A80"/>
                </a:solidFill>
                <a:latin typeface="Noto Sans Kr"/>
                <a:ea typeface="Noto Sans Kr"/>
                <a:cs typeface="Noto Sans Kr"/>
              </a:rPr>
              <a:t>입력·대상 확인</a:t>
            </a:r>
          </a:p>
        </p:txBody>
      </p:sp>
      <p:sp>
        <p:nvSpPr>
          <p:cNvPr id="21" name="architecture-ai">
            <a:extLst xmlns:a="http://schemas.openxmlformats.org/drawingml/2006/main">
              <a:ext uri="{FF2B5EF4-FFF2-40B4-BE49-F238E27FC236}">
                <a16:creationId xmlns:a16="http://schemas.microsoft.com/office/drawing/2014/main" id="{2B795D23-F2CE-4719-AE04-0587D9D43921}"/>
              </a:ext>
            </a:extLst>
          </p:cNvPr>
          <p:cNvSpPr>
            <a:spLocks xmlns:a="http://schemas.openxmlformats.org/drawingml/2006/main" noGrp="1"/>
          </p:cNvSpPr>
          <p:nvPr/>
        </p:nvSpPr>
        <p:spPr>
          <a:xfrm xmlns:a="http://schemas.openxmlformats.org/drawingml/2006/main">
            <a:off x="11430000" y="4762500"/>
            <a:ext cx="5715000" cy="1714500"/>
          </a:xfrm>
          <a:prstGeom xmlns:a="http://schemas.openxmlformats.org/drawingml/2006/main" prst="roundRect">
            <a:avLst>
              <a:gd name="adj" fmla="val 6667"/>
            </a:avLst>
          </a:prstGeom>
          <a:solidFill xmlns:a="http://schemas.openxmlformats.org/drawingml/2006/main">
            <a:srgbClr val="112840"/>
          </a:solidFill>
          <a:ln xmlns:a="http://schemas.openxmlformats.org/drawingml/2006/main" w="19050">
            <a:solidFill>
              <a:srgbClr val="112840"/>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D6E1EE"/>
                </a:solidFill>
                <a:latin typeface="Noto Sans Kr"/>
                <a:ea typeface="Noto Sans Kr"/>
                <a:cs typeface="Noto Sans Kr"/>
              </a:defRPr>
            </a:defPPr>
            <a:lvl1pPr algn="ctr">
              <a:buNone/>
              <a:defRPr sz="2250">
                <a:solidFill>
                  <a:srgbClr val="D6E1EE"/>
                </a:solidFill>
                <a:latin typeface="Noto Sans Kr"/>
                <a:ea typeface="Noto Sans Kr"/>
                <a:cs typeface="Noto Sans Kr"/>
              </a:defRPr>
            </a:lvl1pPr>
            <a:lvl2pPr algn="ctr">
              <a:buNone/>
              <a:defRPr sz="2250">
                <a:solidFill>
                  <a:srgbClr val="D6E1EE"/>
                </a:solidFill>
                <a:latin typeface="Noto Sans Kr"/>
                <a:ea typeface="Noto Sans Kr"/>
                <a:cs typeface="Noto Sans Kr"/>
              </a:defRPr>
            </a:lvl2pPr>
            <a:lvl3pPr algn="ctr">
              <a:buNone/>
              <a:defRPr sz="2250">
                <a:solidFill>
                  <a:srgbClr val="D6E1EE"/>
                </a:solidFill>
                <a:latin typeface="Noto Sans Kr"/>
                <a:ea typeface="Noto Sans Kr"/>
                <a:cs typeface="Noto Sans Kr"/>
              </a:defRPr>
            </a:lvl3pPr>
            <a:lvl4pPr algn="ctr">
              <a:buNone/>
              <a:defRPr sz="2250">
                <a:solidFill>
                  <a:srgbClr val="D6E1EE"/>
                </a:solidFill>
                <a:latin typeface="Noto Sans Kr"/>
                <a:ea typeface="Noto Sans Kr"/>
                <a:cs typeface="Noto Sans Kr"/>
              </a:defRPr>
            </a:lvl4pPr>
            <a:lvl5pPr algn="ctr">
              <a:buNone/>
              <a:defRPr sz="2250">
                <a:solidFill>
                  <a:srgbClr val="D6E1EE"/>
                </a:solidFill>
                <a:latin typeface="Noto Sans Kr"/>
                <a:ea typeface="Noto Sans Kr"/>
                <a:cs typeface="Noto Sans Kr"/>
              </a:defRPr>
            </a:lvl5pPr>
            <a:lvl6pPr algn="ctr">
              <a:buNone/>
              <a:defRPr sz="2250">
                <a:solidFill>
                  <a:srgbClr val="D6E1EE"/>
                </a:solidFill>
                <a:latin typeface="Noto Sans Kr"/>
                <a:ea typeface="Noto Sans Kr"/>
                <a:cs typeface="Noto Sans Kr"/>
              </a:defRPr>
            </a:lvl6pPr>
            <a:lvl7pPr algn="ctr">
              <a:buNone/>
              <a:defRPr sz="2250">
                <a:solidFill>
                  <a:srgbClr val="D6E1EE"/>
                </a:solidFill>
                <a:latin typeface="Noto Sans Kr"/>
                <a:ea typeface="Noto Sans Kr"/>
                <a:cs typeface="Noto Sans Kr"/>
              </a:defRPr>
            </a:lvl7pPr>
            <a:lvl8pPr algn="ctr">
              <a:buNone/>
              <a:defRPr sz="2250">
                <a:solidFill>
                  <a:srgbClr val="D6E1EE"/>
                </a:solidFill>
                <a:latin typeface="Noto Sans Kr"/>
                <a:ea typeface="Noto Sans Kr"/>
                <a:cs typeface="Noto Sans Kr"/>
              </a:defRPr>
            </a:lvl8pPr>
            <a:lvl9pPr algn="ctr">
              <a:buNone/>
              <a:defRPr sz="2250">
                <a:solidFill>
                  <a:srgbClr val="D6E1EE"/>
                </a:solidFill>
                <a:latin typeface="Noto Sans Kr"/>
                <a:ea typeface="Noto Sans Kr"/>
                <a:cs typeface="Noto Sans Kr"/>
              </a:defRPr>
            </a:lvl9pPr>
          </a:lstStyle>
          <a:p xmlns:a="http://schemas.openxmlformats.org/drawingml/2006/main">
            <a:pPr algn="ctr">
              <a:spcAft>
                <a:spcPts val="12"/>
              </a:spcAft>
              <a:buNone/>
              <a:defRPr sz="2250">
                <a:solidFill>
                  <a:srgbClr val="D6E1EE"/>
                </a:solidFill>
                <a:latin typeface="Noto Sans Kr"/>
                <a:ea typeface="Noto Sans Kr"/>
                <a:cs typeface="Noto Sans Kr"/>
              </a:defRPr>
            </a:pPr>
            <a:r>
              <a:rPr sz="3450" b="1">
                <a:solidFill>
                  <a:srgbClr val="FFFFFF"/>
                </a:solidFill>
                <a:latin typeface="Noto Sans Bold"/>
                <a:ea typeface="Noto Sans Bold"/>
                <a:cs typeface="Noto Sans Bold"/>
              </a:rPr>
              <a:t>LangGraph</a:t>
            </a:r>
          </a:p>
          <a:p xmlns:a="http://schemas.openxmlformats.org/drawingml/2006/main">
            <a:pPr algn="ctr">
              <a:buNone/>
              <a:defRPr sz="2250">
                <a:solidFill>
                  <a:srgbClr val="D6E1EE"/>
                </a:solidFill>
                <a:latin typeface="Noto Sans Kr"/>
                <a:ea typeface="Noto Sans Kr"/>
                <a:cs typeface="Noto Sans Kr"/>
              </a:defRPr>
            </a:pPr>
            <a:r>
              <a:rPr sz="2250">
                <a:solidFill>
                  <a:srgbClr val="D6E1EE"/>
                </a:solidFill>
                <a:latin typeface="Noto Sans Kr"/>
                <a:ea typeface="Noto Sans Kr"/>
                <a:cs typeface="Noto Sans Kr"/>
              </a:rPr>
              <a:t>Supervisor · 조회 조정</a:t>
            </a:r>
            <a:br>
              <a:rPr sz="2250">
                <a:solidFill>
                  <a:srgbClr val="D6E1EE"/>
                </a:solidFill>
                <a:latin typeface="Noto Sans Kr"/>
                <a:ea typeface="Noto Sans Kr"/>
                <a:cs typeface="Noto Sans Kr"/>
              </a:rPr>
            </a:br>
            <a:r>
              <a:rPr sz="2250">
                <a:solidFill>
                  <a:srgbClr val="D6E1EE"/>
                </a:solidFill>
                <a:latin typeface="Noto Sans Kr"/>
                <a:ea typeface="Noto Sans Kr"/>
                <a:cs typeface="Noto Sans Kr"/>
              </a:rPr>
              <a:t>추가 조사·검증 반복</a:t>
            </a:r>
          </a:p>
        </p:txBody>
      </p:sp>
      <p:sp>
        <p:nvSpPr>
          <p:cNvPr id="22" name="architecture-llm">
            <a:extLst xmlns:a="http://schemas.openxmlformats.org/drawingml/2006/main">
              <a:ext uri="{FF2B5EF4-FFF2-40B4-BE49-F238E27FC236}">
                <a16:creationId xmlns:a16="http://schemas.microsoft.com/office/drawing/2014/main" id="{C35347ED-6E73-4F28-8AA2-9D9E9A5754A8}"/>
              </a:ext>
            </a:extLst>
          </p:cNvPr>
          <p:cNvSpPr>
            <a:spLocks xmlns:a="http://schemas.openxmlformats.org/drawingml/2006/main" noGrp="1"/>
          </p:cNvSpPr>
          <p:nvPr/>
        </p:nvSpPr>
        <p:spPr>
          <a:xfrm xmlns:a="http://schemas.openxmlformats.org/drawingml/2006/main">
            <a:off x="11430000" y="3048000"/>
            <a:ext cx="2667000" cy="1143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LLM</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Ollama · OpenAI</a:t>
            </a:r>
          </a:p>
        </p:txBody>
      </p:sp>
      <p:sp>
        <p:nvSpPr>
          <p:cNvPr id="23" name="architecture-evaluation">
            <a:extLst xmlns:a="http://schemas.openxmlformats.org/drawingml/2006/main">
              <a:ext uri="{FF2B5EF4-FFF2-40B4-BE49-F238E27FC236}">
                <a16:creationId xmlns:a16="http://schemas.microsoft.com/office/drawing/2014/main" id="{AF253FD0-5BE9-45BB-8B7D-D64C3EB1215E}"/>
              </a:ext>
            </a:extLst>
          </p:cNvPr>
          <p:cNvSpPr>
            <a:spLocks xmlns:a="http://schemas.openxmlformats.org/drawingml/2006/main" noGrp="1"/>
          </p:cNvSpPr>
          <p:nvPr/>
        </p:nvSpPr>
        <p:spPr>
          <a:xfrm xmlns:a="http://schemas.openxmlformats.org/drawingml/2006/main">
            <a:off x="14478000" y="3048000"/>
            <a:ext cx="2667000" cy="1143000"/>
          </a:xfrm>
          <a:prstGeom xmlns:a="http://schemas.openxmlformats.org/drawingml/2006/main" prst="roundRect">
            <a:avLst>
              <a:gd name="adj" fmla="val 10000"/>
            </a:avLst>
          </a:prstGeom>
          <a:solidFill xmlns:a="http://schemas.openxmlformats.org/drawingml/2006/main">
            <a:srgbClr val="F2EFF9"/>
          </a:solidFill>
          <a:ln xmlns:a="http://schemas.openxmlformats.org/drawingml/2006/main" w="19050">
            <a:solidFill>
              <a:srgbClr val="C9BAE5"/>
            </a:solidFill>
          </a:ln>
        </p:spPr>
        <p:txBody>
          <a:bodyPr xmlns:a="http://schemas.openxmlformats.org/drawingml/2006/main" wrap="none" lIns="152400" tIns="152400" rIns="152400" bIns="152400" anchor="ctr">
            <a:noAutofit/>
          </a:bodyPr>
          <a:lstStyle xmlns:a="http://schemas.openxmlformats.org/drawingml/2006/main">
            <a:defPPr algn="ctr">
              <a:defRPr sz="1875">
                <a:solidFill>
                  <a:srgbClr val="566A80"/>
                </a:solidFill>
                <a:latin typeface="Noto Sans Kr"/>
                <a:ea typeface="Noto Sans Kr"/>
                <a:cs typeface="Noto Sans Kr"/>
              </a:defRPr>
            </a:defPPr>
            <a:lvl1pPr algn="ctr">
              <a:buNone/>
              <a:defRPr sz="1875">
                <a:solidFill>
                  <a:srgbClr val="566A80"/>
                </a:solidFill>
                <a:latin typeface="Noto Sans Kr"/>
                <a:ea typeface="Noto Sans Kr"/>
                <a:cs typeface="Noto Sans Kr"/>
              </a:defRPr>
            </a:lvl1pPr>
            <a:lvl2pPr algn="ctr">
              <a:buNone/>
              <a:defRPr sz="1875">
                <a:solidFill>
                  <a:srgbClr val="566A80"/>
                </a:solidFill>
                <a:latin typeface="Noto Sans Kr"/>
                <a:ea typeface="Noto Sans Kr"/>
                <a:cs typeface="Noto Sans Kr"/>
              </a:defRPr>
            </a:lvl2pPr>
            <a:lvl3pPr algn="ctr">
              <a:buNone/>
              <a:defRPr sz="1875">
                <a:solidFill>
                  <a:srgbClr val="566A80"/>
                </a:solidFill>
                <a:latin typeface="Noto Sans Kr"/>
                <a:ea typeface="Noto Sans Kr"/>
                <a:cs typeface="Noto Sans Kr"/>
              </a:defRPr>
            </a:lvl3pPr>
            <a:lvl4pPr algn="ctr">
              <a:buNone/>
              <a:defRPr sz="1875">
                <a:solidFill>
                  <a:srgbClr val="566A80"/>
                </a:solidFill>
                <a:latin typeface="Noto Sans Kr"/>
                <a:ea typeface="Noto Sans Kr"/>
                <a:cs typeface="Noto Sans Kr"/>
              </a:defRPr>
            </a:lvl4pPr>
            <a:lvl5pPr algn="ctr">
              <a:buNone/>
              <a:defRPr sz="1875">
                <a:solidFill>
                  <a:srgbClr val="566A80"/>
                </a:solidFill>
                <a:latin typeface="Noto Sans Kr"/>
                <a:ea typeface="Noto Sans Kr"/>
                <a:cs typeface="Noto Sans Kr"/>
              </a:defRPr>
            </a:lvl5pPr>
            <a:lvl6pPr algn="ctr">
              <a:buNone/>
              <a:defRPr sz="1875">
                <a:solidFill>
                  <a:srgbClr val="566A80"/>
                </a:solidFill>
                <a:latin typeface="Noto Sans Kr"/>
                <a:ea typeface="Noto Sans Kr"/>
                <a:cs typeface="Noto Sans Kr"/>
              </a:defRPr>
            </a:lvl6pPr>
            <a:lvl7pPr algn="ctr">
              <a:buNone/>
              <a:defRPr sz="1875">
                <a:solidFill>
                  <a:srgbClr val="566A80"/>
                </a:solidFill>
                <a:latin typeface="Noto Sans Kr"/>
                <a:ea typeface="Noto Sans Kr"/>
                <a:cs typeface="Noto Sans Kr"/>
              </a:defRPr>
            </a:lvl7pPr>
            <a:lvl8pPr algn="ctr">
              <a:buNone/>
              <a:defRPr sz="1875">
                <a:solidFill>
                  <a:srgbClr val="566A80"/>
                </a:solidFill>
                <a:latin typeface="Noto Sans Kr"/>
                <a:ea typeface="Noto Sans Kr"/>
                <a:cs typeface="Noto Sans Kr"/>
              </a:defRPr>
            </a:lvl8pPr>
            <a:lvl9pPr algn="ctr">
              <a:buNone/>
              <a:defRPr sz="1875">
                <a:solidFill>
                  <a:srgbClr val="566A80"/>
                </a:solidFill>
                <a:latin typeface="Noto Sans Kr"/>
                <a:ea typeface="Noto Sans Kr"/>
                <a:cs typeface="Noto Sans Kr"/>
              </a:defRPr>
            </a:lvl9pPr>
          </a:lstStyle>
          <a:p xmlns:a="http://schemas.openxmlformats.org/drawingml/2006/main">
            <a:pPr algn="ctr">
              <a:spcAft>
                <a:spcPts val="12"/>
              </a:spcAft>
              <a:buNone/>
              <a:defRPr sz="1875">
                <a:solidFill>
                  <a:srgbClr val="566A80"/>
                </a:solidFill>
                <a:latin typeface="Noto Sans Kr"/>
                <a:ea typeface="Noto Sans Kr"/>
                <a:cs typeface="Noto Sans Kr"/>
              </a:defRPr>
            </a:pPr>
            <a:r>
              <a:rPr sz="2700" b="1">
                <a:solidFill>
                  <a:srgbClr val="122C46"/>
                </a:solidFill>
                <a:latin typeface="Noto Sans Bold"/>
                <a:ea typeface="Noto Sans Bold"/>
                <a:cs typeface="Noto Sans Bold"/>
              </a:rPr>
              <a:t>평가·추적</a:t>
            </a:r>
          </a:p>
          <a:p xmlns:a="http://schemas.openxmlformats.org/drawingml/2006/main">
            <a:pPr algn="ctr">
              <a:buNone/>
              <a:defRPr sz="1875">
                <a:solidFill>
                  <a:srgbClr val="566A80"/>
                </a:solidFill>
                <a:latin typeface="Noto Sans Kr"/>
                <a:ea typeface="Noto Sans Kr"/>
                <a:cs typeface="Noto Sans Kr"/>
              </a:defRPr>
            </a:pPr>
            <a:r>
              <a:rPr sz="1875">
                <a:solidFill>
                  <a:srgbClr val="566A80"/>
                </a:solidFill>
                <a:latin typeface="Noto Sans Kr"/>
                <a:ea typeface="Noto Sans Kr"/>
                <a:cs typeface="Noto Sans Kr"/>
              </a:rPr>
              <a:t>Judge / LangSmith</a:t>
            </a:r>
          </a:p>
        </p:txBody>
      </p:sp>
      <p:sp>
        <p:nvSpPr>
          <p:cNvPr id="24" name="architecture-sqlite">
            <a:extLst xmlns:a="http://schemas.openxmlformats.org/drawingml/2006/main">
              <a:ext uri="{FF2B5EF4-FFF2-40B4-BE49-F238E27FC236}">
                <a16:creationId xmlns:a16="http://schemas.microsoft.com/office/drawing/2014/main" id="{AD468A44-A0AA-4ADF-A640-50E79A5866CC}"/>
              </a:ext>
            </a:extLst>
          </p:cNvPr>
          <p:cNvSpPr>
            <a:spLocks xmlns:a="http://schemas.openxmlformats.org/drawingml/2006/main" noGrp="1"/>
          </p:cNvSpPr>
          <p:nvPr/>
        </p:nvSpPr>
        <p:spPr>
          <a:xfrm xmlns:a="http://schemas.openxmlformats.org/drawingml/2006/main">
            <a:off x="6191250" y="7239000"/>
            <a:ext cx="371475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250">
                <a:solidFill>
                  <a:srgbClr val="566A80"/>
                </a:solidFill>
                <a:latin typeface="Noto Sans Kr"/>
                <a:ea typeface="Noto Sans Kr"/>
                <a:cs typeface="Noto Sans Kr"/>
              </a:defRPr>
            </a:defPPr>
            <a:lvl1pPr algn="ctr">
              <a:buNone/>
              <a:defRPr sz="2250">
                <a:solidFill>
                  <a:srgbClr val="566A80"/>
                </a:solidFill>
                <a:latin typeface="Noto Sans Kr"/>
                <a:ea typeface="Noto Sans Kr"/>
                <a:cs typeface="Noto Sans Kr"/>
              </a:defRPr>
            </a:lvl1pPr>
            <a:lvl2pPr algn="ctr">
              <a:buNone/>
              <a:defRPr sz="2250">
                <a:solidFill>
                  <a:srgbClr val="566A80"/>
                </a:solidFill>
                <a:latin typeface="Noto Sans Kr"/>
                <a:ea typeface="Noto Sans Kr"/>
                <a:cs typeface="Noto Sans Kr"/>
              </a:defRPr>
            </a:lvl2pPr>
            <a:lvl3pPr algn="ctr">
              <a:buNone/>
              <a:defRPr sz="2250">
                <a:solidFill>
                  <a:srgbClr val="566A80"/>
                </a:solidFill>
                <a:latin typeface="Noto Sans Kr"/>
                <a:ea typeface="Noto Sans Kr"/>
                <a:cs typeface="Noto Sans Kr"/>
              </a:defRPr>
            </a:lvl3pPr>
            <a:lvl4pPr algn="ctr">
              <a:buNone/>
              <a:defRPr sz="2250">
                <a:solidFill>
                  <a:srgbClr val="566A80"/>
                </a:solidFill>
                <a:latin typeface="Noto Sans Kr"/>
                <a:ea typeface="Noto Sans Kr"/>
                <a:cs typeface="Noto Sans Kr"/>
              </a:defRPr>
            </a:lvl4pPr>
            <a:lvl5pPr algn="ctr">
              <a:buNone/>
              <a:defRPr sz="2250">
                <a:solidFill>
                  <a:srgbClr val="566A80"/>
                </a:solidFill>
                <a:latin typeface="Noto Sans Kr"/>
                <a:ea typeface="Noto Sans Kr"/>
                <a:cs typeface="Noto Sans Kr"/>
              </a:defRPr>
            </a:lvl5pPr>
            <a:lvl6pPr algn="ctr">
              <a:buNone/>
              <a:defRPr sz="2250">
                <a:solidFill>
                  <a:srgbClr val="566A80"/>
                </a:solidFill>
                <a:latin typeface="Noto Sans Kr"/>
                <a:ea typeface="Noto Sans Kr"/>
                <a:cs typeface="Noto Sans Kr"/>
              </a:defRPr>
            </a:lvl6pPr>
            <a:lvl7pPr algn="ctr">
              <a:buNone/>
              <a:defRPr sz="2250">
                <a:solidFill>
                  <a:srgbClr val="566A80"/>
                </a:solidFill>
                <a:latin typeface="Noto Sans Kr"/>
                <a:ea typeface="Noto Sans Kr"/>
                <a:cs typeface="Noto Sans Kr"/>
              </a:defRPr>
            </a:lvl7pPr>
            <a:lvl8pPr algn="ctr">
              <a:buNone/>
              <a:defRPr sz="2250">
                <a:solidFill>
                  <a:srgbClr val="566A80"/>
                </a:solidFill>
                <a:latin typeface="Noto Sans Kr"/>
                <a:ea typeface="Noto Sans Kr"/>
                <a:cs typeface="Noto Sans Kr"/>
              </a:defRPr>
            </a:lvl8pPr>
            <a:lvl9pPr algn="ctr">
              <a:buNone/>
              <a:defRPr sz="2250">
                <a:solidFill>
                  <a:srgbClr val="566A80"/>
                </a:solidFill>
                <a:latin typeface="Noto Sans Kr"/>
                <a:ea typeface="Noto Sans Kr"/>
                <a:cs typeface="Noto Sans Kr"/>
              </a:defRPr>
            </a:lvl9pPr>
          </a:lstStyle>
          <a:p xmlns:a="http://schemas.openxmlformats.org/drawingml/2006/main">
            <a:pPr algn="ctr">
              <a:spcAft>
                <a:spcPts val="12"/>
              </a:spcAft>
              <a:buNone/>
              <a:defRPr sz="22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SQLite</a:t>
            </a:r>
          </a:p>
          <a:p xmlns:a="http://schemas.openxmlformats.org/drawingml/2006/main">
            <a:pPr algn="ctr">
              <a:buNone/>
              <a:defRPr sz="2250">
                <a:solidFill>
                  <a:srgbClr val="566A80"/>
                </a:solidFill>
                <a:latin typeface="Noto Sans Kr"/>
                <a:ea typeface="Noto Sans Kr"/>
                <a:cs typeface="Noto Sans Kr"/>
              </a:defRPr>
            </a:pPr>
            <a:r>
              <a:rPr sz="2250">
                <a:solidFill>
                  <a:srgbClr val="566A80"/>
                </a:solidFill>
                <a:latin typeface="Noto Sans Kr"/>
                <a:ea typeface="Noto Sans Kr"/>
                <a:cs typeface="Noto Sans Kr"/>
              </a:rPr>
              <a:t>가설·근거·맥락</a:t>
            </a:r>
          </a:p>
        </p:txBody>
      </p:sp>
      <p:sp>
        <p:nvSpPr>
          <p:cNvPr id="25" name="architecture-mcp">
            <a:extLst xmlns:a="http://schemas.openxmlformats.org/drawingml/2006/main">
              <a:ext uri="{FF2B5EF4-FFF2-40B4-BE49-F238E27FC236}">
                <a16:creationId xmlns:a16="http://schemas.microsoft.com/office/drawing/2014/main" id="{AA00C8E5-8704-45FF-A217-C95A90A859A8}"/>
              </a:ext>
            </a:extLst>
          </p:cNvPr>
          <p:cNvSpPr>
            <a:spLocks xmlns:a="http://schemas.openxmlformats.org/drawingml/2006/main" noGrp="1"/>
          </p:cNvSpPr>
          <p:nvPr/>
        </p:nvSpPr>
        <p:spPr>
          <a:xfrm xmlns:a="http://schemas.openxmlformats.org/drawingml/2006/main">
            <a:off x="11430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1950">
                <a:solidFill>
                  <a:srgbClr val="566A80"/>
                </a:solidFill>
                <a:latin typeface="Noto Sans Kr"/>
                <a:ea typeface="Noto Sans Kr"/>
                <a:cs typeface="Noto Sans Kr"/>
              </a:defRPr>
            </a:defPPr>
            <a:lvl1pPr algn="ctr">
              <a:buNone/>
              <a:defRPr sz="1950">
                <a:solidFill>
                  <a:srgbClr val="566A80"/>
                </a:solidFill>
                <a:latin typeface="Noto Sans Kr"/>
                <a:ea typeface="Noto Sans Kr"/>
                <a:cs typeface="Noto Sans Kr"/>
              </a:defRPr>
            </a:lvl1pPr>
            <a:lvl2pPr algn="ctr">
              <a:buNone/>
              <a:defRPr sz="1950">
                <a:solidFill>
                  <a:srgbClr val="566A80"/>
                </a:solidFill>
                <a:latin typeface="Noto Sans Kr"/>
                <a:ea typeface="Noto Sans Kr"/>
                <a:cs typeface="Noto Sans Kr"/>
              </a:defRPr>
            </a:lvl2pPr>
            <a:lvl3pPr algn="ctr">
              <a:buNone/>
              <a:defRPr sz="1950">
                <a:solidFill>
                  <a:srgbClr val="566A80"/>
                </a:solidFill>
                <a:latin typeface="Noto Sans Kr"/>
                <a:ea typeface="Noto Sans Kr"/>
                <a:cs typeface="Noto Sans Kr"/>
              </a:defRPr>
            </a:lvl3pPr>
            <a:lvl4pPr algn="ctr">
              <a:buNone/>
              <a:defRPr sz="1950">
                <a:solidFill>
                  <a:srgbClr val="566A80"/>
                </a:solidFill>
                <a:latin typeface="Noto Sans Kr"/>
                <a:ea typeface="Noto Sans Kr"/>
                <a:cs typeface="Noto Sans Kr"/>
              </a:defRPr>
            </a:lvl4pPr>
            <a:lvl5pPr algn="ctr">
              <a:buNone/>
              <a:defRPr sz="1950">
                <a:solidFill>
                  <a:srgbClr val="566A80"/>
                </a:solidFill>
                <a:latin typeface="Noto Sans Kr"/>
                <a:ea typeface="Noto Sans Kr"/>
                <a:cs typeface="Noto Sans Kr"/>
              </a:defRPr>
            </a:lvl5pPr>
            <a:lvl6pPr algn="ctr">
              <a:buNone/>
              <a:defRPr sz="1950">
                <a:solidFill>
                  <a:srgbClr val="566A80"/>
                </a:solidFill>
                <a:latin typeface="Noto Sans Kr"/>
                <a:ea typeface="Noto Sans Kr"/>
                <a:cs typeface="Noto Sans Kr"/>
              </a:defRPr>
            </a:lvl6pPr>
            <a:lvl7pPr algn="ctr">
              <a:buNone/>
              <a:defRPr sz="1950">
                <a:solidFill>
                  <a:srgbClr val="566A80"/>
                </a:solidFill>
                <a:latin typeface="Noto Sans Kr"/>
                <a:ea typeface="Noto Sans Kr"/>
                <a:cs typeface="Noto Sans Kr"/>
              </a:defRPr>
            </a:lvl7pPr>
            <a:lvl8pPr algn="ctr">
              <a:buNone/>
              <a:defRPr sz="1950">
                <a:solidFill>
                  <a:srgbClr val="566A80"/>
                </a:solidFill>
                <a:latin typeface="Noto Sans Kr"/>
                <a:ea typeface="Noto Sans Kr"/>
                <a:cs typeface="Noto Sans Kr"/>
              </a:defRPr>
            </a:lvl8pPr>
            <a:lvl9pPr algn="ctr">
              <a:buNone/>
              <a:defRPr sz="1950">
                <a:solidFill>
                  <a:srgbClr val="566A80"/>
                </a:solidFill>
                <a:latin typeface="Noto Sans Kr"/>
                <a:ea typeface="Noto Sans Kr"/>
                <a:cs typeface="Noto Sans Kr"/>
              </a:defRPr>
            </a:lvl9pPr>
          </a:lstStyle>
          <a:p xmlns:a="http://schemas.openxmlformats.org/drawingml/2006/main">
            <a:pPr algn="ctr">
              <a:spcAft>
                <a:spcPts val="12"/>
              </a:spcAft>
              <a:buNone/>
              <a:defRPr sz="195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MCP</a:t>
            </a:r>
          </a:p>
          <a:p xmlns:a="http://schemas.openxmlformats.org/drawingml/2006/main">
            <a:pPr algn="ctr">
              <a:buNone/>
              <a:defRPr sz="1950">
                <a:solidFill>
                  <a:srgbClr val="566A80"/>
                </a:solidFill>
                <a:latin typeface="Noto Sans Kr"/>
                <a:ea typeface="Noto Sans Kr"/>
                <a:cs typeface="Noto Sans Kr"/>
              </a:defRPr>
            </a:pPr>
            <a:r>
              <a:rPr sz="1950">
                <a:solidFill>
                  <a:srgbClr val="566A80"/>
                </a:solidFill>
                <a:latin typeface="Noto Sans Kr"/>
                <a:ea typeface="Noto Sans Kr"/>
                <a:cs typeface="Noto Sans Kr"/>
              </a:rPr>
              <a:t>관측·실패 격리</a:t>
            </a:r>
          </a:p>
        </p:txBody>
      </p:sp>
      <p:sp>
        <p:nvSpPr>
          <p:cNvPr id="26" name="architecture-rag">
            <a:extLst xmlns:a="http://schemas.openxmlformats.org/drawingml/2006/main">
              <a:ext uri="{FF2B5EF4-FFF2-40B4-BE49-F238E27FC236}">
                <a16:creationId xmlns:a16="http://schemas.microsoft.com/office/drawing/2014/main" id="{D8185CB9-3615-4CA9-B911-92215CE08B3D}"/>
              </a:ext>
            </a:extLst>
          </p:cNvPr>
          <p:cNvSpPr>
            <a:spLocks xmlns:a="http://schemas.openxmlformats.org/drawingml/2006/main" noGrp="1"/>
          </p:cNvSpPr>
          <p:nvPr/>
        </p:nvSpPr>
        <p:spPr>
          <a:xfrm xmlns:a="http://schemas.openxmlformats.org/drawingml/2006/main">
            <a:off x="14478000" y="7239000"/>
            <a:ext cx="2667000" cy="1333500"/>
          </a:xfrm>
          <a:prstGeom xmlns:a="http://schemas.openxmlformats.org/drawingml/2006/main" prst="roundRect">
            <a:avLst>
              <a:gd name="adj" fmla="val 8571"/>
            </a:avLst>
          </a:prstGeom>
          <a:solidFill xmlns:a="http://schemas.openxmlformats.org/drawingml/2006/main">
            <a:srgbClr val="FFFFFF"/>
          </a:solidFill>
          <a:ln xmlns:a="http://schemas.openxmlformats.org/drawingml/2006/main" w="19050">
            <a:solidFill>
              <a:srgbClr val="DDE5EE"/>
            </a:solidFill>
          </a:ln>
        </p:spPr>
        <p:txBody>
          <a:bodyPr xmlns:a="http://schemas.openxmlformats.org/drawingml/2006/main" wrap="none" lIns="152400" tIns="152400" rIns="152400" bIns="152400" anchor="ctr">
            <a:noAutofit/>
          </a:bodyPr>
          <a:lstStyle xmlns:a="http://schemas.openxmlformats.org/drawingml/2006/main">
            <a:defPPr algn="ctr">
              <a:defRPr sz="2100">
                <a:solidFill>
                  <a:srgbClr val="566A80"/>
                </a:solidFill>
                <a:latin typeface="Noto Sans Kr"/>
                <a:ea typeface="Noto Sans Kr"/>
                <a:cs typeface="Noto Sans Kr"/>
              </a:defRPr>
            </a:defPPr>
            <a:lvl1pPr algn="ctr">
              <a:buNone/>
              <a:defRPr sz="2100">
                <a:solidFill>
                  <a:srgbClr val="566A80"/>
                </a:solidFill>
                <a:latin typeface="Noto Sans Kr"/>
                <a:ea typeface="Noto Sans Kr"/>
                <a:cs typeface="Noto Sans Kr"/>
              </a:defRPr>
            </a:lvl1pPr>
            <a:lvl2pPr algn="ctr">
              <a:buNone/>
              <a:defRPr sz="2100">
                <a:solidFill>
                  <a:srgbClr val="566A80"/>
                </a:solidFill>
                <a:latin typeface="Noto Sans Kr"/>
                <a:ea typeface="Noto Sans Kr"/>
                <a:cs typeface="Noto Sans Kr"/>
              </a:defRPr>
            </a:lvl2pPr>
            <a:lvl3pPr algn="ctr">
              <a:buNone/>
              <a:defRPr sz="2100">
                <a:solidFill>
                  <a:srgbClr val="566A80"/>
                </a:solidFill>
                <a:latin typeface="Noto Sans Kr"/>
                <a:ea typeface="Noto Sans Kr"/>
                <a:cs typeface="Noto Sans Kr"/>
              </a:defRPr>
            </a:lvl3pPr>
            <a:lvl4pPr algn="ctr">
              <a:buNone/>
              <a:defRPr sz="2100">
                <a:solidFill>
                  <a:srgbClr val="566A80"/>
                </a:solidFill>
                <a:latin typeface="Noto Sans Kr"/>
                <a:ea typeface="Noto Sans Kr"/>
                <a:cs typeface="Noto Sans Kr"/>
              </a:defRPr>
            </a:lvl4pPr>
            <a:lvl5pPr algn="ctr">
              <a:buNone/>
              <a:defRPr sz="2100">
                <a:solidFill>
                  <a:srgbClr val="566A80"/>
                </a:solidFill>
                <a:latin typeface="Noto Sans Kr"/>
                <a:ea typeface="Noto Sans Kr"/>
                <a:cs typeface="Noto Sans Kr"/>
              </a:defRPr>
            </a:lvl5pPr>
            <a:lvl6pPr algn="ctr">
              <a:buNone/>
              <a:defRPr sz="2100">
                <a:solidFill>
                  <a:srgbClr val="566A80"/>
                </a:solidFill>
                <a:latin typeface="Noto Sans Kr"/>
                <a:ea typeface="Noto Sans Kr"/>
                <a:cs typeface="Noto Sans Kr"/>
              </a:defRPr>
            </a:lvl6pPr>
            <a:lvl7pPr algn="ctr">
              <a:buNone/>
              <a:defRPr sz="2100">
                <a:solidFill>
                  <a:srgbClr val="566A80"/>
                </a:solidFill>
                <a:latin typeface="Noto Sans Kr"/>
                <a:ea typeface="Noto Sans Kr"/>
                <a:cs typeface="Noto Sans Kr"/>
              </a:defRPr>
            </a:lvl7pPr>
            <a:lvl8pPr algn="ctr">
              <a:buNone/>
              <a:defRPr sz="2100">
                <a:solidFill>
                  <a:srgbClr val="566A80"/>
                </a:solidFill>
                <a:latin typeface="Noto Sans Kr"/>
                <a:ea typeface="Noto Sans Kr"/>
                <a:cs typeface="Noto Sans Kr"/>
              </a:defRPr>
            </a:lvl8pPr>
            <a:lvl9pPr algn="ctr">
              <a:buNone/>
              <a:defRPr sz="2100">
                <a:solidFill>
                  <a:srgbClr val="566A80"/>
                </a:solidFill>
                <a:latin typeface="Noto Sans Kr"/>
                <a:ea typeface="Noto Sans Kr"/>
                <a:cs typeface="Noto Sans Kr"/>
              </a:defRPr>
            </a:lvl9pPr>
          </a:lstStyle>
          <a:p xmlns:a="http://schemas.openxmlformats.org/drawingml/2006/main">
            <a:pPr algn="ctr">
              <a:spcAft>
                <a:spcPts val="12"/>
              </a:spcAft>
              <a:buNone/>
              <a:defRPr sz="2100">
                <a:solidFill>
                  <a:srgbClr val="566A80"/>
                </a:solidFill>
                <a:latin typeface="Noto Sans Kr"/>
                <a:ea typeface="Noto Sans Kr"/>
                <a:cs typeface="Noto Sans Kr"/>
              </a:defRPr>
            </a:pPr>
            <a:r>
              <a:rPr sz="2850" b="1">
                <a:solidFill>
                  <a:srgbClr val="122C46"/>
                </a:solidFill>
                <a:latin typeface="Noto Sans Bold"/>
                <a:ea typeface="Noto Sans Bold"/>
                <a:cs typeface="Noto Sans Bold"/>
              </a:rPr>
              <a:t>RAG</a:t>
            </a:r>
          </a:p>
          <a:p xmlns:a="http://schemas.openxmlformats.org/drawingml/2006/main">
            <a:pPr algn="ctr">
              <a:buNone/>
              <a:defRPr sz="2100">
                <a:solidFill>
                  <a:srgbClr val="566A80"/>
                </a:solidFill>
                <a:latin typeface="Noto Sans Kr"/>
                <a:ea typeface="Noto Sans Kr"/>
                <a:cs typeface="Noto Sans Kr"/>
              </a:defRPr>
            </a:pPr>
            <a:r>
              <a:rPr sz="2100">
                <a:solidFill>
                  <a:srgbClr val="566A80"/>
                </a:solidFill>
                <a:latin typeface="Noto Sans Kr"/>
                <a:ea typeface="Noto Sans Kr"/>
                <a:cs typeface="Noto Sans Kr"/>
              </a:rPr>
              <a:t>관측 반영 검색</a:t>
            </a:r>
          </a:p>
        </p:txBody>
      </p:sp>
      <p:sp>
        <p:nvSpPr>
          <p:cNvPr id="27" name="architecture-legend">
            <a:extLst xmlns:a="http://schemas.openxmlformats.org/drawingml/2006/main">
              <a:ext uri="{FF2B5EF4-FFF2-40B4-BE49-F238E27FC236}">
                <a16:creationId xmlns:a16="http://schemas.microsoft.com/office/drawing/2014/main" id="{D9AE6A02-9F29-4492-A8D6-596AB0F1B040}"/>
              </a:ext>
            </a:extLst>
          </p:cNvPr>
          <p:cNvSpPr>
            <a:spLocks xmlns:a="http://schemas.openxmlformats.org/drawingml/2006/main" noGrp="1"/>
          </p:cNvSpPr>
          <p:nvPr/>
        </p:nvSpPr>
        <p:spPr>
          <a:xfrm xmlns:a="http://schemas.openxmlformats.org/drawingml/2006/main">
            <a:off x="1143000" y="7505700"/>
            <a:ext cx="3810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75" b="0">
                <a:solidFill>
                  <a:srgbClr val="566A80"/>
                </a:solidFill>
                <a:latin typeface="Noto Sans Kr"/>
                <a:ea typeface="Noto Sans Kr"/>
                <a:cs typeface="Noto Sans Kr"/>
              </a:defRPr>
            </a:defPPr>
            <a:lvl1pPr algn="l">
              <a:buNone/>
              <a:defRPr sz="1875" b="0">
                <a:solidFill>
                  <a:srgbClr val="566A80"/>
                </a:solidFill>
                <a:latin typeface="Noto Sans Kr"/>
                <a:ea typeface="Noto Sans Kr"/>
                <a:cs typeface="Noto Sans Kr"/>
              </a:defRPr>
            </a:lvl1pPr>
            <a:lvl2pPr algn="l">
              <a:buNone/>
              <a:defRPr sz="1875" b="0">
                <a:solidFill>
                  <a:srgbClr val="566A80"/>
                </a:solidFill>
                <a:latin typeface="Noto Sans Kr"/>
                <a:ea typeface="Noto Sans Kr"/>
                <a:cs typeface="Noto Sans Kr"/>
              </a:defRPr>
            </a:lvl2pPr>
            <a:lvl3pPr algn="l">
              <a:buNone/>
              <a:defRPr sz="1875" b="0">
                <a:solidFill>
                  <a:srgbClr val="566A80"/>
                </a:solidFill>
                <a:latin typeface="Noto Sans Kr"/>
                <a:ea typeface="Noto Sans Kr"/>
                <a:cs typeface="Noto Sans Kr"/>
              </a:defRPr>
            </a:lvl3pPr>
            <a:lvl4pPr algn="l">
              <a:buNone/>
              <a:defRPr sz="1875" b="0">
                <a:solidFill>
                  <a:srgbClr val="566A80"/>
                </a:solidFill>
                <a:latin typeface="Noto Sans Kr"/>
                <a:ea typeface="Noto Sans Kr"/>
                <a:cs typeface="Noto Sans Kr"/>
              </a:defRPr>
            </a:lvl4pPr>
            <a:lvl5pPr algn="l">
              <a:buNone/>
              <a:defRPr sz="1875" b="0">
                <a:solidFill>
                  <a:srgbClr val="566A80"/>
                </a:solidFill>
                <a:latin typeface="Noto Sans Kr"/>
                <a:ea typeface="Noto Sans Kr"/>
                <a:cs typeface="Noto Sans Kr"/>
              </a:defRPr>
            </a:lvl5pPr>
            <a:lvl6pPr algn="l">
              <a:buNone/>
              <a:defRPr sz="1875" b="0">
                <a:solidFill>
                  <a:srgbClr val="566A80"/>
                </a:solidFill>
                <a:latin typeface="Noto Sans Kr"/>
                <a:ea typeface="Noto Sans Kr"/>
                <a:cs typeface="Noto Sans Kr"/>
              </a:defRPr>
            </a:lvl6pPr>
            <a:lvl7pPr algn="l">
              <a:buNone/>
              <a:defRPr sz="1875" b="0">
                <a:solidFill>
                  <a:srgbClr val="566A80"/>
                </a:solidFill>
                <a:latin typeface="Noto Sans Kr"/>
                <a:ea typeface="Noto Sans Kr"/>
                <a:cs typeface="Noto Sans Kr"/>
              </a:defRPr>
            </a:lvl7pPr>
            <a:lvl8pPr algn="l">
              <a:buNone/>
              <a:defRPr sz="1875" b="0">
                <a:solidFill>
                  <a:srgbClr val="566A80"/>
                </a:solidFill>
                <a:latin typeface="Noto Sans Kr"/>
                <a:ea typeface="Noto Sans Kr"/>
                <a:cs typeface="Noto Sans Kr"/>
              </a:defRPr>
            </a:lvl8pPr>
            <a:lvl9pPr algn="l">
              <a:buNone/>
              <a:defRPr sz="1875" b="0">
                <a:solidFill>
                  <a:srgbClr val="566A80"/>
                </a:solidFill>
                <a:latin typeface="Noto Sans Kr"/>
                <a:ea typeface="Noto Sans Kr"/>
                <a:cs typeface="Noto Sans Kr"/>
              </a:defRPr>
            </a:lvl9pPr>
          </a:lstStyle>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실선: 요청·조회·저장</a:t>
            </a:r>
          </a:p>
          <a:p xmlns:a="http://schemas.openxmlformats.org/drawingml/2006/main">
            <a:pPr algn="l">
              <a:buNone/>
              <a:defRPr sz="1875" b="0">
                <a:solidFill>
                  <a:srgbClr val="566A80"/>
                </a:solidFill>
                <a:latin typeface="Noto Sans Kr"/>
                <a:ea typeface="Noto Sans Kr"/>
                <a:cs typeface="Noto Sans Kr"/>
              </a:defRPr>
            </a:pPr>
            <a:r>
              <a:rPr sz="1875" b="0">
                <a:solidFill>
                  <a:srgbClr val="566A80"/>
                </a:solidFill>
                <a:latin typeface="Noto Sans Kr"/>
                <a:ea typeface="Noto Sans Kr"/>
                <a:cs typeface="Noto Sans Kr"/>
              </a:rPr>
              <a:t>점선: 평가·추적</a:t>
            </a:r>
          </a:p>
        </p:txBody>
      </p:sp>
    </p:spTree>
    <p:extLst>
      <p:ext uri="{BB962C8B-B14F-4D97-AF65-F5344CB8AC3E}">
        <p14:creationId xmlns:p14="http://schemas.microsoft.com/office/powerpoint/2010/main" val="202853982"/>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8" name="section-label">
            <a:extLst xmlns:a="http://schemas.openxmlformats.org/drawingml/2006/main">
              <a:ext uri="{FF2B5EF4-FFF2-40B4-BE49-F238E27FC236}">
                <a16:creationId xmlns:a16="http://schemas.microsoft.com/office/drawing/2014/main" id="{45395C77-27E2-47D8-9F49-3436341221F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1: 가설 기반 추가 조사</a:t>
            </a:r>
          </a:p>
        </p:txBody>
      </p:sp>
      <p:sp>
        <p:nvSpPr>
          <p:cNvPr id="2" name="page-number">
            <a:extLst xmlns:a="http://schemas.openxmlformats.org/drawingml/2006/main">
              <a:ext uri="{FF2B5EF4-FFF2-40B4-BE49-F238E27FC236}">
                <a16:creationId xmlns:a16="http://schemas.microsoft.com/office/drawing/2014/main" id="{C9E7556D-9AA7-43E4-971F-B05BB536E60B}"/>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04 / 12</a:t>
            </a:r>
          </a:p>
        </p:txBody>
      </p:sp>
      <p:sp>
        <p:nvSpPr>
          <p:cNvPr id="3" name="slide-title">
            <a:extLst xmlns:a="http://schemas.openxmlformats.org/drawingml/2006/main">
              <a:ext uri="{FF2B5EF4-FFF2-40B4-BE49-F238E27FC236}">
                <a16:creationId xmlns:a16="http://schemas.microsoft.com/office/drawing/2014/main" id="{3E0E90FD-78E6-4E2B-983A-B50C87D76F6C}"/>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원인 추정에 반증 절차 추가</a:t>
            </a:r>
          </a:p>
        </p:txBody>
      </p:sp>
      <p:sp>
        <p:nvSpPr>
          <p:cNvPr id="4" name="slide-subtitle">
            <a:extLst xmlns:a="http://schemas.openxmlformats.org/drawingml/2006/main">
              <a:ext uri="{FF2B5EF4-FFF2-40B4-BE49-F238E27FC236}">
                <a16:creationId xmlns:a16="http://schemas.microsoft.com/office/drawing/2014/main" id="{C2C5D57C-4706-45CE-83C7-90102FA9F350}"/>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경고로 추정하던 원인을, 구별 가능한 관측으로 확인합니다.</a:t>
            </a:r>
          </a:p>
        </p:txBody>
      </p:sp>
      <p:sp>
        <p:nvSpPr>
          <p:cNvPr id="5" name="scope-note">
            <a:extLst xmlns:a="http://schemas.openxmlformats.org/drawingml/2006/main">
              <a:ext uri="{FF2B5EF4-FFF2-40B4-BE49-F238E27FC236}">
                <a16:creationId xmlns:a16="http://schemas.microsoft.com/office/drawing/2014/main" id="{F2B07607-4263-4279-8E54-33E9F077E9D3}"/>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추가 조회 최대 4회·동일 5분 구간 / CPU 세 가설·교육용 합성 관측</a:t>
            </a:r>
          </a:p>
        </p:txBody>
      </p:sp>
      <p:cxnSp>
        <p:nvCxnSpPr>
          <p:cNvPr id="6" name="footer-rule">
            <a:extLst xmlns:a="http://schemas.openxmlformats.org/drawingml/2006/main">
              <a:ext uri="{FF2B5EF4-FFF2-40B4-BE49-F238E27FC236}">
                <a16:creationId xmlns:a16="http://schemas.microsoft.com/office/drawing/2014/main" id="{7AD0C466-2F97-47E1-AA01-130F0E59A1B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1F857575-30F9-4C97-92DF-5B3C5EFDFB55}"/>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rule-number-0">
            <a:extLst xmlns:a="http://schemas.openxmlformats.org/drawingml/2006/main">
              <a:ext uri="{FF2B5EF4-FFF2-40B4-BE49-F238E27FC236}">
                <a16:creationId xmlns:a16="http://schemas.microsoft.com/office/drawing/2014/main" id="{627C7213-DD33-4DC8-964B-0B52BB2332DF}"/>
              </a:ext>
            </a:extLst>
          </p:cNvPr>
          <p:cNvSpPr>
            <a:spLocks xmlns:a="http://schemas.openxmlformats.org/drawingml/2006/main" noGrp="1"/>
          </p:cNvSpPr>
          <p:nvPr/>
        </p:nvSpPr>
        <p:spPr>
          <a:xfrm xmlns:a="http://schemas.openxmlformats.org/drawingml/2006/main">
            <a:off x="1143000" y="352425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01</a:t>
            </a:r>
          </a:p>
        </p:txBody>
      </p:sp>
      <p:sp>
        <p:nvSpPr>
          <p:cNvPr id="9" name="rule-title-0">
            <a:extLst xmlns:a="http://schemas.openxmlformats.org/drawingml/2006/main">
              <a:ext uri="{FF2B5EF4-FFF2-40B4-BE49-F238E27FC236}">
                <a16:creationId xmlns:a16="http://schemas.microsoft.com/office/drawing/2014/main" id="{F314AD56-C2F2-44B0-90D8-2EA1792C594D}"/>
              </a:ext>
            </a:extLst>
          </p:cNvPr>
          <p:cNvSpPr>
            <a:spLocks xmlns:a="http://schemas.openxmlformats.org/drawingml/2006/main" noGrp="1"/>
          </p:cNvSpPr>
          <p:nvPr/>
        </p:nvSpPr>
        <p:spPr>
          <a:xfrm xmlns:a="http://schemas.openxmlformats.org/drawingml/2006/main">
            <a:off x="2381250" y="352425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조건 먼저 고정</a:t>
            </a:r>
          </a:p>
        </p:txBody>
      </p:sp>
      <p:sp>
        <p:nvSpPr>
          <p:cNvPr id="10" name="rule-body-0">
            <a:extLst xmlns:a="http://schemas.openxmlformats.org/drawingml/2006/main">
              <a:ext uri="{FF2B5EF4-FFF2-40B4-BE49-F238E27FC236}">
                <a16:creationId xmlns:a16="http://schemas.microsoft.com/office/drawing/2014/main" id="{DD6283DB-0A3D-43C1-8F5B-FF15B1DC8DE7}"/>
              </a:ext>
            </a:extLst>
          </p:cNvPr>
          <p:cNvSpPr>
            <a:spLocks xmlns:a="http://schemas.openxmlformats.org/drawingml/2006/main" noGrp="1"/>
          </p:cNvSpPr>
          <p:nvPr/>
        </p:nvSpPr>
        <p:spPr>
          <a:xfrm xmlns:a="http://schemas.openxmlformats.org/drawingml/2006/main">
            <a:off x="8096250" y="360045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작업 CPU 기여 70% 이상 지지·15% 이하 반증</a:t>
            </a:r>
          </a:p>
        </p:txBody>
      </p:sp>
      <p:sp>
        <p:nvSpPr>
          <p:cNvPr id="11" name="rule-number-1">
            <a:extLst xmlns:a="http://schemas.openxmlformats.org/drawingml/2006/main">
              <a:ext uri="{FF2B5EF4-FFF2-40B4-BE49-F238E27FC236}">
                <a16:creationId xmlns:a16="http://schemas.microsoft.com/office/drawing/2014/main" id="{2D5B71FC-331D-4787-A64D-AEFE491787DB}"/>
              </a:ext>
            </a:extLst>
          </p:cNvPr>
          <p:cNvSpPr>
            <a:spLocks xmlns:a="http://schemas.openxmlformats.org/drawingml/2006/main" noGrp="1"/>
          </p:cNvSpPr>
          <p:nvPr/>
        </p:nvSpPr>
        <p:spPr>
          <a:xfrm xmlns:a="http://schemas.openxmlformats.org/drawingml/2006/main">
            <a:off x="1143000" y="5095875"/>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02</a:t>
            </a:r>
          </a:p>
        </p:txBody>
      </p:sp>
      <p:sp>
        <p:nvSpPr>
          <p:cNvPr id="12" name="rule-title-1">
            <a:extLst xmlns:a="http://schemas.openxmlformats.org/drawingml/2006/main">
              <a:ext uri="{FF2B5EF4-FFF2-40B4-BE49-F238E27FC236}">
                <a16:creationId xmlns:a16="http://schemas.microsoft.com/office/drawing/2014/main" id="{9391035A-2EE1-4F00-BDEC-FBEDE7E8B3A9}"/>
              </a:ext>
            </a:extLst>
          </p:cNvPr>
          <p:cNvSpPr>
            <a:spLocks xmlns:a="http://schemas.openxmlformats.org/drawingml/2006/main" noGrp="1"/>
          </p:cNvSpPr>
          <p:nvPr/>
        </p:nvSpPr>
        <p:spPr>
          <a:xfrm xmlns:a="http://schemas.openxmlformats.org/drawingml/2006/main">
            <a:off x="2381250" y="50958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남은 질문 선택</a:t>
            </a:r>
          </a:p>
        </p:txBody>
      </p:sp>
      <p:sp>
        <p:nvSpPr>
          <p:cNvPr id="13" name="rule-body-1">
            <a:extLst xmlns:a="http://schemas.openxmlformats.org/drawingml/2006/main">
              <a:ext uri="{FF2B5EF4-FFF2-40B4-BE49-F238E27FC236}">
                <a16:creationId xmlns:a16="http://schemas.microsoft.com/office/drawing/2014/main" id="{B734B0FC-5E79-4A2E-A42F-1C9A599A256E}"/>
              </a:ext>
            </a:extLst>
          </p:cNvPr>
          <p:cNvSpPr>
            <a:spLocks xmlns:a="http://schemas.openxmlformats.org/drawingml/2006/main" noGrp="1"/>
          </p:cNvSpPr>
          <p:nvPr/>
        </p:nvSpPr>
        <p:spPr>
          <a:xfrm xmlns:a="http://schemas.openxmlformats.org/drawingml/2006/main">
            <a:off x="8096250" y="5172075"/>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LLM이 허용된 미수행 관측을 선택</a:t>
            </a:r>
          </a:p>
        </p:txBody>
      </p:sp>
      <p:sp>
        <p:nvSpPr>
          <p:cNvPr id="14" name="rule-number-2">
            <a:extLst xmlns:a="http://schemas.openxmlformats.org/drawingml/2006/main">
              <a:ext uri="{FF2B5EF4-FFF2-40B4-BE49-F238E27FC236}">
                <a16:creationId xmlns:a16="http://schemas.microsoft.com/office/drawing/2014/main" id="{8C8E0150-F14F-4C3A-8CB0-BAB6D5A6DA78}"/>
              </a:ext>
            </a:extLst>
          </p:cNvPr>
          <p:cNvSpPr>
            <a:spLocks xmlns:a="http://schemas.openxmlformats.org/drawingml/2006/main" noGrp="1"/>
          </p:cNvSpPr>
          <p:nvPr/>
        </p:nvSpPr>
        <p:spPr>
          <a:xfrm xmlns:a="http://schemas.openxmlformats.org/drawingml/2006/main">
            <a:off x="1143000" y="6667500"/>
            <a:ext cx="9048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2B5BEB"/>
                </a:solidFill>
                <a:latin typeface="Noto Sans Bold"/>
                <a:ea typeface="Noto Sans Bold"/>
                <a:cs typeface="Noto Sans Bold"/>
              </a:defRPr>
            </a:defPPr>
            <a:lvl1pPr algn="l">
              <a:defRPr sz="3450" b="1">
                <a:solidFill>
                  <a:srgbClr val="2B5BEB"/>
                </a:solidFill>
                <a:latin typeface="Noto Sans Bold"/>
                <a:ea typeface="Noto Sans Bold"/>
                <a:cs typeface="Noto Sans Bold"/>
              </a:defRPr>
            </a:lvl1pPr>
            <a:lvl2pPr algn="l">
              <a:defRPr sz="3450" b="1">
                <a:solidFill>
                  <a:srgbClr val="2B5BEB"/>
                </a:solidFill>
                <a:latin typeface="Noto Sans Bold"/>
                <a:ea typeface="Noto Sans Bold"/>
                <a:cs typeface="Noto Sans Bold"/>
              </a:defRPr>
            </a:lvl2pPr>
            <a:lvl3pPr algn="l">
              <a:defRPr sz="3450" b="1">
                <a:solidFill>
                  <a:srgbClr val="2B5BEB"/>
                </a:solidFill>
                <a:latin typeface="Noto Sans Bold"/>
                <a:ea typeface="Noto Sans Bold"/>
                <a:cs typeface="Noto Sans Bold"/>
              </a:defRPr>
            </a:lvl3pPr>
            <a:lvl4pPr algn="l">
              <a:defRPr sz="3450" b="1">
                <a:solidFill>
                  <a:srgbClr val="2B5BEB"/>
                </a:solidFill>
                <a:latin typeface="Noto Sans Bold"/>
                <a:ea typeface="Noto Sans Bold"/>
                <a:cs typeface="Noto Sans Bold"/>
              </a:defRPr>
            </a:lvl4pPr>
            <a:lvl5pPr algn="l">
              <a:defRPr sz="3450" b="1">
                <a:solidFill>
                  <a:srgbClr val="2B5BEB"/>
                </a:solidFill>
                <a:latin typeface="Noto Sans Bold"/>
                <a:ea typeface="Noto Sans Bold"/>
                <a:cs typeface="Noto Sans Bold"/>
              </a:defRPr>
            </a:lvl5pPr>
            <a:lvl6pPr algn="l">
              <a:defRPr sz="3450" b="1">
                <a:solidFill>
                  <a:srgbClr val="2B5BEB"/>
                </a:solidFill>
                <a:latin typeface="Noto Sans Bold"/>
                <a:ea typeface="Noto Sans Bold"/>
                <a:cs typeface="Noto Sans Bold"/>
              </a:defRPr>
            </a:lvl6pPr>
            <a:lvl7pPr algn="l">
              <a:defRPr sz="3450" b="1">
                <a:solidFill>
                  <a:srgbClr val="2B5BEB"/>
                </a:solidFill>
                <a:latin typeface="Noto Sans Bold"/>
                <a:ea typeface="Noto Sans Bold"/>
                <a:cs typeface="Noto Sans Bold"/>
              </a:defRPr>
            </a:lvl7pPr>
            <a:lvl8pPr algn="l">
              <a:defRPr sz="3450" b="1">
                <a:solidFill>
                  <a:srgbClr val="2B5BEB"/>
                </a:solidFill>
                <a:latin typeface="Noto Sans Bold"/>
                <a:ea typeface="Noto Sans Bold"/>
                <a:cs typeface="Noto Sans Bold"/>
              </a:defRPr>
            </a:lvl8pPr>
            <a:lvl9pPr algn="l">
              <a:defRPr sz="3450" b="1">
                <a:solidFill>
                  <a:srgbClr val="2B5BEB"/>
                </a:solidFill>
                <a:latin typeface="Noto Sans Bold"/>
                <a:ea typeface="Noto Sans Bold"/>
                <a:cs typeface="Noto Sans Bold"/>
              </a:defRPr>
            </a:lvl9pPr>
          </a:lstStyle>
          <a:p xmlns:a="http://schemas.openxmlformats.org/drawingml/2006/main">
            <a:pPr algn="l">
              <a:defRPr sz="3450" b="1">
                <a:solidFill>
                  <a:srgbClr val="2B5BEB"/>
                </a:solidFill>
                <a:latin typeface="Noto Sans Bold"/>
                <a:ea typeface="Noto Sans Bold"/>
                <a:cs typeface="Noto Sans Bold"/>
              </a:defRPr>
            </a:pPr>
            <a:r>
              <a:rPr sz="3450" b="1">
                <a:solidFill>
                  <a:srgbClr val="2B5BEB"/>
                </a:solidFill>
                <a:latin typeface="Noto Sans Bold"/>
                <a:ea typeface="Noto Sans Bold"/>
                <a:cs typeface="Noto Sans Bold"/>
              </a:rPr>
              <a:t>03</a:t>
            </a:r>
          </a:p>
        </p:txBody>
      </p:sp>
      <p:sp>
        <p:nvSpPr>
          <p:cNvPr id="15" name="rule-title-2">
            <a:extLst xmlns:a="http://schemas.openxmlformats.org/drawingml/2006/main">
              <a:ext uri="{FF2B5EF4-FFF2-40B4-BE49-F238E27FC236}">
                <a16:creationId xmlns:a16="http://schemas.microsoft.com/office/drawing/2014/main" id="{425E6A12-419B-442B-9B38-C2488324627C}"/>
              </a:ext>
            </a:extLst>
          </p:cNvPr>
          <p:cNvSpPr>
            <a:spLocks xmlns:a="http://schemas.openxmlformats.org/drawingml/2006/main" noGrp="1"/>
          </p:cNvSpPr>
          <p:nvPr/>
        </p:nvSpPr>
        <p:spPr>
          <a:xfrm xmlns:a="http://schemas.openxmlformats.org/drawingml/2006/main">
            <a:off x="2381250" y="6667500"/>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450" b="1">
                <a:solidFill>
                  <a:srgbClr val="122C46"/>
                </a:solidFill>
                <a:latin typeface="Noto Sans Bold"/>
                <a:ea typeface="Noto Sans Bold"/>
                <a:cs typeface="Noto Sans Bold"/>
              </a:defRPr>
            </a:defPPr>
            <a:lvl1pPr algn="l">
              <a:defRPr sz="3450" b="1">
                <a:solidFill>
                  <a:srgbClr val="122C46"/>
                </a:solidFill>
                <a:latin typeface="Noto Sans Bold"/>
                <a:ea typeface="Noto Sans Bold"/>
                <a:cs typeface="Noto Sans Bold"/>
              </a:defRPr>
            </a:lvl1pPr>
            <a:lvl2pPr algn="l">
              <a:defRPr sz="3450" b="1">
                <a:solidFill>
                  <a:srgbClr val="122C46"/>
                </a:solidFill>
                <a:latin typeface="Noto Sans Bold"/>
                <a:ea typeface="Noto Sans Bold"/>
                <a:cs typeface="Noto Sans Bold"/>
              </a:defRPr>
            </a:lvl2pPr>
            <a:lvl3pPr algn="l">
              <a:defRPr sz="3450" b="1">
                <a:solidFill>
                  <a:srgbClr val="122C46"/>
                </a:solidFill>
                <a:latin typeface="Noto Sans Bold"/>
                <a:ea typeface="Noto Sans Bold"/>
                <a:cs typeface="Noto Sans Bold"/>
              </a:defRPr>
            </a:lvl3pPr>
            <a:lvl4pPr algn="l">
              <a:defRPr sz="3450" b="1">
                <a:solidFill>
                  <a:srgbClr val="122C46"/>
                </a:solidFill>
                <a:latin typeface="Noto Sans Bold"/>
                <a:ea typeface="Noto Sans Bold"/>
                <a:cs typeface="Noto Sans Bold"/>
              </a:defRPr>
            </a:lvl4pPr>
            <a:lvl5pPr algn="l">
              <a:defRPr sz="3450" b="1">
                <a:solidFill>
                  <a:srgbClr val="122C46"/>
                </a:solidFill>
                <a:latin typeface="Noto Sans Bold"/>
                <a:ea typeface="Noto Sans Bold"/>
                <a:cs typeface="Noto Sans Bold"/>
              </a:defRPr>
            </a:lvl5pPr>
            <a:lvl6pPr algn="l">
              <a:defRPr sz="3450" b="1">
                <a:solidFill>
                  <a:srgbClr val="122C46"/>
                </a:solidFill>
                <a:latin typeface="Noto Sans Bold"/>
                <a:ea typeface="Noto Sans Bold"/>
                <a:cs typeface="Noto Sans Bold"/>
              </a:defRPr>
            </a:lvl6pPr>
            <a:lvl7pPr algn="l">
              <a:defRPr sz="3450" b="1">
                <a:solidFill>
                  <a:srgbClr val="122C46"/>
                </a:solidFill>
                <a:latin typeface="Noto Sans Bold"/>
                <a:ea typeface="Noto Sans Bold"/>
                <a:cs typeface="Noto Sans Bold"/>
              </a:defRPr>
            </a:lvl7pPr>
            <a:lvl8pPr algn="l">
              <a:defRPr sz="3450" b="1">
                <a:solidFill>
                  <a:srgbClr val="122C46"/>
                </a:solidFill>
                <a:latin typeface="Noto Sans Bold"/>
                <a:ea typeface="Noto Sans Bold"/>
                <a:cs typeface="Noto Sans Bold"/>
              </a:defRPr>
            </a:lvl8pPr>
            <a:lvl9pPr algn="l">
              <a:defRPr sz="3450" b="1">
                <a:solidFill>
                  <a:srgbClr val="122C46"/>
                </a:solidFill>
                <a:latin typeface="Noto Sans Bold"/>
                <a:ea typeface="Noto Sans Bold"/>
                <a:cs typeface="Noto Sans Bold"/>
              </a:defRPr>
            </a:lvl9pPr>
          </a:lstStyle>
          <a:p xmlns:a="http://schemas.openxmlformats.org/drawingml/2006/main">
            <a:pPr algn="l">
              <a:defRPr sz="3450" b="1">
                <a:solidFill>
                  <a:srgbClr val="122C46"/>
                </a:solidFill>
                <a:latin typeface="Noto Sans Bold"/>
                <a:ea typeface="Noto Sans Bold"/>
                <a:cs typeface="Noto Sans Bold"/>
              </a:defRPr>
            </a:pPr>
            <a:r>
              <a:rPr sz="3450" b="1">
                <a:solidFill>
                  <a:srgbClr val="122C46"/>
                </a:solidFill>
                <a:latin typeface="Noto Sans Bold"/>
                <a:ea typeface="Noto Sans Bold"/>
                <a:cs typeface="Noto Sans Bold"/>
              </a:rPr>
              <a:t>판정·다음 단계</a:t>
            </a:r>
          </a:p>
        </p:txBody>
      </p:sp>
      <p:sp>
        <p:nvSpPr>
          <p:cNvPr id="16" name="rule-body-2">
            <a:extLst xmlns:a="http://schemas.openxmlformats.org/drawingml/2006/main">
              <a:ext uri="{FF2B5EF4-FFF2-40B4-BE49-F238E27FC236}">
                <a16:creationId xmlns:a16="http://schemas.microsoft.com/office/drawing/2014/main" id="{D9A76086-138B-4290-9164-38EEB91F233D}"/>
              </a:ext>
            </a:extLst>
          </p:cNvPr>
          <p:cNvSpPr>
            <a:spLocks xmlns:a="http://schemas.openxmlformats.org/drawingml/2006/main" noGrp="1"/>
          </p:cNvSpPr>
          <p:nvPr/>
        </p:nvSpPr>
        <p:spPr>
          <a:xfrm xmlns:a="http://schemas.openxmlformats.org/drawingml/2006/main">
            <a:off x="8096250" y="6743700"/>
            <a:ext cx="904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코드가 관측을 대조해 반복·종료·보류</a:t>
            </a:r>
          </a:p>
        </p:txBody>
      </p:sp>
      <p:sp>
        <p:nvSpPr>
          <p:cNvPr id="17" name="investigation-stop-policy">
            <a:extLst xmlns:a="http://schemas.openxmlformats.org/drawingml/2006/main">
              <a:ext uri="{FF2B5EF4-FFF2-40B4-BE49-F238E27FC236}">
                <a16:creationId xmlns:a16="http://schemas.microsoft.com/office/drawing/2014/main" id="{708F12F9-22D2-4CA5-842B-B25DFFA86360}"/>
              </a:ext>
            </a:extLst>
          </p:cNvPr>
          <p:cNvSpPr>
            <a:spLocks xmlns:a="http://schemas.openxmlformats.org/drawingml/2006/main" noGrp="1"/>
          </p:cNvSpPr>
          <p:nvPr/>
        </p:nvSpPr>
        <p:spPr>
          <a:xfrm xmlns:a="http://schemas.openxmlformats.org/drawingml/2006/main">
            <a:off x="1143000" y="823912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defRPr sz="2550" b="1">
                <a:solidFill>
                  <a:srgbClr val="087F7A"/>
                </a:solidFill>
                <a:latin typeface="Noto Sans Bold"/>
                <a:ea typeface="Noto Sans Bold"/>
                <a:cs typeface="Noto Sans Bold"/>
              </a:defRPr>
            </a:lvl1pPr>
            <a:lvl2pPr algn="l">
              <a:defRPr sz="2550" b="1">
                <a:solidFill>
                  <a:srgbClr val="087F7A"/>
                </a:solidFill>
                <a:latin typeface="Noto Sans Bold"/>
                <a:ea typeface="Noto Sans Bold"/>
                <a:cs typeface="Noto Sans Bold"/>
              </a:defRPr>
            </a:lvl2pPr>
            <a:lvl3pPr algn="l">
              <a:defRPr sz="2550" b="1">
                <a:solidFill>
                  <a:srgbClr val="087F7A"/>
                </a:solidFill>
                <a:latin typeface="Noto Sans Bold"/>
                <a:ea typeface="Noto Sans Bold"/>
                <a:cs typeface="Noto Sans Bold"/>
              </a:defRPr>
            </a:lvl3pPr>
            <a:lvl4pPr algn="l">
              <a:defRPr sz="2550" b="1">
                <a:solidFill>
                  <a:srgbClr val="087F7A"/>
                </a:solidFill>
                <a:latin typeface="Noto Sans Bold"/>
                <a:ea typeface="Noto Sans Bold"/>
                <a:cs typeface="Noto Sans Bold"/>
              </a:defRPr>
            </a:lvl4pPr>
            <a:lvl5pPr algn="l">
              <a:defRPr sz="2550" b="1">
                <a:solidFill>
                  <a:srgbClr val="087F7A"/>
                </a:solidFill>
                <a:latin typeface="Noto Sans Bold"/>
                <a:ea typeface="Noto Sans Bold"/>
                <a:cs typeface="Noto Sans Bold"/>
              </a:defRPr>
            </a:lvl5pPr>
            <a:lvl6pPr algn="l">
              <a:defRPr sz="2550" b="1">
                <a:solidFill>
                  <a:srgbClr val="087F7A"/>
                </a:solidFill>
                <a:latin typeface="Noto Sans Bold"/>
                <a:ea typeface="Noto Sans Bold"/>
                <a:cs typeface="Noto Sans Bold"/>
              </a:defRPr>
            </a:lvl6pPr>
            <a:lvl7pPr algn="l">
              <a:defRPr sz="2550" b="1">
                <a:solidFill>
                  <a:srgbClr val="087F7A"/>
                </a:solidFill>
                <a:latin typeface="Noto Sans Bold"/>
                <a:ea typeface="Noto Sans Bold"/>
                <a:cs typeface="Noto Sans Bold"/>
              </a:defRPr>
            </a:lvl7pPr>
            <a:lvl8pPr algn="l">
              <a:defRPr sz="2550" b="1">
                <a:solidFill>
                  <a:srgbClr val="087F7A"/>
                </a:solidFill>
                <a:latin typeface="Noto Sans Bold"/>
                <a:ea typeface="Noto Sans Bold"/>
                <a:cs typeface="Noto Sans Bold"/>
              </a:defRPr>
            </a:lvl8pPr>
            <a:lvl9pPr algn="l">
              <a:defRPr sz="2550" b="1">
                <a:solidFill>
                  <a:srgbClr val="087F7A"/>
                </a:solidFill>
                <a:latin typeface="Noto Sans Bold"/>
                <a:ea typeface="Noto Sans Bold"/>
                <a:cs typeface="Noto Sans Bold"/>
              </a:defRPr>
            </a:lvl9pPr>
          </a:lstStyle>
          <a:p xmlns:a="http://schemas.openxmlformats.org/drawingml/2006/main">
            <a:pPr algn="l">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교차 지지와 경쟁 가설의 반증 확보 시 조기 종료</a:t>
            </a:r>
          </a:p>
        </p:txBody>
      </p:sp>
    </p:spTree>
    <p:extLst>
      <p:ext uri="{BB962C8B-B14F-4D97-AF65-F5344CB8AC3E}">
        <p14:creationId xmlns:p14="http://schemas.microsoft.com/office/powerpoint/2010/main" val="1768256028"/>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B9A0E8AB-FC9B-4298-ACCE-5E5D727D9A83}"/>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2: 조사 과정을 보는 화면</a:t>
            </a:r>
          </a:p>
        </p:txBody>
      </p:sp>
      <p:sp>
        <p:nvSpPr>
          <p:cNvPr id="2" name="page-number">
            <a:extLst xmlns:a="http://schemas.openxmlformats.org/drawingml/2006/main">
              <a:ext uri="{FF2B5EF4-FFF2-40B4-BE49-F238E27FC236}">
                <a16:creationId xmlns:a16="http://schemas.microsoft.com/office/drawing/2014/main" id="{6300F2BE-9234-46E1-8F9E-31BA94A56E0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05 / 12</a:t>
            </a:r>
          </a:p>
        </p:txBody>
      </p:sp>
      <p:sp>
        <p:nvSpPr>
          <p:cNvPr id="3" name="slide-title">
            <a:extLst xmlns:a="http://schemas.openxmlformats.org/drawingml/2006/main">
              <a:ext uri="{FF2B5EF4-FFF2-40B4-BE49-F238E27FC236}">
                <a16:creationId xmlns:a16="http://schemas.microsoft.com/office/drawing/2014/main" id="{E1370542-E7B1-477A-9FB1-21899773B4B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조사 이유와 판단 변화 표시</a:t>
            </a:r>
          </a:p>
        </p:txBody>
      </p:sp>
      <p:sp>
        <p:nvSpPr>
          <p:cNvPr id="4" name="slide-subtitle">
            <a:extLst xmlns:a="http://schemas.openxmlformats.org/drawingml/2006/main">
              <a:ext uri="{FF2B5EF4-FFF2-40B4-BE49-F238E27FC236}">
                <a16:creationId xmlns:a16="http://schemas.microsoft.com/office/drawing/2014/main" id="{CBD0337E-DE0C-4C55-9B95-F632782315DB}"/>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최종 답변에 더해, 관측과 가설 상태가 바뀐 이력을 보여줍니다.</a:t>
            </a:r>
          </a:p>
        </p:txBody>
      </p:sp>
      <p:sp>
        <p:nvSpPr>
          <p:cNvPr id="5" name="scope-note">
            <a:extLst xmlns:a="http://schemas.openxmlformats.org/drawingml/2006/main">
              <a:ext uri="{FF2B5EF4-FFF2-40B4-BE49-F238E27FC236}">
                <a16:creationId xmlns:a16="http://schemas.microsoft.com/office/drawing/2014/main" id="{3A9C67E0-E852-4A80-8C84-82D7DB57ADDB}"/>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Ollama 보존 실행 / 교육용 합성 관측 / 원본 화면의 결과 영역 발췌</a:t>
            </a:r>
          </a:p>
        </p:txBody>
      </p:sp>
      <p:cxnSp>
        <p:nvCxnSpPr>
          <p:cNvPr id="6" name="footer-rule">
            <a:extLst xmlns:a="http://schemas.openxmlformats.org/drawingml/2006/main">
              <a:ext uri="{FF2B5EF4-FFF2-40B4-BE49-F238E27FC236}">
                <a16:creationId xmlns:a16="http://schemas.microsoft.com/office/drawing/2014/main" id="{CE3BB639-3FCF-4A15-B4E4-D04E0BA18566}"/>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6B0FF06-8B05-4F71-953D-97D3D1C91D92}"/>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pic>
        <p:nvPicPr>
          <p:cNvPr id="8" name="">
            <a:extLst xmlns:a="http://schemas.openxmlformats.org/drawingml/2006/main">
              <a:ext uri="{FF2B5EF4-FFF2-40B4-BE49-F238E27FC236}">
                <a16:creationId xmlns:a16="http://schemas.microsoft.com/office/drawing/2014/main" id="{8170004C-EA63-4957-B338-32B01560B469}"/>
              </a:ext>
            </a:extLst>
          </p:cNvPr>
          <p:cNvPicPr>
            <a:picLocks xmlns:a="http://schemas.openxmlformats.org/drawingml/2006/main" noChangeAspect="1"/>
          </p:cNvPicPr>
          <p:nvPr/>
        </p:nvPicPr>
        <p:blipFill>
          <a:blip xmlns:r="http://schemas.openxmlformats.org/officeDocument/2006/relationships" xmlns:a="http://schemas.openxmlformats.org/drawingml/2006/main" r:embed="Rbd55dbfe958e4e7d"/>
          <a:srcRect xmlns:a="http://schemas.openxmlformats.org/drawingml/2006/main" l="19531" t="55833" r="25781" b="13611"/>
          <a:stretch xmlns:a="http://schemas.openxmlformats.org/drawingml/2006/main"/>
        </p:blipFill>
        <p:spPr>
          <a:xfrm xmlns:a="http://schemas.openxmlformats.org/drawingml/2006/main">
            <a:off x="1428750" y="3238500"/>
            <a:ext cx="15430500" cy="4849559"/>
          </a:xfrm>
          <a:prstGeom xmlns:a="http://schemas.openxmlformats.org/drawingml/2006/main" prst="rect">
            <a:avLst/>
          </a:prstGeom>
        </p:spPr>
      </p:pic>
      <p:sp>
        <p:nvSpPr>
          <p:cNvPr id="9" name="actual-stop-reason">
            <a:extLst xmlns:a="http://schemas.openxmlformats.org/drawingml/2006/main">
              <a:ext uri="{FF2B5EF4-FFF2-40B4-BE49-F238E27FC236}">
                <a16:creationId xmlns:a16="http://schemas.microsoft.com/office/drawing/2014/main" id="{4BD22A07-7E17-4B5F-AFE0-7EDEA71322F3}"/>
              </a:ext>
            </a:extLst>
          </p:cNvPr>
          <p:cNvSpPr>
            <a:spLocks xmlns:a="http://schemas.openxmlformats.org/drawingml/2006/main" noGrp="1"/>
          </p:cNvSpPr>
          <p:nvPr/>
        </p:nvSpPr>
        <p:spPr>
          <a:xfrm xmlns:a="http://schemas.openxmlformats.org/drawingml/2006/main">
            <a:off x="1143000" y="8372475"/>
            <a:ext cx="1600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550" b="1">
                <a:solidFill>
                  <a:srgbClr val="087F7A"/>
                </a:solidFill>
                <a:latin typeface="Noto Sans Bold"/>
                <a:ea typeface="Noto Sans Bold"/>
                <a:cs typeface="Noto Sans Bold"/>
              </a:defRPr>
            </a:defPPr>
            <a:lvl1pPr algn="l">
              <a:defRPr sz="2550" b="1">
                <a:solidFill>
                  <a:srgbClr val="087F7A"/>
                </a:solidFill>
                <a:latin typeface="Noto Sans Bold"/>
                <a:ea typeface="Noto Sans Bold"/>
                <a:cs typeface="Noto Sans Bold"/>
              </a:defRPr>
            </a:lvl1pPr>
            <a:lvl2pPr algn="l">
              <a:defRPr sz="2550" b="1">
                <a:solidFill>
                  <a:srgbClr val="087F7A"/>
                </a:solidFill>
                <a:latin typeface="Noto Sans Bold"/>
                <a:ea typeface="Noto Sans Bold"/>
                <a:cs typeface="Noto Sans Bold"/>
              </a:defRPr>
            </a:lvl2pPr>
            <a:lvl3pPr algn="l">
              <a:defRPr sz="2550" b="1">
                <a:solidFill>
                  <a:srgbClr val="087F7A"/>
                </a:solidFill>
                <a:latin typeface="Noto Sans Bold"/>
                <a:ea typeface="Noto Sans Bold"/>
                <a:cs typeface="Noto Sans Bold"/>
              </a:defRPr>
            </a:lvl3pPr>
            <a:lvl4pPr algn="l">
              <a:defRPr sz="2550" b="1">
                <a:solidFill>
                  <a:srgbClr val="087F7A"/>
                </a:solidFill>
                <a:latin typeface="Noto Sans Bold"/>
                <a:ea typeface="Noto Sans Bold"/>
                <a:cs typeface="Noto Sans Bold"/>
              </a:defRPr>
            </a:lvl4pPr>
            <a:lvl5pPr algn="l">
              <a:defRPr sz="2550" b="1">
                <a:solidFill>
                  <a:srgbClr val="087F7A"/>
                </a:solidFill>
                <a:latin typeface="Noto Sans Bold"/>
                <a:ea typeface="Noto Sans Bold"/>
                <a:cs typeface="Noto Sans Bold"/>
              </a:defRPr>
            </a:lvl5pPr>
            <a:lvl6pPr algn="l">
              <a:defRPr sz="2550" b="1">
                <a:solidFill>
                  <a:srgbClr val="087F7A"/>
                </a:solidFill>
                <a:latin typeface="Noto Sans Bold"/>
                <a:ea typeface="Noto Sans Bold"/>
                <a:cs typeface="Noto Sans Bold"/>
              </a:defRPr>
            </a:lvl6pPr>
            <a:lvl7pPr algn="l">
              <a:defRPr sz="2550" b="1">
                <a:solidFill>
                  <a:srgbClr val="087F7A"/>
                </a:solidFill>
                <a:latin typeface="Noto Sans Bold"/>
                <a:ea typeface="Noto Sans Bold"/>
                <a:cs typeface="Noto Sans Bold"/>
              </a:defRPr>
            </a:lvl7pPr>
            <a:lvl8pPr algn="l">
              <a:defRPr sz="2550" b="1">
                <a:solidFill>
                  <a:srgbClr val="087F7A"/>
                </a:solidFill>
                <a:latin typeface="Noto Sans Bold"/>
                <a:ea typeface="Noto Sans Bold"/>
                <a:cs typeface="Noto Sans Bold"/>
              </a:defRPr>
            </a:lvl8pPr>
            <a:lvl9pPr algn="l">
              <a:defRPr sz="2550" b="1">
                <a:solidFill>
                  <a:srgbClr val="087F7A"/>
                </a:solidFill>
                <a:latin typeface="Noto Sans Bold"/>
                <a:ea typeface="Noto Sans Bold"/>
                <a:cs typeface="Noto Sans Bold"/>
              </a:defRPr>
            </a:lvl9pPr>
          </a:lstStyle>
          <a:p xmlns:a="http://schemas.openxmlformats.org/drawingml/2006/main">
            <a:pPr algn="l">
              <a:defRPr sz="2550" b="1">
                <a:solidFill>
                  <a:srgbClr val="087F7A"/>
                </a:solidFill>
                <a:latin typeface="Noto Sans Bold"/>
                <a:ea typeface="Noto Sans Bold"/>
                <a:cs typeface="Noto Sans Bold"/>
              </a:defRPr>
            </a:pPr>
            <a:r>
              <a:rPr sz="2550" b="1">
                <a:solidFill>
                  <a:srgbClr val="087F7A"/>
                </a:solidFill>
                <a:latin typeface="Noto Sans Bold"/>
                <a:ea typeface="Noto Sans Bold"/>
                <a:cs typeface="Noto Sans Bold"/>
              </a:rPr>
              <a:t>새 과정 화면: 조사 이유·사전 조건·관측·판단 변화 기록</a:t>
            </a:r>
          </a:p>
        </p:txBody>
      </p:sp>
    </p:spTree>
    <p:extLst>
      <p:ext uri="{BB962C8B-B14F-4D97-AF65-F5344CB8AC3E}">
        <p14:creationId xmlns:p14="http://schemas.microsoft.com/office/powerpoint/2010/main" val="393505279"/>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0543FF7B-99A3-4F12-9F62-EE186D046DFB}"/>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1: 추가 관측의 효과</a:t>
            </a:r>
          </a:p>
        </p:txBody>
      </p:sp>
      <p:sp>
        <p:nvSpPr>
          <p:cNvPr id="2" name="page-number">
            <a:extLst xmlns:a="http://schemas.openxmlformats.org/drawingml/2006/main">
              <a:ext uri="{FF2B5EF4-FFF2-40B4-BE49-F238E27FC236}">
                <a16:creationId xmlns:a16="http://schemas.microsoft.com/office/drawing/2014/main" id="{CCDBA930-E664-4FE6-94E5-3235A91FB463}"/>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06 / 12</a:t>
            </a:r>
          </a:p>
        </p:txBody>
      </p:sp>
      <p:sp>
        <p:nvSpPr>
          <p:cNvPr id="3" name="slide-title">
            <a:extLst xmlns:a="http://schemas.openxmlformats.org/drawingml/2006/main">
              <a:ext uri="{FF2B5EF4-FFF2-40B4-BE49-F238E27FC236}">
                <a16:creationId xmlns:a16="http://schemas.microsoft.com/office/drawing/2014/main" id="{CA79D985-AEFD-4A78-BAA7-E3F539CB18E6}"/>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같은 경고에서 달라진 판단</a:t>
            </a:r>
          </a:p>
        </p:txBody>
      </p:sp>
      <p:sp>
        <p:nvSpPr>
          <p:cNvPr id="4" name="slide-subtitle">
            <a:extLst xmlns:a="http://schemas.openxmlformats.org/drawingml/2006/main">
              <a:ext uri="{FF2B5EF4-FFF2-40B4-BE49-F238E27FC236}">
                <a16:creationId xmlns:a16="http://schemas.microsoft.com/office/drawing/2014/main" id="{7ED609F2-23F0-4E43-A6F7-42B29B5649B5}"/>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최초 조건은 동일: CPU 91%와 중복 배치 경고</a:t>
            </a:r>
          </a:p>
        </p:txBody>
      </p:sp>
      <p:sp>
        <p:nvSpPr>
          <p:cNvPr id="5" name="scope-note">
            <a:extLst xmlns:a="http://schemas.openxmlformats.org/drawingml/2006/main">
              <a:ext uri="{FF2B5EF4-FFF2-40B4-BE49-F238E27FC236}">
                <a16:creationId xmlns:a16="http://schemas.microsoft.com/office/drawing/2014/main" id="{4450DCC5-9ACD-428B-8B8A-72F4F6287997}"/>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실제 LLM 실행 발췌 / 합성 관측 / 개선 버전 내 두 사례 비교·버전 전후 성능 비교와 구분</a:t>
            </a:r>
          </a:p>
        </p:txBody>
      </p:sp>
      <p:cxnSp>
        <p:nvCxnSpPr>
          <p:cNvPr id="6" name="footer-rule">
            <a:extLst xmlns:a="http://schemas.openxmlformats.org/drawingml/2006/main">
              <a:ext uri="{FF2B5EF4-FFF2-40B4-BE49-F238E27FC236}">
                <a16:creationId xmlns:a16="http://schemas.microsoft.com/office/drawing/2014/main" id="{350DA20F-3625-43E8-867B-F6CE65FE8593}"/>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E5CCF5B4-B82F-4B43-847F-91EF6732201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6FB4ABF1-6252-4E10-945A-14E0DF148169}"/>
              </a:ext>
            </a:extLst>
          </p:cNvPr>
          <p:cNvGraphicFramePr/>
          <p:nvPr/>
        </p:nvGraphicFramePr>
        <p:xfrm>
          <a:off xmlns:a="http://schemas.openxmlformats.org/drawingml/2006/main" x="1143000" y="3714750"/>
          <a:ext xmlns:a="http://schemas.openxmlformats.org/drawingml/2006/main" cx="16002000" cy="3590925"/>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A · 배치 가설 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B · 요청량 가설 사례</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524000">
                <a:tc>
                  <a:txBody>
                    <a:bodyPr/>
                    <a:lstStyle/>
                    <a:p>
                      <a:r>
                        <a:rPr sz="2700">
                          <a:solidFill>
                            <a:srgbClr val="122C46"/>
                          </a:solidFill>
                          <a:latin typeface="Noto Sans Kr"/>
                          <a:ea typeface="Noto Sans Kr"/>
                          <a:cs typeface="Noto Sans Kr"/>
                        </a:rPr>
                        <a:t>배치 CPU 기여 86%</a:t>
                      </a:r>
                    </a:p>
                    <a:p>
                      <a:r>
                        <a:rPr sz="2700">
                          <a:solidFill>
                            <a:srgbClr val="122C46"/>
                          </a:solidFill>
                          <a:latin typeface="Noto Sans Kr"/>
                          <a:ea typeface="Noto Sans Kr"/>
                          <a:cs typeface="Noto Sans Kr"/>
                        </a:rPr>
                        <a:t>중복 작업 2개·4분 겹침</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배치 CPU 5%·요청 처리 88%</a:t>
                      </a:r>
                    </a:p>
                    <a:p>
                      <a:r>
                        <a:rPr sz="2700">
                          <a:solidFill>
                            <a:srgbClr val="122C46"/>
                          </a:solidFill>
                          <a:latin typeface="Noto Sans Kr"/>
                          <a:ea typeface="Noto Sans Kr"/>
                          <a:cs typeface="Noto Sans Kr"/>
                        </a:rPr>
                        <a:t>요청량 100 → 320 RPS (3.20배)</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381125">
                <a:tc>
                  <a:txBody>
                    <a:bodyPr/>
                    <a:lstStyle/>
                    <a:p>
                      <a:r>
                        <a:rPr sz="2700" b="1">
                          <a:solidFill>
                            <a:srgbClr val="087F7A"/>
                          </a:solidFill>
                          <a:latin typeface="Noto Sans Bold"/>
                          <a:ea typeface="Noto Sans Bold"/>
                          <a:cs typeface="Noto Sans Bold"/>
                        </a:rPr>
                        <a:t>배치 가설 교차 지지</a:t>
                      </a:r>
                    </a:p>
                    <a:p>
                      <a:r>
                        <a:rPr sz="2700" b="1">
                          <a:solidFill>
                            <a:srgbClr val="087F7A"/>
                          </a:solidFill>
                          <a:latin typeface="Noto Sans Bold"/>
                          <a:ea typeface="Noto Sans Bold"/>
                          <a:cs typeface="Noto Sans Bold"/>
                        </a:rPr>
                        <a:t>추가 조회 3회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b="1">
                          <a:solidFill>
                            <a:srgbClr val="2B5BEB"/>
                          </a:solidFill>
                          <a:latin typeface="Noto Sans Bold"/>
                          <a:ea typeface="Noto Sans Bold"/>
                          <a:cs typeface="Noto Sans Bold"/>
                        </a:rPr>
                        <a:t>요청량 가설 교차 지지</a:t>
                      </a:r>
                    </a:p>
                    <a:p>
                      <a:r>
                        <a:rPr sz="2700" b="1">
                          <a:solidFill>
                            <a:srgbClr val="2B5BEB"/>
                          </a:solidFill>
                          <a:latin typeface="Noto Sans Bold"/>
                          <a:ea typeface="Noto Sans Bold"/>
                          <a:cs typeface="Noto Sans Bold"/>
                        </a:rPr>
                        <a:t>추가 조회 2회</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comparison-message">
            <a:extLst xmlns:a="http://schemas.openxmlformats.org/drawingml/2006/main">
              <a:ext uri="{FF2B5EF4-FFF2-40B4-BE49-F238E27FC236}">
                <a16:creationId xmlns:a16="http://schemas.microsoft.com/office/drawing/2014/main" id="{23C69D6B-C083-4118-BA33-2CDD874D4C6A}"/>
              </a:ext>
            </a:extLst>
          </p:cNvPr>
          <p:cNvSpPr>
            <a:spLocks xmlns:a="http://schemas.openxmlformats.org/drawingml/2006/main" noGrp="1"/>
          </p:cNvSpPr>
          <p:nvPr/>
        </p:nvSpPr>
        <p:spPr>
          <a:xfrm xmlns:a="http://schemas.openxmlformats.org/drawingml/2006/main">
            <a:off x="1143000" y="79533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같은 초기 경고여도 추가 관측에 따라 판단 변경</a:t>
            </a:r>
          </a:p>
        </p:txBody>
      </p:sp>
    </p:spTree>
    <p:extLst>
      <p:ext uri="{BB962C8B-B14F-4D97-AF65-F5344CB8AC3E}">
        <p14:creationId xmlns:p14="http://schemas.microsoft.com/office/powerpoint/2010/main" val="1361508445"/>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CB177889-D216-4BF2-878A-053651CA0F9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3: 조회 흐름의 안정성</a:t>
            </a:r>
          </a:p>
        </p:txBody>
      </p:sp>
      <p:sp>
        <p:nvSpPr>
          <p:cNvPr id="2" name="page-number">
            <a:extLst xmlns:a="http://schemas.openxmlformats.org/drawingml/2006/main">
              <a:ext uri="{FF2B5EF4-FFF2-40B4-BE49-F238E27FC236}">
                <a16:creationId xmlns:a16="http://schemas.microsoft.com/office/drawing/2014/main" id="{C27E26DF-3889-4541-B12A-78D135EC55B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07 / 12</a:t>
            </a:r>
          </a:p>
        </p:txBody>
      </p:sp>
      <p:sp>
        <p:nvSpPr>
          <p:cNvPr id="3" name="slide-title">
            <a:extLst xmlns:a="http://schemas.openxmlformats.org/drawingml/2006/main">
              <a:ext uri="{FF2B5EF4-FFF2-40B4-BE49-F238E27FC236}">
                <a16:creationId xmlns:a16="http://schemas.microsoft.com/office/drawing/2014/main" id="{B50D33A8-4FE3-44B5-B07E-CAC31A056A6F}"/>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추가 관측과 부분 실패 대응</a:t>
            </a:r>
          </a:p>
        </p:txBody>
      </p:sp>
      <p:sp>
        <p:nvSpPr>
          <p:cNvPr id="4" name="slide-subtitle">
            <a:extLst xmlns:a="http://schemas.openxmlformats.org/drawingml/2006/main">
              <a:ext uri="{FF2B5EF4-FFF2-40B4-BE49-F238E27FC236}">
                <a16:creationId xmlns:a16="http://schemas.microsoft.com/office/drawing/2014/main" id="{6BAA227B-03DE-439C-ABED-B83795CFA99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가설별 관측 도구를 연결하고 실패 항목을 따로 남깁니다.</a:t>
            </a:r>
          </a:p>
        </p:txBody>
      </p:sp>
      <p:sp>
        <p:nvSpPr>
          <p:cNvPr id="5" name="scope-note">
            <a:extLst xmlns:a="http://schemas.openxmlformats.org/drawingml/2006/main">
              <a:ext uri="{FF2B5EF4-FFF2-40B4-BE49-F238E27FC236}">
                <a16:creationId xmlns:a16="http://schemas.microsoft.com/office/drawing/2014/main" id="{BA2E780F-B7DA-45E2-A787-1D894A41689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MCP Resource·Prompt는 공통 근거·절차에 활용 / 모든 도구는 읽기 전용</a:t>
            </a:r>
          </a:p>
        </p:txBody>
      </p:sp>
      <p:cxnSp>
        <p:nvCxnSpPr>
          <p:cNvPr id="6" name="footer-rule">
            <a:extLst xmlns:a="http://schemas.openxmlformats.org/drawingml/2006/main">
              <a:ext uri="{FF2B5EF4-FFF2-40B4-BE49-F238E27FC236}">
                <a16:creationId xmlns:a16="http://schemas.microsoft.com/office/drawing/2014/main" id="{6A0D56D2-903E-4843-9A2B-12D6F13F7259}"/>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FE3D9236-AB58-4329-B71A-54920EF8F131}"/>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5DB620E3-80C9-4413-BF11-C7E252DE5A4C}"/>
              </a:ext>
            </a:extLst>
          </p:cNvPr>
          <p:cNvGraphicFramePr/>
          <p:nvPr/>
        </p:nvGraphicFramePr>
        <p:xfrm>
          <a:off xmlns:a="http://schemas.openxmlformats.org/drawingml/2006/main" x="1143000" y="3714750"/>
          <a:ext xmlns:a="http://schemas.openxmlformats.org/drawingml/2006/main" cx="16002000" cy="325755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85875">
                <a:tc>
                  <a:txBody>
                    <a:bodyPr/>
                    <a:lstStyle/>
                    <a:p>
                      <a:r>
                        <a:rPr sz="2700">
                          <a:solidFill>
                            <a:srgbClr val="122C46"/>
                          </a:solidFill>
                          <a:latin typeface="Noto Sans Kr"/>
                          <a:ea typeface="Noto Sans Kr"/>
                          <a:cs typeface="Noto Sans Kr"/>
                        </a:rPr>
                        <a:t>초기 지표·로그 중심 조회</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가설별 추가 관측 도구 연결</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85875">
                <a:tc>
                  <a:txBody>
                    <a:bodyPr/>
                    <a:lstStyle/>
                    <a:p>
                      <a:r>
                        <a:rPr sz="2700">
                          <a:solidFill>
                            <a:srgbClr val="122C46"/>
                          </a:solidFill>
                          <a:latin typeface="Noto Sans Kr"/>
                          <a:ea typeface="Noto Sans Kr"/>
                          <a:cs typeface="Noto Sans Kr"/>
                        </a:rPr>
                        <a:t>일부 조회 실패 시 전체 오류</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실패 격리·성공 근거 보존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failure-test">
            <a:extLst xmlns:a="http://schemas.openxmlformats.org/drawingml/2006/main">
              <a:ext uri="{FF2B5EF4-FFF2-40B4-BE49-F238E27FC236}">
                <a16:creationId xmlns:a16="http://schemas.microsoft.com/office/drawing/2014/main" id="{AD521175-19E1-4902-BC35-AA9E5D45319F}"/>
              </a:ext>
            </a:extLst>
          </p:cNvPr>
          <p:cNvSpPr>
            <a:spLocks xmlns:a="http://schemas.openxmlformats.org/drawingml/2006/main" noGrp="1"/>
          </p:cNvSpPr>
          <p:nvPr/>
        </p:nvSpPr>
        <p:spPr>
          <a:xfrm xmlns:a="http://schemas.openxmlformats.org/drawingml/2006/main">
            <a:off x="1143000" y="7572375"/>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000" b="1">
                <a:solidFill>
                  <a:srgbClr val="2B5BEB"/>
                </a:solidFill>
                <a:latin typeface="Noto Sans Bold"/>
                <a:ea typeface="Noto Sans Bold"/>
                <a:cs typeface="Noto Sans Bold"/>
              </a:defRPr>
            </a:defPPr>
            <a:lvl1pPr algn="l">
              <a:defRPr sz="3000" b="1">
                <a:solidFill>
                  <a:srgbClr val="2B5BEB"/>
                </a:solidFill>
                <a:latin typeface="Noto Sans Bold"/>
                <a:ea typeface="Noto Sans Bold"/>
                <a:cs typeface="Noto Sans Bold"/>
              </a:defRPr>
            </a:lvl1pPr>
            <a:lvl2pPr algn="l">
              <a:defRPr sz="3000" b="1">
                <a:solidFill>
                  <a:srgbClr val="2B5BEB"/>
                </a:solidFill>
                <a:latin typeface="Noto Sans Bold"/>
                <a:ea typeface="Noto Sans Bold"/>
                <a:cs typeface="Noto Sans Bold"/>
              </a:defRPr>
            </a:lvl2pPr>
            <a:lvl3pPr algn="l">
              <a:defRPr sz="3000" b="1">
                <a:solidFill>
                  <a:srgbClr val="2B5BEB"/>
                </a:solidFill>
                <a:latin typeface="Noto Sans Bold"/>
                <a:ea typeface="Noto Sans Bold"/>
                <a:cs typeface="Noto Sans Bold"/>
              </a:defRPr>
            </a:lvl3pPr>
            <a:lvl4pPr algn="l">
              <a:defRPr sz="3000" b="1">
                <a:solidFill>
                  <a:srgbClr val="2B5BEB"/>
                </a:solidFill>
                <a:latin typeface="Noto Sans Bold"/>
                <a:ea typeface="Noto Sans Bold"/>
                <a:cs typeface="Noto Sans Bold"/>
              </a:defRPr>
            </a:lvl4pPr>
            <a:lvl5pPr algn="l">
              <a:defRPr sz="3000" b="1">
                <a:solidFill>
                  <a:srgbClr val="2B5BEB"/>
                </a:solidFill>
                <a:latin typeface="Noto Sans Bold"/>
                <a:ea typeface="Noto Sans Bold"/>
                <a:cs typeface="Noto Sans Bold"/>
              </a:defRPr>
            </a:lvl5pPr>
            <a:lvl6pPr algn="l">
              <a:defRPr sz="3000" b="1">
                <a:solidFill>
                  <a:srgbClr val="2B5BEB"/>
                </a:solidFill>
                <a:latin typeface="Noto Sans Bold"/>
                <a:ea typeface="Noto Sans Bold"/>
                <a:cs typeface="Noto Sans Bold"/>
              </a:defRPr>
            </a:lvl6pPr>
            <a:lvl7pPr algn="l">
              <a:defRPr sz="3000" b="1">
                <a:solidFill>
                  <a:srgbClr val="2B5BEB"/>
                </a:solidFill>
                <a:latin typeface="Noto Sans Bold"/>
                <a:ea typeface="Noto Sans Bold"/>
                <a:cs typeface="Noto Sans Bold"/>
              </a:defRPr>
            </a:lvl7pPr>
            <a:lvl8pPr algn="l">
              <a:defRPr sz="3000" b="1">
                <a:solidFill>
                  <a:srgbClr val="2B5BEB"/>
                </a:solidFill>
                <a:latin typeface="Noto Sans Bold"/>
                <a:ea typeface="Noto Sans Bold"/>
                <a:cs typeface="Noto Sans Bold"/>
              </a:defRPr>
            </a:lvl8pPr>
            <a:lvl9pPr algn="l">
              <a:defRPr sz="3000" b="1">
                <a:solidFill>
                  <a:srgbClr val="2B5BEB"/>
                </a:solidFill>
                <a:latin typeface="Noto Sans Bold"/>
                <a:ea typeface="Noto Sans Bold"/>
                <a:cs typeface="Noto Sans Bold"/>
              </a:defRPr>
            </a:lvl9pPr>
          </a:lstStyle>
          <a:p xmlns:a="http://schemas.openxmlformats.org/drawingml/2006/main">
            <a:pPr algn="l">
              <a:defRPr sz="3000" b="1">
                <a:solidFill>
                  <a:srgbClr val="2B5BEB"/>
                </a:solidFill>
                <a:latin typeface="Noto Sans Bold"/>
                <a:ea typeface="Noto Sans Bold"/>
                <a:cs typeface="Noto Sans Bold"/>
              </a:defRPr>
            </a:pPr>
            <a:r>
              <a:rPr sz="3000" b="1">
                <a:solidFill>
                  <a:srgbClr val="2B5BEB"/>
                </a:solidFill>
                <a:latin typeface="Noto Sans Bold"/>
                <a:ea typeface="Noto Sans Bold"/>
                <a:cs typeface="Noto Sans Bold"/>
              </a:rPr>
              <a:t>실제 검증: CPU 귀속 도구 타임아웃 주입</a:t>
            </a:r>
          </a:p>
        </p:txBody>
      </p:sp>
      <p:sp>
        <p:nvSpPr>
          <p:cNvPr id="10" name="failure-outcome">
            <a:extLst xmlns:a="http://schemas.openxmlformats.org/drawingml/2006/main">
              <a:ext uri="{FF2B5EF4-FFF2-40B4-BE49-F238E27FC236}">
                <a16:creationId xmlns:a16="http://schemas.microsoft.com/office/drawing/2014/main" id="{E10D2E0C-7931-4309-B538-74A4080F68A3}"/>
              </a:ext>
            </a:extLst>
          </p:cNvPr>
          <p:cNvSpPr>
            <a:spLocks xmlns:a="http://schemas.openxmlformats.org/drawingml/2006/main" noGrp="1"/>
          </p:cNvSpPr>
          <p:nvPr/>
        </p:nvSpPr>
        <p:spPr>
          <a:xfrm xmlns:a="http://schemas.openxmlformats.org/drawingml/2006/main">
            <a:off x="1143000" y="823912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087F7A"/>
                </a:solidFill>
                <a:latin typeface="Noto Sans Bold"/>
                <a:ea typeface="Noto Sans Bold"/>
                <a:cs typeface="Noto Sans Bold"/>
              </a:defRPr>
            </a:defPPr>
            <a:lvl1pPr algn="l">
              <a:defRPr sz="2700" b="1">
                <a:solidFill>
                  <a:srgbClr val="087F7A"/>
                </a:solidFill>
                <a:latin typeface="Noto Sans Bold"/>
                <a:ea typeface="Noto Sans Bold"/>
                <a:cs typeface="Noto Sans Bold"/>
              </a:defRPr>
            </a:lvl1pPr>
            <a:lvl2pPr algn="l">
              <a:defRPr sz="2700" b="1">
                <a:solidFill>
                  <a:srgbClr val="087F7A"/>
                </a:solidFill>
                <a:latin typeface="Noto Sans Bold"/>
                <a:ea typeface="Noto Sans Bold"/>
                <a:cs typeface="Noto Sans Bold"/>
              </a:defRPr>
            </a:lvl2pPr>
            <a:lvl3pPr algn="l">
              <a:defRPr sz="2700" b="1">
                <a:solidFill>
                  <a:srgbClr val="087F7A"/>
                </a:solidFill>
                <a:latin typeface="Noto Sans Bold"/>
                <a:ea typeface="Noto Sans Bold"/>
                <a:cs typeface="Noto Sans Bold"/>
              </a:defRPr>
            </a:lvl3pPr>
            <a:lvl4pPr algn="l">
              <a:defRPr sz="2700" b="1">
                <a:solidFill>
                  <a:srgbClr val="087F7A"/>
                </a:solidFill>
                <a:latin typeface="Noto Sans Bold"/>
                <a:ea typeface="Noto Sans Bold"/>
                <a:cs typeface="Noto Sans Bold"/>
              </a:defRPr>
            </a:lvl4pPr>
            <a:lvl5pPr algn="l">
              <a:defRPr sz="2700" b="1">
                <a:solidFill>
                  <a:srgbClr val="087F7A"/>
                </a:solidFill>
                <a:latin typeface="Noto Sans Bold"/>
                <a:ea typeface="Noto Sans Bold"/>
                <a:cs typeface="Noto Sans Bold"/>
              </a:defRPr>
            </a:lvl5pPr>
            <a:lvl6pPr algn="l">
              <a:defRPr sz="2700" b="1">
                <a:solidFill>
                  <a:srgbClr val="087F7A"/>
                </a:solidFill>
                <a:latin typeface="Noto Sans Bold"/>
                <a:ea typeface="Noto Sans Bold"/>
                <a:cs typeface="Noto Sans Bold"/>
              </a:defRPr>
            </a:lvl6pPr>
            <a:lvl7pPr algn="l">
              <a:defRPr sz="2700" b="1">
                <a:solidFill>
                  <a:srgbClr val="087F7A"/>
                </a:solidFill>
                <a:latin typeface="Noto Sans Bold"/>
                <a:ea typeface="Noto Sans Bold"/>
                <a:cs typeface="Noto Sans Bold"/>
              </a:defRPr>
            </a:lvl7pPr>
            <a:lvl8pPr algn="l">
              <a:defRPr sz="2700" b="1">
                <a:solidFill>
                  <a:srgbClr val="087F7A"/>
                </a:solidFill>
                <a:latin typeface="Noto Sans Bold"/>
                <a:ea typeface="Noto Sans Bold"/>
                <a:cs typeface="Noto Sans Bold"/>
              </a:defRPr>
            </a:lvl8pPr>
            <a:lvl9pPr algn="l">
              <a:defRPr sz="2700" b="1">
                <a:solidFill>
                  <a:srgbClr val="087F7A"/>
                </a:solidFill>
                <a:latin typeface="Noto Sans Bold"/>
                <a:ea typeface="Noto Sans Bold"/>
                <a:cs typeface="Noto Sans Bold"/>
              </a:defRPr>
            </a:lvl9pPr>
          </a:lstStyle>
          <a:p xmlns:a="http://schemas.openxmlformats.org/drawingml/2006/main">
            <a:pPr algn="l">
              <a:defRPr sz="2700" b="1">
                <a:solidFill>
                  <a:srgbClr val="087F7A"/>
                </a:solidFill>
                <a:latin typeface="Noto Sans Bold"/>
                <a:ea typeface="Noto Sans Bold"/>
                <a:cs typeface="Noto Sans Bold"/>
              </a:defRPr>
            </a:pPr>
            <a:r>
              <a:rPr sz="2700" b="1">
                <a:solidFill>
                  <a:srgbClr val="087F7A"/>
                </a:solidFill>
                <a:latin typeface="Noto Sans Bold"/>
                <a:ea typeface="Noto Sans Bold"/>
                <a:cs typeface="Noto Sans Bold"/>
              </a:rPr>
              <a:t>성공한 관측 유지·원인 판단 보류</a:t>
            </a:r>
          </a:p>
        </p:txBody>
      </p:sp>
    </p:spTree>
    <p:extLst>
      <p:ext uri="{BB962C8B-B14F-4D97-AF65-F5344CB8AC3E}">
        <p14:creationId xmlns:p14="http://schemas.microsoft.com/office/powerpoint/2010/main" val="944012539"/>
      </p:ext>
    </p:extLst>
  </p:cSld>
</p:sld>
</file>

<file path=ppt/slides/slide8.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1" name="section-label">
            <a:extLst xmlns:a="http://schemas.openxmlformats.org/drawingml/2006/main">
              <a:ext uri="{FF2B5EF4-FFF2-40B4-BE49-F238E27FC236}">
                <a16:creationId xmlns:a16="http://schemas.microsoft.com/office/drawing/2014/main" id="{BD3C7942-4614-4A54-BC58-E125C305E455}"/>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4: 관측을 반영한 RAG</a:t>
            </a:r>
          </a:p>
        </p:txBody>
      </p:sp>
      <p:sp>
        <p:nvSpPr>
          <p:cNvPr id="2" name="page-number">
            <a:extLst xmlns:a="http://schemas.openxmlformats.org/drawingml/2006/main">
              <a:ext uri="{FF2B5EF4-FFF2-40B4-BE49-F238E27FC236}">
                <a16:creationId xmlns:a16="http://schemas.microsoft.com/office/drawing/2014/main" id="{F10D9F89-5A40-4F85-9714-1AAB281522D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08 / 12</a:t>
            </a:r>
          </a:p>
        </p:txBody>
      </p:sp>
      <p:sp>
        <p:nvSpPr>
          <p:cNvPr id="3" name="slide-title">
            <a:extLst xmlns:a="http://schemas.openxmlformats.org/drawingml/2006/main">
              <a:ext uri="{FF2B5EF4-FFF2-40B4-BE49-F238E27FC236}">
                <a16:creationId xmlns:a16="http://schemas.microsoft.com/office/drawing/2014/main" id="{D104193A-DC56-4574-8512-6F705C8D83C8}"/>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단일 런북 선택에서 다중 검색으로</a:t>
            </a:r>
          </a:p>
        </p:txBody>
      </p:sp>
      <p:sp>
        <p:nvSpPr>
          <p:cNvPr id="4" name="slide-subtitle">
            <a:extLst xmlns:a="http://schemas.openxmlformats.org/drawingml/2006/main">
              <a:ext uri="{FF2B5EF4-FFF2-40B4-BE49-F238E27FC236}">
                <a16:creationId xmlns:a16="http://schemas.microsoft.com/office/drawing/2014/main" id="{C946B498-52B9-4B89-8508-EE07460F87F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복합 증상을 설명할 수 있도록 검색 입력과 문서 범위를 넓혔습니다.</a:t>
            </a:r>
          </a:p>
        </p:txBody>
      </p:sp>
      <p:sp>
        <p:nvSpPr>
          <p:cNvPr id="5" name="scope-note">
            <a:extLst xmlns:a="http://schemas.openxmlformats.org/drawingml/2006/main">
              <a:ext uri="{FF2B5EF4-FFF2-40B4-BE49-F238E27FC236}">
                <a16:creationId xmlns:a16="http://schemas.microsoft.com/office/drawing/2014/main" id="{3A57106D-A5AD-46F5-A39C-8062B2B2D1D4}"/>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SQLite 벡터 저장·NumPy 유사도 / 검색 후보와 실제 조치 근거를 구분</a:t>
            </a:r>
          </a:p>
        </p:txBody>
      </p:sp>
      <p:cxnSp>
        <p:nvCxnSpPr>
          <p:cNvPr id="6" name="footer-rule">
            <a:extLst xmlns:a="http://schemas.openxmlformats.org/drawingml/2006/main">
              <a:ext uri="{FF2B5EF4-FFF2-40B4-BE49-F238E27FC236}">
                <a16:creationId xmlns:a16="http://schemas.microsoft.com/office/drawing/2014/main" id="{6D0861F2-4053-4A2B-B09F-CE3DAF746737}"/>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083DABB2-8B7B-4095-A519-B6EB35818C5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06F86666-D539-4BC1-BB46-ABA981D4F2A0}"/>
              </a:ext>
            </a:extLst>
          </p:cNvPr>
          <p:cNvGraphicFramePr/>
          <p:nvPr/>
        </p:nvGraphicFramePr>
        <p:xfrm>
          <a:off xmlns:a="http://schemas.openxmlformats.org/drawingml/2006/main" x="1143000" y="3714750"/>
          <a:ext xmlns:a="http://schemas.openxmlformats.org/drawingml/2006/main" cx="16002000" cy="325755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개선 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이번 변경</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85875">
                <a:tc>
                  <a:txBody>
                    <a:bodyPr/>
                    <a:lstStyle/>
                    <a:p>
                      <a:r>
                        <a:rPr sz="2700">
                          <a:solidFill>
                            <a:srgbClr val="122C46"/>
                          </a:solidFill>
                          <a:latin typeface="Noto Sans Kr"/>
                          <a:ea typeface="Noto Sans Kr"/>
                          <a:cs typeface="Noto Sans Kr"/>
                        </a:rPr>
                        <a:t>키워드로 장애 유형 분류</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증상·지표·알림으로 의미 검색</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85875">
                <a:tc>
                  <a:txBody>
                    <a:bodyPr/>
                    <a:lstStyle/>
                    <a:p>
                      <a:r>
                        <a:rPr sz="2700">
                          <a:solidFill>
                            <a:srgbClr val="122C46"/>
                          </a:solidFill>
                          <a:latin typeface="Noto Sans Kr"/>
                          <a:ea typeface="Noto Sans Kr"/>
                          <a:cs typeface="Noto Sans Kr"/>
                        </a:rPr>
                        <a:t>런북 한 종 선택</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6종 임베딩에서 최대 3종 선택</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ag-evidence-label">
            <a:extLst xmlns:a="http://schemas.openxmlformats.org/drawingml/2006/main">
              <a:ext uri="{FF2B5EF4-FFF2-40B4-BE49-F238E27FC236}">
                <a16:creationId xmlns:a16="http://schemas.microsoft.com/office/drawing/2014/main" id="{B4EBCBBB-68AE-47B3-80BD-01058406B997}"/>
              </a:ext>
            </a:extLst>
          </p:cNvPr>
          <p:cNvSpPr>
            <a:spLocks xmlns:a="http://schemas.openxmlformats.org/drawingml/2006/main" noGrp="1"/>
          </p:cNvSpPr>
          <p:nvPr/>
        </p:nvSpPr>
        <p:spPr>
          <a:xfrm xmlns:a="http://schemas.openxmlformats.org/drawingml/2006/main">
            <a:off x="1143000" y="7572375"/>
            <a:ext cx="1600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2B5BEB"/>
                </a:solidFill>
                <a:latin typeface="Noto Sans Bold"/>
                <a:ea typeface="Noto Sans Bold"/>
                <a:cs typeface="Noto Sans Bold"/>
              </a:defRPr>
            </a:defPPr>
            <a:lvl1pPr algn="l">
              <a:defRPr sz="2400" b="1">
                <a:solidFill>
                  <a:srgbClr val="2B5BEB"/>
                </a:solidFill>
                <a:latin typeface="Noto Sans Bold"/>
                <a:ea typeface="Noto Sans Bold"/>
                <a:cs typeface="Noto Sans Bold"/>
              </a:defRPr>
            </a:lvl1pPr>
            <a:lvl2pPr algn="l">
              <a:defRPr sz="2400" b="1">
                <a:solidFill>
                  <a:srgbClr val="2B5BEB"/>
                </a:solidFill>
                <a:latin typeface="Noto Sans Bold"/>
                <a:ea typeface="Noto Sans Bold"/>
                <a:cs typeface="Noto Sans Bold"/>
              </a:defRPr>
            </a:lvl2pPr>
            <a:lvl3pPr algn="l">
              <a:defRPr sz="2400" b="1">
                <a:solidFill>
                  <a:srgbClr val="2B5BEB"/>
                </a:solidFill>
                <a:latin typeface="Noto Sans Bold"/>
                <a:ea typeface="Noto Sans Bold"/>
                <a:cs typeface="Noto Sans Bold"/>
              </a:defRPr>
            </a:lvl3pPr>
            <a:lvl4pPr algn="l">
              <a:defRPr sz="2400" b="1">
                <a:solidFill>
                  <a:srgbClr val="2B5BEB"/>
                </a:solidFill>
                <a:latin typeface="Noto Sans Bold"/>
                <a:ea typeface="Noto Sans Bold"/>
                <a:cs typeface="Noto Sans Bold"/>
              </a:defRPr>
            </a:lvl4pPr>
            <a:lvl5pPr algn="l">
              <a:defRPr sz="2400" b="1">
                <a:solidFill>
                  <a:srgbClr val="2B5BEB"/>
                </a:solidFill>
                <a:latin typeface="Noto Sans Bold"/>
                <a:ea typeface="Noto Sans Bold"/>
                <a:cs typeface="Noto Sans Bold"/>
              </a:defRPr>
            </a:lvl5pPr>
            <a:lvl6pPr algn="l">
              <a:defRPr sz="2400" b="1">
                <a:solidFill>
                  <a:srgbClr val="2B5BEB"/>
                </a:solidFill>
                <a:latin typeface="Noto Sans Bold"/>
                <a:ea typeface="Noto Sans Bold"/>
                <a:cs typeface="Noto Sans Bold"/>
              </a:defRPr>
            </a:lvl6pPr>
            <a:lvl7pPr algn="l">
              <a:defRPr sz="2400" b="1">
                <a:solidFill>
                  <a:srgbClr val="2B5BEB"/>
                </a:solidFill>
                <a:latin typeface="Noto Sans Bold"/>
                <a:ea typeface="Noto Sans Bold"/>
                <a:cs typeface="Noto Sans Bold"/>
              </a:defRPr>
            </a:lvl7pPr>
            <a:lvl8pPr algn="l">
              <a:defRPr sz="2400" b="1">
                <a:solidFill>
                  <a:srgbClr val="2B5BEB"/>
                </a:solidFill>
                <a:latin typeface="Noto Sans Bold"/>
                <a:ea typeface="Noto Sans Bold"/>
                <a:cs typeface="Noto Sans Bold"/>
              </a:defRPr>
            </a:lvl8pPr>
            <a:lvl9pPr algn="l">
              <a:defRPr sz="2400" b="1">
                <a:solidFill>
                  <a:srgbClr val="2B5BEB"/>
                </a:solidFill>
                <a:latin typeface="Noto Sans Bold"/>
                <a:ea typeface="Noto Sans Bold"/>
                <a:cs typeface="Noto Sans Bold"/>
              </a:defRPr>
            </a:lvl9pPr>
          </a:lstStyle>
          <a:p xmlns:a="http://schemas.openxmlformats.org/drawingml/2006/main">
            <a:pPr algn="l">
              <a:defRPr sz="2400" b="1">
                <a:solidFill>
                  <a:srgbClr val="2B5BEB"/>
                </a:solidFill>
                <a:latin typeface="Noto Sans Bold"/>
                <a:ea typeface="Noto Sans Bold"/>
                <a:cs typeface="Noto Sans Bold"/>
              </a:defRPr>
            </a:pPr>
            <a:r>
              <a:rPr sz="2400" b="1">
                <a:solidFill>
                  <a:srgbClr val="2B5BEB"/>
                </a:solidFill>
                <a:latin typeface="Noto Sans Bold"/>
                <a:ea typeface="Noto Sans Bold"/>
                <a:cs typeface="Noto Sans Bold"/>
              </a:rPr>
              <a:t>추가한 근거 확인</a:t>
            </a:r>
          </a:p>
        </p:txBody>
      </p:sp>
      <p:sp>
        <p:nvSpPr>
          <p:cNvPr id="10" name="rag-evidence">
            <a:extLst xmlns:a="http://schemas.openxmlformats.org/drawingml/2006/main">
              <a:ext uri="{FF2B5EF4-FFF2-40B4-BE49-F238E27FC236}">
                <a16:creationId xmlns:a16="http://schemas.microsoft.com/office/drawing/2014/main" id="{63706CE9-820D-438D-84CB-7C60CAC3DB90}"/>
              </a:ext>
            </a:extLst>
          </p:cNvPr>
          <p:cNvSpPr>
            <a:spLocks xmlns:a="http://schemas.openxmlformats.org/drawingml/2006/main" noGrp="1"/>
          </p:cNvSpPr>
          <p:nvPr/>
        </p:nvSpPr>
        <p:spPr>
          <a:xfrm xmlns:a="http://schemas.openxmlformats.org/drawingml/2006/main">
            <a:off x="1143000" y="8191500"/>
            <a:ext cx="1600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1">
                <a:solidFill>
                  <a:srgbClr val="122C46"/>
                </a:solidFill>
                <a:latin typeface="Noto Sans Bold"/>
                <a:ea typeface="Noto Sans Bold"/>
                <a:cs typeface="Noto Sans Bold"/>
              </a:defRPr>
            </a:defPPr>
            <a:lvl1pPr algn="l">
              <a:defRPr sz="2850" b="1">
                <a:solidFill>
                  <a:srgbClr val="122C46"/>
                </a:solidFill>
                <a:latin typeface="Noto Sans Bold"/>
                <a:ea typeface="Noto Sans Bold"/>
                <a:cs typeface="Noto Sans Bold"/>
              </a:defRPr>
            </a:lvl1pPr>
            <a:lvl2pPr algn="l">
              <a:defRPr sz="2850" b="1">
                <a:solidFill>
                  <a:srgbClr val="122C46"/>
                </a:solidFill>
                <a:latin typeface="Noto Sans Bold"/>
                <a:ea typeface="Noto Sans Bold"/>
                <a:cs typeface="Noto Sans Bold"/>
              </a:defRPr>
            </a:lvl2pPr>
            <a:lvl3pPr algn="l">
              <a:defRPr sz="2850" b="1">
                <a:solidFill>
                  <a:srgbClr val="122C46"/>
                </a:solidFill>
                <a:latin typeface="Noto Sans Bold"/>
                <a:ea typeface="Noto Sans Bold"/>
                <a:cs typeface="Noto Sans Bold"/>
              </a:defRPr>
            </a:lvl3pPr>
            <a:lvl4pPr algn="l">
              <a:defRPr sz="2850" b="1">
                <a:solidFill>
                  <a:srgbClr val="122C46"/>
                </a:solidFill>
                <a:latin typeface="Noto Sans Bold"/>
                <a:ea typeface="Noto Sans Bold"/>
                <a:cs typeface="Noto Sans Bold"/>
              </a:defRPr>
            </a:lvl4pPr>
            <a:lvl5pPr algn="l">
              <a:defRPr sz="2850" b="1">
                <a:solidFill>
                  <a:srgbClr val="122C46"/>
                </a:solidFill>
                <a:latin typeface="Noto Sans Bold"/>
                <a:ea typeface="Noto Sans Bold"/>
                <a:cs typeface="Noto Sans Bold"/>
              </a:defRPr>
            </a:lvl5pPr>
            <a:lvl6pPr algn="l">
              <a:defRPr sz="2850" b="1">
                <a:solidFill>
                  <a:srgbClr val="122C46"/>
                </a:solidFill>
                <a:latin typeface="Noto Sans Bold"/>
                <a:ea typeface="Noto Sans Bold"/>
                <a:cs typeface="Noto Sans Bold"/>
              </a:defRPr>
            </a:lvl6pPr>
            <a:lvl7pPr algn="l">
              <a:defRPr sz="2850" b="1">
                <a:solidFill>
                  <a:srgbClr val="122C46"/>
                </a:solidFill>
                <a:latin typeface="Noto Sans Bold"/>
                <a:ea typeface="Noto Sans Bold"/>
                <a:cs typeface="Noto Sans Bold"/>
              </a:defRPr>
            </a:lvl7pPr>
            <a:lvl8pPr algn="l">
              <a:defRPr sz="2850" b="1">
                <a:solidFill>
                  <a:srgbClr val="122C46"/>
                </a:solidFill>
                <a:latin typeface="Noto Sans Bold"/>
                <a:ea typeface="Noto Sans Bold"/>
                <a:cs typeface="Noto Sans Bold"/>
              </a:defRPr>
            </a:lvl8pPr>
            <a:lvl9pPr algn="l">
              <a:defRPr sz="2850" b="1">
                <a:solidFill>
                  <a:srgbClr val="122C46"/>
                </a:solidFill>
                <a:latin typeface="Noto Sans Bold"/>
                <a:ea typeface="Noto Sans Bold"/>
                <a:cs typeface="Noto Sans Bold"/>
              </a:defRPr>
            </a:lvl9pPr>
          </a:lstStyle>
          <a:p xmlns:a="http://schemas.openxmlformats.org/drawingml/2006/main">
            <a:pPr algn="l">
              <a:defRPr sz="2850" b="1">
                <a:solidFill>
                  <a:srgbClr val="122C46"/>
                </a:solidFill>
                <a:latin typeface="Noto Sans Bold"/>
                <a:ea typeface="Noto Sans Bold"/>
                <a:cs typeface="Noto Sans Bold"/>
              </a:defRPr>
            </a:pPr>
            <a:r>
              <a:rPr sz="2850" b="1">
                <a:solidFill>
                  <a:srgbClr val="122C46"/>
                </a:solidFill>
                <a:latin typeface="Noto Sans Bold"/>
                <a:ea typeface="Noto Sans Bold"/>
                <a:cs typeface="Noto Sans Bold"/>
              </a:rPr>
              <a:t>MCP 원문 대조·문서 ID·검색 유사도 기록</a:t>
            </a:r>
          </a:p>
        </p:txBody>
      </p:sp>
    </p:spTree>
    <p:extLst>
      <p:ext uri="{BB962C8B-B14F-4D97-AF65-F5344CB8AC3E}">
        <p14:creationId xmlns:p14="http://schemas.microsoft.com/office/powerpoint/2010/main" val="1639041552"/>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67345D4B-B26E-4E6F-A565-D8D57FB39A3C}"/>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개선 5: 보고서 검증과 재작성</a:t>
            </a:r>
          </a:p>
        </p:txBody>
      </p:sp>
      <p:sp>
        <p:nvSpPr>
          <p:cNvPr id="2" name="page-number">
            <a:extLst xmlns:a="http://schemas.openxmlformats.org/drawingml/2006/main">
              <a:ext uri="{FF2B5EF4-FFF2-40B4-BE49-F238E27FC236}">
                <a16:creationId xmlns:a16="http://schemas.microsoft.com/office/drawing/2014/main" id="{3386A707-F62C-4196-8DE7-6BBF43D5A2CC}"/>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09 / 12</a:t>
            </a:r>
          </a:p>
        </p:txBody>
      </p:sp>
      <p:sp>
        <p:nvSpPr>
          <p:cNvPr id="3" name="slide-title">
            <a:extLst xmlns:a="http://schemas.openxmlformats.org/drawingml/2006/main">
              <a:ext uri="{FF2B5EF4-FFF2-40B4-BE49-F238E27FC236}">
                <a16:creationId xmlns:a16="http://schemas.microsoft.com/office/drawing/2014/main" id="{D2642429-C35F-489B-B1D8-6B3721A79989}"/>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형식 검사에서 사실 검증으로</a:t>
            </a:r>
          </a:p>
        </p:txBody>
      </p:sp>
      <p:sp>
        <p:nvSpPr>
          <p:cNvPr id="4" name="slide-subtitle">
            <a:extLst xmlns:a="http://schemas.openxmlformats.org/drawingml/2006/main">
              <a:ext uri="{FF2B5EF4-FFF2-40B4-BE49-F238E27FC236}">
                <a16:creationId xmlns:a16="http://schemas.microsoft.com/office/drawing/2014/main" id="{B4C6C44C-EE3A-4C5A-8357-CEAD6D3A20C5}"/>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길이·번호 검사에 수치·출처·조치 조건 검증을 더했습니다.</a:t>
            </a:r>
          </a:p>
        </p:txBody>
      </p:sp>
      <p:sp>
        <p:nvSpPr>
          <p:cNvPr id="5" name="scope-note">
            <a:extLst xmlns:a="http://schemas.openxmlformats.org/drawingml/2006/main">
              <a:ext uri="{FF2B5EF4-FFF2-40B4-BE49-F238E27FC236}">
                <a16:creationId xmlns:a16="http://schemas.microsoft.com/office/drawing/2014/main" id="{FAC7B675-09A7-480D-B21B-29C8A17ED375}"/>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2026-10-22 실제 Ollama 재실행·프론트 캡처 / 교육용 합성 관측 / Judge는 별도 평가</a:t>
            </a:r>
          </a:p>
        </p:txBody>
      </p:sp>
      <p:cxnSp>
        <p:nvCxnSpPr>
          <p:cNvPr id="6" name="footer-rule">
            <a:extLst xmlns:a="http://schemas.openxmlformats.org/drawingml/2006/main">
              <a:ext uri="{FF2B5EF4-FFF2-40B4-BE49-F238E27FC236}">
                <a16:creationId xmlns:a16="http://schemas.microsoft.com/office/drawing/2014/main" id="{505FD9B3-1DE8-4FE3-A980-0E8A79296CDD}"/>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0F34B19E-7516-46C9-9FB4-03A2D7E19980}"/>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validation-first-title">
            <a:extLst xmlns:a="http://schemas.openxmlformats.org/drawingml/2006/main">
              <a:ext uri="{FF2B5EF4-FFF2-40B4-BE49-F238E27FC236}">
                <a16:creationId xmlns:a16="http://schemas.microsoft.com/office/drawing/2014/main" id="{9541A65B-1842-48A5-878D-080234A33799}"/>
              </a:ext>
            </a:extLst>
          </p:cNvPr>
          <p:cNvSpPr>
            <a:spLocks xmlns:a="http://schemas.openxmlformats.org/drawingml/2006/main" noGrp="1"/>
          </p:cNvSpPr>
          <p:nvPr/>
        </p:nvSpPr>
        <p:spPr>
          <a:xfrm xmlns:a="http://schemas.openxmlformats.org/drawingml/2006/main">
            <a:off x="1143000" y="3714750"/>
            <a:ext cx="666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2B5BEB"/>
                </a:solidFill>
                <a:latin typeface="Noto Sans Bold"/>
                <a:ea typeface="Noto Sans Bold"/>
                <a:cs typeface="Noto Sans Bold"/>
              </a:defRPr>
            </a:defPPr>
            <a:lvl1pPr algn="l">
              <a:defRPr sz="3300" b="1">
                <a:solidFill>
                  <a:srgbClr val="2B5BEB"/>
                </a:solidFill>
                <a:latin typeface="Noto Sans Bold"/>
                <a:ea typeface="Noto Sans Bold"/>
                <a:cs typeface="Noto Sans Bold"/>
              </a:defRPr>
            </a:lvl1pPr>
            <a:lvl2pPr algn="l">
              <a:defRPr sz="3300" b="1">
                <a:solidFill>
                  <a:srgbClr val="2B5BEB"/>
                </a:solidFill>
                <a:latin typeface="Noto Sans Bold"/>
                <a:ea typeface="Noto Sans Bold"/>
                <a:cs typeface="Noto Sans Bold"/>
              </a:defRPr>
            </a:lvl2pPr>
            <a:lvl3pPr algn="l">
              <a:defRPr sz="3300" b="1">
                <a:solidFill>
                  <a:srgbClr val="2B5BEB"/>
                </a:solidFill>
                <a:latin typeface="Noto Sans Bold"/>
                <a:ea typeface="Noto Sans Bold"/>
                <a:cs typeface="Noto Sans Bold"/>
              </a:defRPr>
            </a:lvl3pPr>
            <a:lvl4pPr algn="l">
              <a:defRPr sz="3300" b="1">
                <a:solidFill>
                  <a:srgbClr val="2B5BEB"/>
                </a:solidFill>
                <a:latin typeface="Noto Sans Bold"/>
                <a:ea typeface="Noto Sans Bold"/>
                <a:cs typeface="Noto Sans Bold"/>
              </a:defRPr>
            </a:lvl4pPr>
            <a:lvl5pPr algn="l">
              <a:defRPr sz="3300" b="1">
                <a:solidFill>
                  <a:srgbClr val="2B5BEB"/>
                </a:solidFill>
                <a:latin typeface="Noto Sans Bold"/>
                <a:ea typeface="Noto Sans Bold"/>
                <a:cs typeface="Noto Sans Bold"/>
              </a:defRPr>
            </a:lvl5pPr>
            <a:lvl6pPr algn="l">
              <a:defRPr sz="3300" b="1">
                <a:solidFill>
                  <a:srgbClr val="2B5BEB"/>
                </a:solidFill>
                <a:latin typeface="Noto Sans Bold"/>
                <a:ea typeface="Noto Sans Bold"/>
                <a:cs typeface="Noto Sans Bold"/>
              </a:defRPr>
            </a:lvl6pPr>
            <a:lvl7pPr algn="l">
              <a:defRPr sz="3300" b="1">
                <a:solidFill>
                  <a:srgbClr val="2B5BEB"/>
                </a:solidFill>
                <a:latin typeface="Noto Sans Bold"/>
                <a:ea typeface="Noto Sans Bold"/>
                <a:cs typeface="Noto Sans Bold"/>
              </a:defRPr>
            </a:lvl7pPr>
            <a:lvl8pPr algn="l">
              <a:defRPr sz="3300" b="1">
                <a:solidFill>
                  <a:srgbClr val="2B5BEB"/>
                </a:solidFill>
                <a:latin typeface="Noto Sans Bold"/>
                <a:ea typeface="Noto Sans Bold"/>
                <a:cs typeface="Noto Sans Bold"/>
              </a:defRPr>
            </a:lvl8pPr>
            <a:lvl9pPr algn="l">
              <a:defRPr sz="3300" b="1">
                <a:solidFill>
                  <a:srgbClr val="2B5BEB"/>
                </a:solidFill>
                <a:latin typeface="Noto Sans Bold"/>
                <a:ea typeface="Noto Sans Bold"/>
                <a:cs typeface="Noto Sans Bold"/>
              </a:defRPr>
            </a:lvl9pPr>
          </a:lstStyle>
          <a:p xmlns:a="http://schemas.openxmlformats.org/drawingml/2006/main">
            <a:pPr algn="l">
              <a:defRPr sz="3300" b="1">
                <a:solidFill>
                  <a:srgbClr val="2B5BEB"/>
                </a:solidFill>
                <a:latin typeface="Noto Sans Bold"/>
                <a:ea typeface="Noto Sans Bold"/>
                <a:cs typeface="Noto Sans Bold"/>
              </a:defRPr>
            </a:pPr>
            <a:r>
              <a:rPr sz="3300" b="1">
                <a:solidFill>
                  <a:srgbClr val="2B5BEB"/>
                </a:solidFill>
                <a:latin typeface="Noto Sans Bold"/>
                <a:ea typeface="Noto Sans Bold"/>
                <a:cs typeface="Noto Sans Bold"/>
              </a:rPr>
              <a:t>추가한 사실 검증</a:t>
            </a:r>
          </a:p>
        </p:txBody>
      </p:sp>
      <p:sp>
        <p:nvSpPr>
          <p:cNvPr id="9" name="validation-first-body">
            <a:extLst xmlns:a="http://schemas.openxmlformats.org/drawingml/2006/main">
              <a:ext uri="{FF2B5EF4-FFF2-40B4-BE49-F238E27FC236}">
                <a16:creationId xmlns:a16="http://schemas.microsoft.com/office/drawing/2014/main" id="{0FF732FF-4139-450F-A05B-CC08EDF32296}"/>
              </a:ext>
            </a:extLst>
          </p:cNvPr>
          <p:cNvSpPr>
            <a:spLocks xmlns:a="http://schemas.openxmlformats.org/drawingml/2006/main" noGrp="1"/>
          </p:cNvSpPr>
          <p:nvPr/>
        </p:nvSpPr>
        <p:spPr>
          <a:xfrm xmlns:a="http://schemas.openxmlformats.org/drawingml/2006/main">
            <a:off x="1143000" y="4524375"/>
            <a:ext cx="714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시스템·수치·출처·조치 조건</a:t>
            </a:r>
          </a:p>
        </p:txBody>
      </p:sp>
      <p:sp>
        <p:nvSpPr>
          <p:cNvPr id="10" name="validation-second-title">
            <a:extLst xmlns:a="http://schemas.openxmlformats.org/drawingml/2006/main">
              <a:ext uri="{FF2B5EF4-FFF2-40B4-BE49-F238E27FC236}">
                <a16:creationId xmlns:a16="http://schemas.microsoft.com/office/drawing/2014/main" id="{A220F795-A985-4996-A7A7-F3BA4ECAFBE2}"/>
              </a:ext>
            </a:extLst>
          </p:cNvPr>
          <p:cNvSpPr>
            <a:spLocks xmlns:a="http://schemas.openxmlformats.org/drawingml/2006/main" noGrp="1"/>
          </p:cNvSpPr>
          <p:nvPr/>
        </p:nvSpPr>
        <p:spPr>
          <a:xfrm xmlns:a="http://schemas.openxmlformats.org/drawingml/2006/main">
            <a:off x="1143000" y="6191250"/>
            <a:ext cx="714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087F7A"/>
                </a:solidFill>
                <a:latin typeface="Noto Sans Bold"/>
                <a:ea typeface="Noto Sans Bold"/>
                <a:cs typeface="Noto Sans Bold"/>
              </a:defRPr>
            </a:defPPr>
            <a:lvl1pPr algn="l">
              <a:defRPr sz="3300" b="1">
                <a:solidFill>
                  <a:srgbClr val="087F7A"/>
                </a:solidFill>
                <a:latin typeface="Noto Sans Bold"/>
                <a:ea typeface="Noto Sans Bold"/>
                <a:cs typeface="Noto Sans Bold"/>
              </a:defRPr>
            </a:lvl1pPr>
            <a:lvl2pPr algn="l">
              <a:defRPr sz="3300" b="1">
                <a:solidFill>
                  <a:srgbClr val="087F7A"/>
                </a:solidFill>
                <a:latin typeface="Noto Sans Bold"/>
                <a:ea typeface="Noto Sans Bold"/>
                <a:cs typeface="Noto Sans Bold"/>
              </a:defRPr>
            </a:lvl2pPr>
            <a:lvl3pPr algn="l">
              <a:defRPr sz="3300" b="1">
                <a:solidFill>
                  <a:srgbClr val="087F7A"/>
                </a:solidFill>
                <a:latin typeface="Noto Sans Bold"/>
                <a:ea typeface="Noto Sans Bold"/>
                <a:cs typeface="Noto Sans Bold"/>
              </a:defRPr>
            </a:lvl3pPr>
            <a:lvl4pPr algn="l">
              <a:defRPr sz="3300" b="1">
                <a:solidFill>
                  <a:srgbClr val="087F7A"/>
                </a:solidFill>
                <a:latin typeface="Noto Sans Bold"/>
                <a:ea typeface="Noto Sans Bold"/>
                <a:cs typeface="Noto Sans Bold"/>
              </a:defRPr>
            </a:lvl4pPr>
            <a:lvl5pPr algn="l">
              <a:defRPr sz="3300" b="1">
                <a:solidFill>
                  <a:srgbClr val="087F7A"/>
                </a:solidFill>
                <a:latin typeface="Noto Sans Bold"/>
                <a:ea typeface="Noto Sans Bold"/>
                <a:cs typeface="Noto Sans Bold"/>
              </a:defRPr>
            </a:lvl5pPr>
            <a:lvl6pPr algn="l">
              <a:defRPr sz="3300" b="1">
                <a:solidFill>
                  <a:srgbClr val="087F7A"/>
                </a:solidFill>
                <a:latin typeface="Noto Sans Bold"/>
                <a:ea typeface="Noto Sans Bold"/>
                <a:cs typeface="Noto Sans Bold"/>
              </a:defRPr>
            </a:lvl6pPr>
            <a:lvl7pPr algn="l">
              <a:defRPr sz="3300" b="1">
                <a:solidFill>
                  <a:srgbClr val="087F7A"/>
                </a:solidFill>
                <a:latin typeface="Noto Sans Bold"/>
                <a:ea typeface="Noto Sans Bold"/>
                <a:cs typeface="Noto Sans Bold"/>
              </a:defRPr>
            </a:lvl7pPr>
            <a:lvl8pPr algn="l">
              <a:defRPr sz="3300" b="1">
                <a:solidFill>
                  <a:srgbClr val="087F7A"/>
                </a:solidFill>
                <a:latin typeface="Noto Sans Bold"/>
                <a:ea typeface="Noto Sans Bold"/>
                <a:cs typeface="Noto Sans Bold"/>
              </a:defRPr>
            </a:lvl8pPr>
            <a:lvl9pPr algn="l">
              <a:defRPr sz="3300" b="1">
                <a:solidFill>
                  <a:srgbClr val="087F7A"/>
                </a:solidFill>
                <a:latin typeface="Noto Sans Bold"/>
                <a:ea typeface="Noto Sans Bold"/>
                <a:cs typeface="Noto Sans Bold"/>
              </a:defRPr>
            </a:lvl9pPr>
          </a:lstStyle>
          <a:p xmlns:a="http://schemas.openxmlformats.org/drawingml/2006/main">
            <a:pPr algn="l">
              <a:defRPr sz="3300" b="1">
                <a:solidFill>
                  <a:srgbClr val="087F7A"/>
                </a:solidFill>
                <a:latin typeface="Noto Sans Bold"/>
                <a:ea typeface="Noto Sans Bold"/>
                <a:cs typeface="Noto Sans Bold"/>
              </a:defRPr>
            </a:pPr>
            <a:r>
              <a:rPr sz="3300" b="1">
                <a:solidFill>
                  <a:srgbClr val="087F7A"/>
                </a:solidFill>
                <a:latin typeface="Noto Sans Bold"/>
                <a:ea typeface="Noto Sans Bold"/>
                <a:cs typeface="Noto Sans Bold"/>
              </a:rPr>
              <a:t>실제 결과: 2차 통과</a:t>
            </a:r>
          </a:p>
        </p:txBody>
      </p:sp>
      <p:sp>
        <p:nvSpPr>
          <p:cNvPr id="11" name="validation-second-body">
            <a:extLst xmlns:a="http://schemas.openxmlformats.org/drawingml/2006/main">
              <a:ext uri="{FF2B5EF4-FFF2-40B4-BE49-F238E27FC236}">
                <a16:creationId xmlns:a16="http://schemas.microsoft.com/office/drawing/2014/main" id="{16DA78A8-5035-43B5-8F5F-F7AC26C51765}"/>
              </a:ext>
            </a:extLst>
          </p:cNvPr>
          <p:cNvSpPr>
            <a:spLocks xmlns:a="http://schemas.openxmlformats.org/drawingml/2006/main" noGrp="1"/>
          </p:cNvSpPr>
          <p:nvPr/>
        </p:nvSpPr>
        <p:spPr>
          <a:xfrm xmlns:a="http://schemas.openxmlformats.org/drawingml/2006/main">
            <a:off x="1143000" y="7000875"/>
            <a:ext cx="742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0">
                <a:solidFill>
                  <a:srgbClr val="566A80"/>
                </a:solidFill>
                <a:latin typeface="Noto Sans Kr"/>
                <a:ea typeface="Noto Sans Kr"/>
                <a:cs typeface="Noto Sans Kr"/>
              </a:defRPr>
            </a:defPPr>
            <a:lvl1pPr algn="l">
              <a:defRPr sz="2700" b="0">
                <a:solidFill>
                  <a:srgbClr val="566A80"/>
                </a:solidFill>
                <a:latin typeface="Noto Sans Kr"/>
                <a:ea typeface="Noto Sans Kr"/>
                <a:cs typeface="Noto Sans Kr"/>
              </a:defRPr>
            </a:lvl1pPr>
            <a:lvl2pPr algn="l">
              <a:defRPr sz="2700" b="0">
                <a:solidFill>
                  <a:srgbClr val="566A80"/>
                </a:solidFill>
                <a:latin typeface="Noto Sans Kr"/>
                <a:ea typeface="Noto Sans Kr"/>
                <a:cs typeface="Noto Sans Kr"/>
              </a:defRPr>
            </a:lvl2pPr>
            <a:lvl3pPr algn="l">
              <a:defRPr sz="2700" b="0">
                <a:solidFill>
                  <a:srgbClr val="566A80"/>
                </a:solidFill>
                <a:latin typeface="Noto Sans Kr"/>
                <a:ea typeface="Noto Sans Kr"/>
                <a:cs typeface="Noto Sans Kr"/>
              </a:defRPr>
            </a:lvl3pPr>
            <a:lvl4pPr algn="l">
              <a:defRPr sz="2700" b="0">
                <a:solidFill>
                  <a:srgbClr val="566A80"/>
                </a:solidFill>
                <a:latin typeface="Noto Sans Kr"/>
                <a:ea typeface="Noto Sans Kr"/>
                <a:cs typeface="Noto Sans Kr"/>
              </a:defRPr>
            </a:lvl4pPr>
            <a:lvl5pPr algn="l">
              <a:defRPr sz="2700" b="0">
                <a:solidFill>
                  <a:srgbClr val="566A80"/>
                </a:solidFill>
                <a:latin typeface="Noto Sans Kr"/>
                <a:ea typeface="Noto Sans Kr"/>
                <a:cs typeface="Noto Sans Kr"/>
              </a:defRPr>
            </a:lvl5pPr>
            <a:lvl6pPr algn="l">
              <a:defRPr sz="2700" b="0">
                <a:solidFill>
                  <a:srgbClr val="566A80"/>
                </a:solidFill>
                <a:latin typeface="Noto Sans Kr"/>
                <a:ea typeface="Noto Sans Kr"/>
                <a:cs typeface="Noto Sans Kr"/>
              </a:defRPr>
            </a:lvl6pPr>
            <a:lvl7pPr algn="l">
              <a:defRPr sz="2700" b="0">
                <a:solidFill>
                  <a:srgbClr val="566A80"/>
                </a:solidFill>
                <a:latin typeface="Noto Sans Kr"/>
                <a:ea typeface="Noto Sans Kr"/>
                <a:cs typeface="Noto Sans Kr"/>
              </a:defRPr>
            </a:lvl7pPr>
            <a:lvl8pPr algn="l">
              <a:defRPr sz="2700" b="0">
                <a:solidFill>
                  <a:srgbClr val="566A80"/>
                </a:solidFill>
                <a:latin typeface="Noto Sans Kr"/>
                <a:ea typeface="Noto Sans Kr"/>
                <a:cs typeface="Noto Sans Kr"/>
              </a:defRPr>
            </a:lvl8pPr>
            <a:lvl9pPr algn="l">
              <a:defRPr sz="2700" b="0">
                <a:solidFill>
                  <a:srgbClr val="566A80"/>
                </a:solidFill>
                <a:latin typeface="Noto Sans Kr"/>
                <a:ea typeface="Noto Sans Kr"/>
                <a:cs typeface="Noto Sans Kr"/>
              </a:defRPr>
            </a:lvl9pPr>
          </a:lstStyle>
          <a:p xmlns:a="http://schemas.openxmlformats.org/drawingml/2006/main">
            <a:pPr algn="l">
              <a:defRPr sz="2700" b="0">
                <a:solidFill>
                  <a:srgbClr val="566A80"/>
                </a:solidFill>
                <a:latin typeface="Noto Sans Kr"/>
                <a:ea typeface="Noto Sans Kr"/>
                <a:cs typeface="Noto Sans Kr"/>
              </a:defRPr>
            </a:pPr>
            <a:r>
              <a:rPr sz="2700" b="0">
                <a:solidFill>
                  <a:srgbClr val="566A80"/>
                </a:solidFill>
                <a:latin typeface="Noto Sans Kr"/>
                <a:ea typeface="Noto Sans Kr"/>
                <a:cs typeface="Noto Sans Kr"/>
              </a:rPr>
              <a:t>다음 행동 누락 보완·재작성 1회</a:t>
            </a:r>
          </a:p>
        </p:txBody>
      </p:sp>
      <p:pic>
        <p:nvPicPr>
          <p:cNvPr id="12" name="">
            <a:extLst xmlns:a="http://schemas.openxmlformats.org/drawingml/2006/main">
              <a:ext uri="{FF2B5EF4-FFF2-40B4-BE49-F238E27FC236}">
                <a16:creationId xmlns:a16="http://schemas.microsoft.com/office/drawing/2014/main" id="{E281FFEF-9005-49B7-9C8D-37928A3A96A2}"/>
              </a:ext>
            </a:extLst>
          </p:cNvPr>
          <p:cNvPicPr>
            <a:picLocks xmlns:a="http://schemas.openxmlformats.org/drawingml/2006/main" noChangeAspect="1"/>
          </p:cNvPicPr>
          <p:nvPr/>
        </p:nvPicPr>
        <p:blipFill>
          <a:blip xmlns:r="http://schemas.openxmlformats.org/officeDocument/2006/relationships" xmlns:a="http://schemas.openxmlformats.org/drawingml/2006/main" r:embed="Rb1642db8583f48a4"/>
          <a:srcRect xmlns:a="http://schemas.openxmlformats.org/drawingml/2006/main" l="78516" t="35833" r="1953" b="41944"/>
          <a:stretch xmlns:a="http://schemas.openxmlformats.org/drawingml/2006/main"/>
        </p:blipFill>
        <p:spPr>
          <a:xfrm xmlns:a="http://schemas.openxmlformats.org/drawingml/2006/main">
            <a:off x="9525000" y="3619500"/>
            <a:ext cx="7239000" cy="4632960"/>
          </a:xfrm>
          <a:prstGeom xmlns:a="http://schemas.openxmlformats.org/drawingml/2006/main" prst="rect">
            <a:avLst/>
          </a:prstGeom>
        </p:spPr>
      </p:pic>
    </p:spTree>
    <p:extLst>
      <p:ext uri="{BB962C8B-B14F-4D97-AF65-F5344CB8AC3E}">
        <p14:creationId xmlns:p14="http://schemas.microsoft.com/office/powerpoint/2010/main" val="738202859"/>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3" name="section-label">
            <a:extLst xmlns:a="http://schemas.openxmlformats.org/drawingml/2006/main">
              <a:ext uri="{FF2B5EF4-FFF2-40B4-BE49-F238E27FC236}">
                <a16:creationId xmlns:a16="http://schemas.microsoft.com/office/drawing/2014/main" id="{AB4345CC-128A-4CF2-96FC-6F7911ABD54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2: 기능과 품질의 분리</a:t>
            </a:r>
          </a:p>
        </p:txBody>
      </p:sp>
      <p:sp>
        <p:nvSpPr>
          <p:cNvPr id="2" name="page-number">
            <a:extLst xmlns:a="http://schemas.openxmlformats.org/drawingml/2006/main">
              <a:ext uri="{FF2B5EF4-FFF2-40B4-BE49-F238E27FC236}">
                <a16:creationId xmlns:a16="http://schemas.microsoft.com/office/drawing/2014/main" id="{C2B5E7C0-3563-4E25-8CF8-BAE487AAF2E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10 / 12</a:t>
            </a:r>
          </a:p>
        </p:txBody>
      </p:sp>
      <p:sp>
        <p:nvSpPr>
          <p:cNvPr id="3" name="slide-title">
            <a:extLst xmlns:a="http://schemas.openxmlformats.org/drawingml/2006/main">
              <a:ext uri="{FF2B5EF4-FFF2-40B4-BE49-F238E27FC236}">
                <a16:creationId xmlns:a16="http://schemas.microsoft.com/office/drawing/2014/main" id="{5E7C11DE-C4F7-4139-A3D9-AAA9E82F384D}"/>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기능 검사에 Judge 평가 추가</a:t>
            </a:r>
          </a:p>
        </p:txBody>
      </p:sp>
      <p:sp>
        <p:nvSpPr>
          <p:cNvPr id="4" name="slide-subtitle">
            <a:extLst xmlns:a="http://schemas.openxmlformats.org/drawingml/2006/main">
              <a:ext uri="{FF2B5EF4-FFF2-40B4-BE49-F238E27FC236}">
                <a16:creationId xmlns:a16="http://schemas.microsoft.com/office/drawing/2014/main" id="{D82ACD94-BA2D-4AA5-89EE-5C8F8D1E3A37}"/>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동작 조건과 답변 품질을 나눠 평가하고 미통과 결과도 보존합니다.</a:t>
            </a:r>
          </a:p>
        </p:txBody>
      </p:sp>
      <p:sp>
        <p:nvSpPr>
          <p:cNvPr id="5" name="scope-note">
            <a:extLst xmlns:a="http://schemas.openxmlformats.org/drawingml/2006/main">
              <a:ext uri="{FF2B5EF4-FFF2-40B4-BE49-F238E27FC236}">
                <a16:creationId xmlns:a16="http://schemas.microsoft.com/office/drawing/2014/main" id="{3692519A-B9A6-49F8-B49F-627E68742DA3}"/>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자동 테스트 99개 통과 / 입력 검사 도입 전 실제 Ollama 6개 사례 평가 / 2026-10-21 보존 기록</a:t>
            </a:r>
          </a:p>
        </p:txBody>
      </p:sp>
      <p:cxnSp>
        <p:nvCxnSpPr>
          <p:cNvPr id="6" name="footer-rule">
            <a:extLst xmlns:a="http://schemas.openxmlformats.org/drawingml/2006/main">
              <a:ext uri="{FF2B5EF4-FFF2-40B4-BE49-F238E27FC236}">
                <a16:creationId xmlns:a16="http://schemas.microsoft.com/office/drawing/2014/main" id="{EFE108F1-48E5-46BC-A9B3-68921DB16018}"/>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5FBC4FD-A281-42E6-BD1A-4DE192042E56}"/>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evaluation-metric-0">
            <a:extLst xmlns:a="http://schemas.openxmlformats.org/drawingml/2006/main">
              <a:ext uri="{FF2B5EF4-FFF2-40B4-BE49-F238E27FC236}">
                <a16:creationId xmlns:a16="http://schemas.microsoft.com/office/drawing/2014/main" id="{E09D34A4-7707-41AB-A620-D843B7E6A596}"/>
              </a:ext>
            </a:extLst>
          </p:cNvPr>
          <p:cNvSpPr>
            <a:spLocks xmlns:a="http://schemas.openxmlformats.org/drawingml/2006/main" noGrp="1"/>
          </p:cNvSpPr>
          <p:nvPr/>
        </p:nvSpPr>
        <p:spPr>
          <a:xfrm xmlns:a="http://schemas.openxmlformats.org/drawingml/2006/main">
            <a:off x="1143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087F7A"/>
                </a:solidFill>
                <a:latin typeface="Noto Sans Bold"/>
                <a:ea typeface="Noto Sans Bold"/>
                <a:cs typeface="Noto Sans Bold"/>
              </a:defRPr>
            </a:defPPr>
            <a:lvl1pPr algn="l">
              <a:defRPr sz="8700" b="1">
                <a:solidFill>
                  <a:srgbClr val="087F7A"/>
                </a:solidFill>
                <a:latin typeface="Noto Sans Bold"/>
                <a:ea typeface="Noto Sans Bold"/>
                <a:cs typeface="Noto Sans Bold"/>
              </a:defRPr>
            </a:lvl1pPr>
            <a:lvl2pPr algn="l">
              <a:defRPr sz="8700" b="1">
                <a:solidFill>
                  <a:srgbClr val="087F7A"/>
                </a:solidFill>
                <a:latin typeface="Noto Sans Bold"/>
                <a:ea typeface="Noto Sans Bold"/>
                <a:cs typeface="Noto Sans Bold"/>
              </a:defRPr>
            </a:lvl2pPr>
            <a:lvl3pPr algn="l">
              <a:defRPr sz="8700" b="1">
                <a:solidFill>
                  <a:srgbClr val="087F7A"/>
                </a:solidFill>
                <a:latin typeface="Noto Sans Bold"/>
                <a:ea typeface="Noto Sans Bold"/>
                <a:cs typeface="Noto Sans Bold"/>
              </a:defRPr>
            </a:lvl3pPr>
            <a:lvl4pPr algn="l">
              <a:defRPr sz="8700" b="1">
                <a:solidFill>
                  <a:srgbClr val="087F7A"/>
                </a:solidFill>
                <a:latin typeface="Noto Sans Bold"/>
                <a:ea typeface="Noto Sans Bold"/>
                <a:cs typeface="Noto Sans Bold"/>
              </a:defRPr>
            </a:lvl4pPr>
            <a:lvl5pPr algn="l">
              <a:defRPr sz="8700" b="1">
                <a:solidFill>
                  <a:srgbClr val="087F7A"/>
                </a:solidFill>
                <a:latin typeface="Noto Sans Bold"/>
                <a:ea typeface="Noto Sans Bold"/>
                <a:cs typeface="Noto Sans Bold"/>
              </a:defRPr>
            </a:lvl5pPr>
            <a:lvl6pPr algn="l">
              <a:defRPr sz="8700" b="1">
                <a:solidFill>
                  <a:srgbClr val="087F7A"/>
                </a:solidFill>
                <a:latin typeface="Noto Sans Bold"/>
                <a:ea typeface="Noto Sans Bold"/>
                <a:cs typeface="Noto Sans Bold"/>
              </a:defRPr>
            </a:lvl6pPr>
            <a:lvl7pPr algn="l">
              <a:defRPr sz="8700" b="1">
                <a:solidFill>
                  <a:srgbClr val="087F7A"/>
                </a:solidFill>
                <a:latin typeface="Noto Sans Bold"/>
                <a:ea typeface="Noto Sans Bold"/>
                <a:cs typeface="Noto Sans Bold"/>
              </a:defRPr>
            </a:lvl7pPr>
            <a:lvl8pPr algn="l">
              <a:defRPr sz="8700" b="1">
                <a:solidFill>
                  <a:srgbClr val="087F7A"/>
                </a:solidFill>
                <a:latin typeface="Noto Sans Bold"/>
                <a:ea typeface="Noto Sans Bold"/>
                <a:cs typeface="Noto Sans Bold"/>
              </a:defRPr>
            </a:lvl8pPr>
            <a:lvl9pPr algn="l">
              <a:defRPr sz="8700" b="1">
                <a:solidFill>
                  <a:srgbClr val="087F7A"/>
                </a:solidFill>
                <a:latin typeface="Noto Sans Bold"/>
                <a:ea typeface="Noto Sans Bold"/>
                <a:cs typeface="Noto Sans Bold"/>
              </a:defRPr>
            </a:lvl9pPr>
          </a:lstStyle>
          <a:p xmlns:a="http://schemas.openxmlformats.org/drawingml/2006/main">
            <a:pPr algn="l">
              <a:defRPr sz="8700" b="1">
                <a:solidFill>
                  <a:srgbClr val="087F7A"/>
                </a:solidFill>
                <a:latin typeface="Noto Sans Bold"/>
                <a:ea typeface="Noto Sans Bold"/>
                <a:cs typeface="Noto Sans Bold"/>
              </a:defRPr>
            </a:pPr>
            <a:r>
              <a:rPr sz="8700" b="1">
                <a:solidFill>
                  <a:srgbClr val="087F7A"/>
                </a:solidFill>
                <a:latin typeface="Noto Sans Bold"/>
                <a:ea typeface="Noto Sans Bold"/>
                <a:cs typeface="Noto Sans Bold"/>
              </a:rPr>
              <a:t>6/6</a:t>
            </a:r>
          </a:p>
        </p:txBody>
      </p:sp>
      <p:sp>
        <p:nvSpPr>
          <p:cNvPr id="9" name="evaluation-label-0">
            <a:extLst xmlns:a="http://schemas.openxmlformats.org/drawingml/2006/main">
              <a:ext uri="{FF2B5EF4-FFF2-40B4-BE49-F238E27FC236}">
                <a16:creationId xmlns:a16="http://schemas.microsoft.com/office/drawing/2014/main" id="{DE4401CC-1DE1-45A6-9579-FC608CF72194}"/>
              </a:ext>
            </a:extLst>
          </p:cNvPr>
          <p:cNvSpPr>
            <a:spLocks xmlns:a="http://schemas.openxmlformats.org/drawingml/2006/main" noGrp="1"/>
          </p:cNvSpPr>
          <p:nvPr/>
        </p:nvSpPr>
        <p:spPr>
          <a:xfrm xmlns:a="http://schemas.openxmlformats.org/drawingml/2006/main">
            <a:off x="1143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가설 조사 기능 통과</a:t>
            </a:r>
          </a:p>
        </p:txBody>
      </p:sp>
      <p:sp>
        <p:nvSpPr>
          <p:cNvPr id="10" name="evaluation-metric-1">
            <a:extLst xmlns:a="http://schemas.openxmlformats.org/drawingml/2006/main">
              <a:ext uri="{FF2B5EF4-FFF2-40B4-BE49-F238E27FC236}">
                <a16:creationId xmlns:a16="http://schemas.microsoft.com/office/drawing/2014/main" id="{1D12CA1C-E141-4200-8DD8-0A114FBA1DF2}"/>
              </a:ext>
            </a:extLst>
          </p:cNvPr>
          <p:cNvSpPr>
            <a:spLocks xmlns:a="http://schemas.openxmlformats.org/drawingml/2006/main" noGrp="1"/>
          </p:cNvSpPr>
          <p:nvPr/>
        </p:nvSpPr>
        <p:spPr>
          <a:xfrm xmlns:a="http://schemas.openxmlformats.org/drawingml/2006/main">
            <a:off x="9144000" y="3238500"/>
            <a:ext cx="7239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B66A19"/>
                </a:solidFill>
                <a:latin typeface="Noto Sans Bold"/>
                <a:ea typeface="Noto Sans Bold"/>
                <a:cs typeface="Noto Sans Bold"/>
              </a:defRPr>
            </a:defPPr>
            <a:lvl1pPr algn="l">
              <a:defRPr sz="8700" b="1">
                <a:solidFill>
                  <a:srgbClr val="B66A19"/>
                </a:solidFill>
                <a:latin typeface="Noto Sans Bold"/>
                <a:ea typeface="Noto Sans Bold"/>
                <a:cs typeface="Noto Sans Bold"/>
              </a:defRPr>
            </a:lvl1pPr>
            <a:lvl2pPr algn="l">
              <a:defRPr sz="8700" b="1">
                <a:solidFill>
                  <a:srgbClr val="B66A19"/>
                </a:solidFill>
                <a:latin typeface="Noto Sans Bold"/>
                <a:ea typeface="Noto Sans Bold"/>
                <a:cs typeface="Noto Sans Bold"/>
              </a:defRPr>
            </a:lvl2pPr>
            <a:lvl3pPr algn="l">
              <a:defRPr sz="8700" b="1">
                <a:solidFill>
                  <a:srgbClr val="B66A19"/>
                </a:solidFill>
                <a:latin typeface="Noto Sans Bold"/>
                <a:ea typeface="Noto Sans Bold"/>
                <a:cs typeface="Noto Sans Bold"/>
              </a:defRPr>
            </a:lvl3pPr>
            <a:lvl4pPr algn="l">
              <a:defRPr sz="8700" b="1">
                <a:solidFill>
                  <a:srgbClr val="B66A19"/>
                </a:solidFill>
                <a:latin typeface="Noto Sans Bold"/>
                <a:ea typeface="Noto Sans Bold"/>
                <a:cs typeface="Noto Sans Bold"/>
              </a:defRPr>
            </a:lvl4pPr>
            <a:lvl5pPr algn="l">
              <a:defRPr sz="8700" b="1">
                <a:solidFill>
                  <a:srgbClr val="B66A19"/>
                </a:solidFill>
                <a:latin typeface="Noto Sans Bold"/>
                <a:ea typeface="Noto Sans Bold"/>
                <a:cs typeface="Noto Sans Bold"/>
              </a:defRPr>
            </a:lvl5pPr>
            <a:lvl6pPr algn="l">
              <a:defRPr sz="8700" b="1">
                <a:solidFill>
                  <a:srgbClr val="B66A19"/>
                </a:solidFill>
                <a:latin typeface="Noto Sans Bold"/>
                <a:ea typeface="Noto Sans Bold"/>
                <a:cs typeface="Noto Sans Bold"/>
              </a:defRPr>
            </a:lvl6pPr>
            <a:lvl7pPr algn="l">
              <a:defRPr sz="8700" b="1">
                <a:solidFill>
                  <a:srgbClr val="B66A19"/>
                </a:solidFill>
                <a:latin typeface="Noto Sans Bold"/>
                <a:ea typeface="Noto Sans Bold"/>
                <a:cs typeface="Noto Sans Bold"/>
              </a:defRPr>
            </a:lvl7pPr>
            <a:lvl8pPr algn="l">
              <a:defRPr sz="8700" b="1">
                <a:solidFill>
                  <a:srgbClr val="B66A19"/>
                </a:solidFill>
                <a:latin typeface="Noto Sans Bold"/>
                <a:ea typeface="Noto Sans Bold"/>
                <a:cs typeface="Noto Sans Bold"/>
              </a:defRPr>
            </a:lvl8pPr>
            <a:lvl9pPr algn="l">
              <a:defRPr sz="8700" b="1">
                <a:solidFill>
                  <a:srgbClr val="B66A19"/>
                </a:solidFill>
                <a:latin typeface="Noto Sans Bold"/>
                <a:ea typeface="Noto Sans Bold"/>
                <a:cs typeface="Noto Sans Bold"/>
              </a:defRPr>
            </a:lvl9pPr>
          </a:lstStyle>
          <a:p xmlns:a="http://schemas.openxmlformats.org/drawingml/2006/main">
            <a:pPr algn="l">
              <a:defRPr sz="8700" b="1">
                <a:solidFill>
                  <a:srgbClr val="B66A19"/>
                </a:solidFill>
                <a:latin typeface="Noto Sans Bold"/>
                <a:ea typeface="Noto Sans Bold"/>
                <a:cs typeface="Noto Sans Bold"/>
              </a:defRPr>
            </a:pPr>
            <a:r>
              <a:rPr sz="8700" b="1">
                <a:solidFill>
                  <a:srgbClr val="B66A19"/>
                </a:solidFill>
                <a:latin typeface="Noto Sans Bold"/>
                <a:ea typeface="Noto Sans Bold"/>
                <a:cs typeface="Noto Sans Bold"/>
              </a:rPr>
              <a:t>5/6</a:t>
            </a:r>
          </a:p>
        </p:txBody>
      </p:sp>
      <p:sp>
        <p:nvSpPr>
          <p:cNvPr id="11" name="evaluation-label-1">
            <a:extLst xmlns:a="http://schemas.openxmlformats.org/drawingml/2006/main">
              <a:ext uri="{FF2B5EF4-FFF2-40B4-BE49-F238E27FC236}">
                <a16:creationId xmlns:a16="http://schemas.microsoft.com/office/drawing/2014/main" id="{32008445-1C04-4326-B89E-E89C6F22457D}"/>
              </a:ext>
            </a:extLst>
          </p:cNvPr>
          <p:cNvSpPr>
            <a:spLocks xmlns:a="http://schemas.openxmlformats.org/drawingml/2006/main" noGrp="1"/>
          </p:cNvSpPr>
          <p:nvPr/>
        </p:nvSpPr>
        <p:spPr>
          <a:xfrm xmlns:a="http://schemas.openxmlformats.org/drawingml/2006/main">
            <a:off x="9144000" y="4810125"/>
            <a:ext cx="7239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Judge 포함 종합 통과</a:t>
            </a:r>
          </a:p>
        </p:txBody>
      </p:sp>
      <p:graphicFrame>
        <p:nvGraphicFramePr>
          <p:cNvPr id="12" name="">
            <a:extLst xmlns:a="http://schemas.openxmlformats.org/drawingml/2006/main">
              <a:ext uri="{FF2B5EF4-FFF2-40B4-BE49-F238E27FC236}">
                <a16:creationId xmlns:a16="http://schemas.microsoft.com/office/drawing/2014/main" id="{DD5C0AFE-1E71-467C-83B2-B6C392D78736}"/>
              </a:ext>
            </a:extLst>
          </p:cNvPr>
          <p:cNvGraphicFramePr/>
          <p:nvPr/>
        </p:nvGraphicFramePr>
        <p:xfrm>
          <a:off xmlns:a="http://schemas.openxmlformats.org/drawingml/2006/main" x="1143000" y="6096000"/>
          <a:ext xmlns:a="http://schemas.openxmlformats.org/drawingml/2006/main" cx="16002000" cy="2305050"/>
        </p:xfrm>
        <a:graphic xmlns:a="http://schemas.openxmlformats.org/drawingml/2006/main">
          <a:graphicData uri="http://schemas.openxmlformats.org/drawingml/2006/table">
            <a:tbl>
              <a:tblPr firstRow="0" bandRow="0"/>
              <a:tblGrid>
                <a:gridCol w="4000500"/>
                <a:gridCol w="8001000"/>
                <a:gridCol w="4000500"/>
              </a:tblGrid>
              <a:tr h="590550">
                <a:tc>
                  <a:txBody>
                    <a:bodyPr/>
                    <a:lstStyle/>
                    <a:p>
                      <a:r>
                        <a:rPr sz="2400" b="1">
                          <a:solidFill>
                            <a:srgbClr val="FFFFFF"/>
                          </a:solidFill>
                          <a:latin typeface="Noto Sans Bold"/>
                          <a:ea typeface="Noto Sans Bold"/>
                          <a:cs typeface="Noto Sans Bold"/>
                        </a:rPr>
                        <a:t>사례</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Judge 결과</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400" b="1">
                          <a:solidFill>
                            <a:srgbClr val="FFFFFF"/>
                          </a:solidFill>
                          <a:latin typeface="Noto Sans Bold"/>
                          <a:ea typeface="Noto Sans Bold"/>
                          <a:cs typeface="Noto Sans Bold"/>
                        </a:rPr>
                        <a:t>종합 판정</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857250">
                <a:tc>
                  <a:txBody>
                    <a:bodyPr/>
                    <a:lstStyle/>
                    <a:p>
                      <a:r>
                        <a:rPr sz="2550">
                          <a:solidFill>
                            <a:srgbClr val="122C46"/>
                          </a:solidFill>
                          <a:latin typeface="Noto Sans Kr"/>
                          <a:ea typeface="Noto Sans Kr"/>
                          <a:cs typeface="Noto Sans Kr"/>
                        </a:rPr>
                        <a:t>traffic</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5개 항목 모두 5/5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통과</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857250">
                <a:tc>
                  <a:txBody>
                    <a:bodyPr/>
                    <a:lstStyle/>
                    <a:p>
                      <a:r>
                        <a:rPr sz="2550">
                          <a:solidFill>
                            <a:srgbClr val="122C46"/>
                          </a:solidFill>
                          <a:latin typeface="Noto Sans Kr"/>
                          <a:ea typeface="Noto Sans Kr"/>
                          <a:cs typeface="Noto Sans Kr"/>
                        </a:rPr>
                        <a:t>release</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근거 충실성 2/5</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c>
                  <a:txBody>
                    <a:bodyPr/>
                    <a:lstStyle/>
                    <a:p>
                      <a:r>
                        <a:rPr sz="2550">
                          <a:solidFill>
                            <a:srgbClr val="122C46"/>
                          </a:solidFill>
                          <a:latin typeface="Noto Sans Kr"/>
                          <a:ea typeface="Noto Sans Kr"/>
                          <a:cs typeface="Noto Sans Kr"/>
                        </a:rPr>
                        <a:t>미통과 보존</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Tree>
    <p:extLst>
      <p:ext uri="{BB962C8B-B14F-4D97-AF65-F5344CB8AC3E}">
        <p14:creationId xmlns:p14="http://schemas.microsoft.com/office/powerpoint/2010/main" val="1440662576"/>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4" name="section-label">
            <a:extLst xmlns:a="http://schemas.openxmlformats.org/drawingml/2006/main">
              <a:ext uri="{FF2B5EF4-FFF2-40B4-BE49-F238E27FC236}">
                <a16:creationId xmlns:a16="http://schemas.microsoft.com/office/drawing/2014/main" id="{597A4355-B485-4D9D-840C-BB5EC747B4E0}"/>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검증 3: 추적과 호출 통제</a:t>
            </a:r>
          </a:p>
        </p:txBody>
      </p:sp>
      <p:sp>
        <p:nvSpPr>
          <p:cNvPr id="2" name="page-number">
            <a:extLst xmlns:a="http://schemas.openxmlformats.org/drawingml/2006/main">
              <a:ext uri="{FF2B5EF4-FFF2-40B4-BE49-F238E27FC236}">
                <a16:creationId xmlns:a16="http://schemas.microsoft.com/office/drawing/2014/main" id="{6EDFBC9B-929B-435E-944F-9B34322BFDE1}"/>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11 / 12</a:t>
            </a:r>
          </a:p>
        </p:txBody>
      </p:sp>
      <p:sp>
        <p:nvSpPr>
          <p:cNvPr id="3" name="slide-title">
            <a:extLst xmlns:a="http://schemas.openxmlformats.org/drawingml/2006/main">
              <a:ext uri="{FF2B5EF4-FFF2-40B4-BE49-F238E27FC236}">
                <a16:creationId xmlns:a16="http://schemas.microsoft.com/office/drawing/2014/main" id="{9072B2CB-188A-4BB6-9C8E-9F1CAA0ECBC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실행 기록과 비용 통제 추가</a:t>
            </a:r>
          </a:p>
        </p:txBody>
      </p:sp>
      <p:sp>
        <p:nvSpPr>
          <p:cNvPr id="4" name="slide-subtitle">
            <a:extLst xmlns:a="http://schemas.openxmlformats.org/drawingml/2006/main">
              <a:ext uri="{FF2B5EF4-FFF2-40B4-BE49-F238E27FC236}">
                <a16:creationId xmlns:a16="http://schemas.microsoft.com/office/drawing/2014/main" id="{E35642A1-08FB-48FB-88C5-A9EE95993354}"/>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추적 기록을 재조회하고, 불필요한 요청은 호출 전에 거절합니다.</a:t>
            </a:r>
          </a:p>
        </p:txBody>
      </p:sp>
      <p:sp>
        <p:nvSpPr>
          <p:cNvPr id="5" name="scope-note">
            <a:extLst xmlns:a="http://schemas.openxmlformats.org/drawingml/2006/main">
              <a:ext uri="{FF2B5EF4-FFF2-40B4-BE49-F238E27FC236}">
                <a16:creationId xmlns:a16="http://schemas.microsoft.com/office/drawing/2014/main" id="{1477B288-059F-4C5A-A25E-491DEC572FDC}"/>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2026-10-21 보존 추적 / 입력 거절 검증은 별도 기록 / 전체 비용 절감률은 미측정</a:t>
            </a:r>
          </a:p>
        </p:txBody>
      </p:sp>
      <p:cxnSp>
        <p:nvCxnSpPr>
          <p:cNvPr id="6" name="footer-rule">
            <a:extLst xmlns:a="http://schemas.openxmlformats.org/drawingml/2006/main">
              <a:ext uri="{FF2B5EF4-FFF2-40B4-BE49-F238E27FC236}">
                <a16:creationId xmlns:a16="http://schemas.microsoft.com/office/drawing/2014/main" id="{43D37F9A-A39B-4382-A4AC-360BAFF2BF80}"/>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FC057C0F-C247-4937-B8DD-3D169318CA5B}"/>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sp>
        <p:nvSpPr>
          <p:cNvPr id="8" name="trace-runs">
            <a:extLst xmlns:a="http://schemas.openxmlformats.org/drawingml/2006/main">
              <a:ext uri="{FF2B5EF4-FFF2-40B4-BE49-F238E27FC236}">
                <a16:creationId xmlns:a16="http://schemas.microsoft.com/office/drawing/2014/main" id="{A58D546E-A73B-4C1E-A510-F5F29C27601C}"/>
              </a:ext>
            </a:extLst>
          </p:cNvPr>
          <p:cNvSpPr>
            <a:spLocks xmlns:a="http://schemas.openxmlformats.org/drawingml/2006/main" noGrp="1"/>
          </p:cNvSpPr>
          <p:nvPr/>
        </p:nvSpPr>
        <p:spPr>
          <a:xfrm xmlns:a="http://schemas.openxmlformats.org/drawingml/2006/main">
            <a:off x="1143000" y="3381375"/>
            <a:ext cx="7239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2B5BEB"/>
                </a:solidFill>
                <a:latin typeface="Noto Sans Bold"/>
                <a:ea typeface="Noto Sans Bold"/>
                <a:cs typeface="Noto Sans Bold"/>
              </a:defRPr>
            </a:defPPr>
            <a:lvl1pPr algn="l">
              <a:defRPr sz="8700" b="1">
                <a:solidFill>
                  <a:srgbClr val="2B5BEB"/>
                </a:solidFill>
                <a:latin typeface="Noto Sans Bold"/>
                <a:ea typeface="Noto Sans Bold"/>
                <a:cs typeface="Noto Sans Bold"/>
              </a:defRPr>
            </a:lvl1pPr>
            <a:lvl2pPr algn="l">
              <a:defRPr sz="8700" b="1">
                <a:solidFill>
                  <a:srgbClr val="2B5BEB"/>
                </a:solidFill>
                <a:latin typeface="Noto Sans Bold"/>
                <a:ea typeface="Noto Sans Bold"/>
                <a:cs typeface="Noto Sans Bold"/>
              </a:defRPr>
            </a:lvl2pPr>
            <a:lvl3pPr algn="l">
              <a:defRPr sz="8700" b="1">
                <a:solidFill>
                  <a:srgbClr val="2B5BEB"/>
                </a:solidFill>
                <a:latin typeface="Noto Sans Bold"/>
                <a:ea typeface="Noto Sans Bold"/>
                <a:cs typeface="Noto Sans Bold"/>
              </a:defRPr>
            </a:lvl3pPr>
            <a:lvl4pPr algn="l">
              <a:defRPr sz="8700" b="1">
                <a:solidFill>
                  <a:srgbClr val="2B5BEB"/>
                </a:solidFill>
                <a:latin typeface="Noto Sans Bold"/>
                <a:ea typeface="Noto Sans Bold"/>
                <a:cs typeface="Noto Sans Bold"/>
              </a:defRPr>
            </a:lvl4pPr>
            <a:lvl5pPr algn="l">
              <a:defRPr sz="8700" b="1">
                <a:solidFill>
                  <a:srgbClr val="2B5BEB"/>
                </a:solidFill>
                <a:latin typeface="Noto Sans Bold"/>
                <a:ea typeface="Noto Sans Bold"/>
                <a:cs typeface="Noto Sans Bold"/>
              </a:defRPr>
            </a:lvl5pPr>
            <a:lvl6pPr algn="l">
              <a:defRPr sz="8700" b="1">
                <a:solidFill>
                  <a:srgbClr val="2B5BEB"/>
                </a:solidFill>
                <a:latin typeface="Noto Sans Bold"/>
                <a:ea typeface="Noto Sans Bold"/>
                <a:cs typeface="Noto Sans Bold"/>
              </a:defRPr>
            </a:lvl6pPr>
            <a:lvl7pPr algn="l">
              <a:defRPr sz="8700" b="1">
                <a:solidFill>
                  <a:srgbClr val="2B5BEB"/>
                </a:solidFill>
                <a:latin typeface="Noto Sans Bold"/>
                <a:ea typeface="Noto Sans Bold"/>
                <a:cs typeface="Noto Sans Bold"/>
              </a:defRPr>
            </a:lvl7pPr>
            <a:lvl8pPr algn="l">
              <a:defRPr sz="8700" b="1">
                <a:solidFill>
                  <a:srgbClr val="2B5BEB"/>
                </a:solidFill>
                <a:latin typeface="Noto Sans Bold"/>
                <a:ea typeface="Noto Sans Bold"/>
                <a:cs typeface="Noto Sans Bold"/>
              </a:defRPr>
            </a:lvl8pPr>
            <a:lvl9pPr algn="l">
              <a:defRPr sz="8700" b="1">
                <a:solidFill>
                  <a:srgbClr val="2B5BEB"/>
                </a:solidFill>
                <a:latin typeface="Noto Sans Bold"/>
                <a:ea typeface="Noto Sans Bold"/>
                <a:cs typeface="Noto Sans Bold"/>
              </a:defRPr>
            </a:lvl9pPr>
          </a:lstStyle>
          <a:p xmlns:a="http://schemas.openxmlformats.org/drawingml/2006/main">
            <a:pPr algn="l">
              <a:defRPr sz="8700" b="1">
                <a:solidFill>
                  <a:srgbClr val="2B5BEB"/>
                </a:solidFill>
                <a:latin typeface="Noto Sans Bold"/>
                <a:ea typeface="Noto Sans Bold"/>
                <a:cs typeface="Noto Sans Bold"/>
              </a:defRPr>
            </a:pPr>
            <a:r>
              <a:rPr sz="8700" b="1">
                <a:solidFill>
                  <a:srgbClr val="2B5BEB"/>
                </a:solidFill>
                <a:latin typeface="Noto Sans Bold"/>
                <a:ea typeface="Noto Sans Bold"/>
                <a:cs typeface="Noto Sans Bold"/>
              </a:rPr>
              <a:t>6건</a:t>
            </a:r>
          </a:p>
        </p:txBody>
      </p:sp>
      <p:sp>
        <p:nvSpPr>
          <p:cNvPr id="9" name="trace-runs-label">
            <a:extLst xmlns:a="http://schemas.openxmlformats.org/drawingml/2006/main">
              <a:ext uri="{FF2B5EF4-FFF2-40B4-BE49-F238E27FC236}">
                <a16:creationId xmlns:a16="http://schemas.microsoft.com/office/drawing/2014/main" id="{2BF63357-4375-4506-9D72-685A5576B7E4}"/>
              </a:ext>
            </a:extLst>
          </p:cNvPr>
          <p:cNvSpPr>
            <a:spLocks xmlns:a="http://schemas.openxmlformats.org/drawingml/2006/main" noGrp="1"/>
          </p:cNvSpPr>
          <p:nvPr/>
        </p:nvSpPr>
        <p:spPr>
          <a:xfrm xmlns:a="http://schemas.openxmlformats.org/drawingml/2006/main">
            <a:off x="1143000" y="5048250"/>
            <a:ext cx="7239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원격 실행 기록 재조회</a:t>
            </a:r>
          </a:p>
        </p:txBody>
      </p:sp>
      <p:sp>
        <p:nvSpPr>
          <p:cNvPr id="10" name="trace-feedback">
            <a:extLst xmlns:a="http://schemas.openxmlformats.org/drawingml/2006/main">
              <a:ext uri="{FF2B5EF4-FFF2-40B4-BE49-F238E27FC236}">
                <a16:creationId xmlns:a16="http://schemas.microsoft.com/office/drawing/2014/main" id="{D04993E2-7827-4D20-B6FA-D0A1F8573721}"/>
              </a:ext>
            </a:extLst>
          </p:cNvPr>
          <p:cNvSpPr>
            <a:spLocks xmlns:a="http://schemas.openxmlformats.org/drawingml/2006/main" noGrp="1"/>
          </p:cNvSpPr>
          <p:nvPr/>
        </p:nvSpPr>
        <p:spPr>
          <a:xfrm xmlns:a="http://schemas.openxmlformats.org/drawingml/2006/main">
            <a:off x="9144000" y="3381375"/>
            <a:ext cx="8001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8700" b="1">
                <a:solidFill>
                  <a:srgbClr val="7659BD"/>
                </a:solidFill>
                <a:latin typeface="Noto Sans Bold"/>
                <a:ea typeface="Noto Sans Bold"/>
                <a:cs typeface="Noto Sans Bold"/>
              </a:defRPr>
            </a:defPPr>
            <a:lvl1pPr algn="l">
              <a:defRPr sz="8700" b="1">
                <a:solidFill>
                  <a:srgbClr val="7659BD"/>
                </a:solidFill>
                <a:latin typeface="Noto Sans Bold"/>
                <a:ea typeface="Noto Sans Bold"/>
                <a:cs typeface="Noto Sans Bold"/>
              </a:defRPr>
            </a:lvl1pPr>
            <a:lvl2pPr algn="l">
              <a:defRPr sz="8700" b="1">
                <a:solidFill>
                  <a:srgbClr val="7659BD"/>
                </a:solidFill>
                <a:latin typeface="Noto Sans Bold"/>
                <a:ea typeface="Noto Sans Bold"/>
                <a:cs typeface="Noto Sans Bold"/>
              </a:defRPr>
            </a:lvl2pPr>
            <a:lvl3pPr algn="l">
              <a:defRPr sz="8700" b="1">
                <a:solidFill>
                  <a:srgbClr val="7659BD"/>
                </a:solidFill>
                <a:latin typeface="Noto Sans Bold"/>
                <a:ea typeface="Noto Sans Bold"/>
                <a:cs typeface="Noto Sans Bold"/>
              </a:defRPr>
            </a:lvl3pPr>
            <a:lvl4pPr algn="l">
              <a:defRPr sz="8700" b="1">
                <a:solidFill>
                  <a:srgbClr val="7659BD"/>
                </a:solidFill>
                <a:latin typeface="Noto Sans Bold"/>
                <a:ea typeface="Noto Sans Bold"/>
                <a:cs typeface="Noto Sans Bold"/>
              </a:defRPr>
            </a:lvl4pPr>
            <a:lvl5pPr algn="l">
              <a:defRPr sz="8700" b="1">
                <a:solidFill>
                  <a:srgbClr val="7659BD"/>
                </a:solidFill>
                <a:latin typeface="Noto Sans Bold"/>
                <a:ea typeface="Noto Sans Bold"/>
                <a:cs typeface="Noto Sans Bold"/>
              </a:defRPr>
            </a:lvl5pPr>
            <a:lvl6pPr algn="l">
              <a:defRPr sz="8700" b="1">
                <a:solidFill>
                  <a:srgbClr val="7659BD"/>
                </a:solidFill>
                <a:latin typeface="Noto Sans Bold"/>
                <a:ea typeface="Noto Sans Bold"/>
                <a:cs typeface="Noto Sans Bold"/>
              </a:defRPr>
            </a:lvl6pPr>
            <a:lvl7pPr algn="l">
              <a:defRPr sz="8700" b="1">
                <a:solidFill>
                  <a:srgbClr val="7659BD"/>
                </a:solidFill>
                <a:latin typeface="Noto Sans Bold"/>
                <a:ea typeface="Noto Sans Bold"/>
                <a:cs typeface="Noto Sans Bold"/>
              </a:defRPr>
            </a:lvl7pPr>
            <a:lvl8pPr algn="l">
              <a:defRPr sz="8700" b="1">
                <a:solidFill>
                  <a:srgbClr val="7659BD"/>
                </a:solidFill>
                <a:latin typeface="Noto Sans Bold"/>
                <a:ea typeface="Noto Sans Bold"/>
                <a:cs typeface="Noto Sans Bold"/>
              </a:defRPr>
            </a:lvl8pPr>
            <a:lvl9pPr algn="l">
              <a:defRPr sz="8700" b="1">
                <a:solidFill>
                  <a:srgbClr val="7659BD"/>
                </a:solidFill>
                <a:latin typeface="Noto Sans Bold"/>
                <a:ea typeface="Noto Sans Bold"/>
                <a:cs typeface="Noto Sans Bold"/>
              </a:defRPr>
            </a:lvl9pPr>
          </a:lstStyle>
          <a:p xmlns:a="http://schemas.openxmlformats.org/drawingml/2006/main">
            <a:pPr algn="l">
              <a:defRPr sz="8700" b="1">
                <a:solidFill>
                  <a:srgbClr val="7659BD"/>
                </a:solidFill>
                <a:latin typeface="Noto Sans Bold"/>
                <a:ea typeface="Noto Sans Bold"/>
                <a:cs typeface="Noto Sans Bold"/>
              </a:defRPr>
            </a:pPr>
            <a:r>
              <a:rPr sz="8700" b="1">
                <a:solidFill>
                  <a:srgbClr val="7659BD"/>
                </a:solidFill>
                <a:latin typeface="Noto Sans Bold"/>
                <a:ea typeface="Noto Sans Bold"/>
                <a:cs typeface="Noto Sans Bold"/>
              </a:rPr>
              <a:t>30개</a:t>
            </a:r>
          </a:p>
        </p:txBody>
      </p:sp>
      <p:sp>
        <p:nvSpPr>
          <p:cNvPr id="11" name="trace-feedback-label">
            <a:extLst xmlns:a="http://schemas.openxmlformats.org/drawingml/2006/main">
              <a:ext uri="{FF2B5EF4-FFF2-40B4-BE49-F238E27FC236}">
                <a16:creationId xmlns:a16="http://schemas.microsoft.com/office/drawing/2014/main" id="{3D20A057-ECBF-4ABD-8637-5FE01B912E39}"/>
              </a:ext>
            </a:extLst>
          </p:cNvPr>
          <p:cNvSpPr>
            <a:spLocks xmlns:a="http://schemas.openxmlformats.org/drawingml/2006/main" noGrp="1"/>
          </p:cNvSpPr>
          <p:nvPr/>
        </p:nvSpPr>
        <p:spPr>
          <a:xfrm xmlns:a="http://schemas.openxmlformats.org/drawingml/2006/main">
            <a:off x="9144000" y="5048250"/>
            <a:ext cx="800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700" b="1">
                <a:solidFill>
                  <a:srgbClr val="122C46"/>
                </a:solidFill>
                <a:latin typeface="Noto Sans Bold"/>
                <a:ea typeface="Noto Sans Bold"/>
                <a:cs typeface="Noto Sans Bold"/>
              </a:defRPr>
            </a:defPPr>
            <a:lvl1pPr algn="l">
              <a:defRPr sz="2700" b="1">
                <a:solidFill>
                  <a:srgbClr val="122C46"/>
                </a:solidFill>
                <a:latin typeface="Noto Sans Bold"/>
                <a:ea typeface="Noto Sans Bold"/>
                <a:cs typeface="Noto Sans Bold"/>
              </a:defRPr>
            </a:lvl1pPr>
            <a:lvl2pPr algn="l">
              <a:defRPr sz="2700" b="1">
                <a:solidFill>
                  <a:srgbClr val="122C46"/>
                </a:solidFill>
                <a:latin typeface="Noto Sans Bold"/>
                <a:ea typeface="Noto Sans Bold"/>
                <a:cs typeface="Noto Sans Bold"/>
              </a:defRPr>
            </a:lvl2pPr>
            <a:lvl3pPr algn="l">
              <a:defRPr sz="2700" b="1">
                <a:solidFill>
                  <a:srgbClr val="122C46"/>
                </a:solidFill>
                <a:latin typeface="Noto Sans Bold"/>
                <a:ea typeface="Noto Sans Bold"/>
                <a:cs typeface="Noto Sans Bold"/>
              </a:defRPr>
            </a:lvl3pPr>
            <a:lvl4pPr algn="l">
              <a:defRPr sz="2700" b="1">
                <a:solidFill>
                  <a:srgbClr val="122C46"/>
                </a:solidFill>
                <a:latin typeface="Noto Sans Bold"/>
                <a:ea typeface="Noto Sans Bold"/>
                <a:cs typeface="Noto Sans Bold"/>
              </a:defRPr>
            </a:lvl4pPr>
            <a:lvl5pPr algn="l">
              <a:defRPr sz="2700" b="1">
                <a:solidFill>
                  <a:srgbClr val="122C46"/>
                </a:solidFill>
                <a:latin typeface="Noto Sans Bold"/>
                <a:ea typeface="Noto Sans Bold"/>
                <a:cs typeface="Noto Sans Bold"/>
              </a:defRPr>
            </a:lvl5pPr>
            <a:lvl6pPr algn="l">
              <a:defRPr sz="2700" b="1">
                <a:solidFill>
                  <a:srgbClr val="122C46"/>
                </a:solidFill>
                <a:latin typeface="Noto Sans Bold"/>
                <a:ea typeface="Noto Sans Bold"/>
                <a:cs typeface="Noto Sans Bold"/>
              </a:defRPr>
            </a:lvl6pPr>
            <a:lvl7pPr algn="l">
              <a:defRPr sz="2700" b="1">
                <a:solidFill>
                  <a:srgbClr val="122C46"/>
                </a:solidFill>
                <a:latin typeface="Noto Sans Bold"/>
                <a:ea typeface="Noto Sans Bold"/>
                <a:cs typeface="Noto Sans Bold"/>
              </a:defRPr>
            </a:lvl7pPr>
            <a:lvl8pPr algn="l">
              <a:defRPr sz="2700" b="1">
                <a:solidFill>
                  <a:srgbClr val="122C46"/>
                </a:solidFill>
                <a:latin typeface="Noto Sans Bold"/>
                <a:ea typeface="Noto Sans Bold"/>
                <a:cs typeface="Noto Sans Bold"/>
              </a:defRPr>
            </a:lvl8pPr>
            <a:lvl9pPr algn="l">
              <a:defRPr sz="2700" b="1">
                <a:solidFill>
                  <a:srgbClr val="122C46"/>
                </a:solidFill>
                <a:latin typeface="Noto Sans Bold"/>
                <a:ea typeface="Noto Sans Bold"/>
                <a:cs typeface="Noto Sans Bold"/>
              </a:defRPr>
            </a:lvl9pPr>
          </a:lstStyle>
          <a:p xmlns:a="http://schemas.openxmlformats.org/drawingml/2006/main">
            <a:pPr algn="l">
              <a:defRPr sz="2700" b="1">
                <a:solidFill>
                  <a:srgbClr val="122C46"/>
                </a:solidFill>
                <a:latin typeface="Noto Sans Bold"/>
                <a:ea typeface="Noto Sans Bold"/>
                <a:cs typeface="Noto Sans Bold"/>
              </a:defRPr>
            </a:pPr>
            <a:r>
              <a:rPr sz="2700" b="1">
                <a:solidFill>
                  <a:srgbClr val="122C46"/>
                </a:solidFill>
                <a:latin typeface="Noto Sans Bold"/>
                <a:ea typeface="Noto Sans Bold"/>
                <a:cs typeface="Noto Sans Bold"/>
              </a:rPr>
              <a:t>평가 점수 재조회</a:t>
            </a:r>
          </a:p>
        </p:txBody>
      </p:sp>
      <p:sp>
        <p:nvSpPr>
          <p:cNvPr id="12" name="cost-label">
            <a:extLst xmlns:a="http://schemas.openxmlformats.org/drawingml/2006/main">
              <a:ext uri="{FF2B5EF4-FFF2-40B4-BE49-F238E27FC236}">
                <a16:creationId xmlns:a16="http://schemas.microsoft.com/office/drawing/2014/main" id="{76177031-58BB-4F52-BA1E-010638665516}"/>
              </a:ext>
            </a:extLst>
          </p:cNvPr>
          <p:cNvSpPr>
            <a:spLocks xmlns:a="http://schemas.openxmlformats.org/drawingml/2006/main" noGrp="1"/>
          </p:cNvSpPr>
          <p:nvPr/>
        </p:nvSpPr>
        <p:spPr>
          <a:xfrm xmlns:a="http://schemas.openxmlformats.org/drawingml/2006/main">
            <a:off x="1143000" y="7143750"/>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1">
                <a:solidFill>
                  <a:srgbClr val="2B5BEB"/>
                </a:solidFill>
                <a:latin typeface="Noto Sans Bold"/>
                <a:ea typeface="Noto Sans Bold"/>
                <a:cs typeface="Noto Sans Bold"/>
              </a:defRPr>
            </a:defPPr>
            <a:lvl1pPr algn="l">
              <a:defRPr sz="2400" b="1">
                <a:solidFill>
                  <a:srgbClr val="2B5BEB"/>
                </a:solidFill>
                <a:latin typeface="Noto Sans Bold"/>
                <a:ea typeface="Noto Sans Bold"/>
                <a:cs typeface="Noto Sans Bold"/>
              </a:defRPr>
            </a:lvl1pPr>
            <a:lvl2pPr algn="l">
              <a:defRPr sz="2400" b="1">
                <a:solidFill>
                  <a:srgbClr val="2B5BEB"/>
                </a:solidFill>
                <a:latin typeface="Noto Sans Bold"/>
                <a:ea typeface="Noto Sans Bold"/>
                <a:cs typeface="Noto Sans Bold"/>
              </a:defRPr>
            </a:lvl2pPr>
            <a:lvl3pPr algn="l">
              <a:defRPr sz="2400" b="1">
                <a:solidFill>
                  <a:srgbClr val="2B5BEB"/>
                </a:solidFill>
                <a:latin typeface="Noto Sans Bold"/>
                <a:ea typeface="Noto Sans Bold"/>
                <a:cs typeface="Noto Sans Bold"/>
              </a:defRPr>
            </a:lvl3pPr>
            <a:lvl4pPr algn="l">
              <a:defRPr sz="2400" b="1">
                <a:solidFill>
                  <a:srgbClr val="2B5BEB"/>
                </a:solidFill>
                <a:latin typeface="Noto Sans Bold"/>
                <a:ea typeface="Noto Sans Bold"/>
                <a:cs typeface="Noto Sans Bold"/>
              </a:defRPr>
            </a:lvl4pPr>
            <a:lvl5pPr algn="l">
              <a:defRPr sz="2400" b="1">
                <a:solidFill>
                  <a:srgbClr val="2B5BEB"/>
                </a:solidFill>
                <a:latin typeface="Noto Sans Bold"/>
                <a:ea typeface="Noto Sans Bold"/>
                <a:cs typeface="Noto Sans Bold"/>
              </a:defRPr>
            </a:lvl5pPr>
            <a:lvl6pPr algn="l">
              <a:defRPr sz="2400" b="1">
                <a:solidFill>
                  <a:srgbClr val="2B5BEB"/>
                </a:solidFill>
                <a:latin typeface="Noto Sans Bold"/>
                <a:ea typeface="Noto Sans Bold"/>
                <a:cs typeface="Noto Sans Bold"/>
              </a:defRPr>
            </a:lvl6pPr>
            <a:lvl7pPr algn="l">
              <a:defRPr sz="2400" b="1">
                <a:solidFill>
                  <a:srgbClr val="2B5BEB"/>
                </a:solidFill>
                <a:latin typeface="Noto Sans Bold"/>
                <a:ea typeface="Noto Sans Bold"/>
                <a:cs typeface="Noto Sans Bold"/>
              </a:defRPr>
            </a:lvl7pPr>
            <a:lvl8pPr algn="l">
              <a:defRPr sz="2400" b="1">
                <a:solidFill>
                  <a:srgbClr val="2B5BEB"/>
                </a:solidFill>
                <a:latin typeface="Noto Sans Bold"/>
                <a:ea typeface="Noto Sans Bold"/>
                <a:cs typeface="Noto Sans Bold"/>
              </a:defRPr>
            </a:lvl8pPr>
            <a:lvl9pPr algn="l">
              <a:defRPr sz="2400" b="1">
                <a:solidFill>
                  <a:srgbClr val="2B5BEB"/>
                </a:solidFill>
                <a:latin typeface="Noto Sans Bold"/>
                <a:ea typeface="Noto Sans Bold"/>
                <a:cs typeface="Noto Sans Bold"/>
              </a:defRPr>
            </a:lvl9pPr>
          </a:lstStyle>
          <a:p xmlns:a="http://schemas.openxmlformats.org/drawingml/2006/main">
            <a:pPr algn="l">
              <a:defRPr sz="2400" b="1">
                <a:solidFill>
                  <a:srgbClr val="2B5BEB"/>
                </a:solidFill>
                <a:latin typeface="Noto Sans Bold"/>
                <a:ea typeface="Noto Sans Bold"/>
                <a:cs typeface="Noto Sans Bold"/>
              </a:defRPr>
            </a:pPr>
            <a:r>
              <a:rPr sz="2400" b="1">
                <a:solidFill>
                  <a:srgbClr val="2B5BEB"/>
                </a:solidFill>
                <a:latin typeface="Noto Sans Bold"/>
                <a:ea typeface="Noto Sans Bold"/>
                <a:cs typeface="Noto Sans Bold"/>
              </a:rPr>
              <a:t>보조 비용 통제</a:t>
            </a:r>
          </a:p>
        </p:txBody>
      </p:sp>
      <p:sp>
        <p:nvSpPr>
          <p:cNvPr id="13" name="cost-result">
            <a:extLst xmlns:a="http://schemas.openxmlformats.org/drawingml/2006/main">
              <a:ext uri="{FF2B5EF4-FFF2-40B4-BE49-F238E27FC236}">
                <a16:creationId xmlns:a16="http://schemas.microsoft.com/office/drawing/2014/main" id="{B99B5271-51EE-4001-BBBF-52258986444A}"/>
              </a:ext>
            </a:extLst>
          </p:cNvPr>
          <p:cNvSpPr>
            <a:spLocks xmlns:a="http://schemas.openxmlformats.org/drawingml/2006/main" noGrp="1"/>
          </p:cNvSpPr>
          <p:nvPr/>
        </p:nvSpPr>
        <p:spPr>
          <a:xfrm xmlns:a="http://schemas.openxmlformats.org/drawingml/2006/main">
            <a:off x="1143000" y="7810500"/>
            <a:ext cx="1600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850" b="0">
                <a:solidFill>
                  <a:srgbClr val="122C46"/>
                </a:solidFill>
                <a:latin typeface="Noto Sans Kr"/>
                <a:ea typeface="Noto Sans Kr"/>
                <a:cs typeface="Noto Sans Kr"/>
              </a:defRPr>
            </a:defPPr>
            <a:lvl1pPr algn="l">
              <a:defRPr sz="2850" b="0">
                <a:solidFill>
                  <a:srgbClr val="122C46"/>
                </a:solidFill>
                <a:latin typeface="Noto Sans Kr"/>
                <a:ea typeface="Noto Sans Kr"/>
                <a:cs typeface="Noto Sans Kr"/>
              </a:defRPr>
            </a:lvl1pPr>
            <a:lvl2pPr algn="l">
              <a:defRPr sz="2850" b="0">
                <a:solidFill>
                  <a:srgbClr val="122C46"/>
                </a:solidFill>
                <a:latin typeface="Noto Sans Kr"/>
                <a:ea typeface="Noto Sans Kr"/>
                <a:cs typeface="Noto Sans Kr"/>
              </a:defRPr>
            </a:lvl2pPr>
            <a:lvl3pPr algn="l">
              <a:defRPr sz="2850" b="0">
                <a:solidFill>
                  <a:srgbClr val="122C46"/>
                </a:solidFill>
                <a:latin typeface="Noto Sans Kr"/>
                <a:ea typeface="Noto Sans Kr"/>
                <a:cs typeface="Noto Sans Kr"/>
              </a:defRPr>
            </a:lvl3pPr>
            <a:lvl4pPr algn="l">
              <a:defRPr sz="2850" b="0">
                <a:solidFill>
                  <a:srgbClr val="122C46"/>
                </a:solidFill>
                <a:latin typeface="Noto Sans Kr"/>
                <a:ea typeface="Noto Sans Kr"/>
                <a:cs typeface="Noto Sans Kr"/>
              </a:defRPr>
            </a:lvl4pPr>
            <a:lvl5pPr algn="l">
              <a:defRPr sz="2850" b="0">
                <a:solidFill>
                  <a:srgbClr val="122C46"/>
                </a:solidFill>
                <a:latin typeface="Noto Sans Kr"/>
                <a:ea typeface="Noto Sans Kr"/>
                <a:cs typeface="Noto Sans Kr"/>
              </a:defRPr>
            </a:lvl5pPr>
            <a:lvl6pPr algn="l">
              <a:defRPr sz="2850" b="0">
                <a:solidFill>
                  <a:srgbClr val="122C46"/>
                </a:solidFill>
                <a:latin typeface="Noto Sans Kr"/>
                <a:ea typeface="Noto Sans Kr"/>
                <a:cs typeface="Noto Sans Kr"/>
              </a:defRPr>
            </a:lvl6pPr>
            <a:lvl7pPr algn="l">
              <a:defRPr sz="2850" b="0">
                <a:solidFill>
                  <a:srgbClr val="122C46"/>
                </a:solidFill>
                <a:latin typeface="Noto Sans Kr"/>
                <a:ea typeface="Noto Sans Kr"/>
                <a:cs typeface="Noto Sans Kr"/>
              </a:defRPr>
            </a:lvl7pPr>
            <a:lvl8pPr algn="l">
              <a:defRPr sz="2850" b="0">
                <a:solidFill>
                  <a:srgbClr val="122C46"/>
                </a:solidFill>
                <a:latin typeface="Noto Sans Kr"/>
                <a:ea typeface="Noto Sans Kr"/>
                <a:cs typeface="Noto Sans Kr"/>
              </a:defRPr>
            </a:lvl8pPr>
            <a:lvl9pPr algn="l">
              <a:defRPr sz="2850" b="0">
                <a:solidFill>
                  <a:srgbClr val="122C46"/>
                </a:solidFill>
                <a:latin typeface="Noto Sans Kr"/>
                <a:ea typeface="Noto Sans Kr"/>
                <a:cs typeface="Noto Sans Kr"/>
              </a:defRPr>
            </a:lvl9pPr>
          </a:lstStyle>
          <a:p xmlns:a="http://schemas.openxmlformats.org/drawingml/2006/main">
            <a:pPr algn="l">
              <a:defRPr sz="2850" b="0">
                <a:solidFill>
                  <a:srgbClr val="122C46"/>
                </a:solidFill>
                <a:latin typeface="Noto Sans Kr"/>
                <a:ea typeface="Noto Sans Kr"/>
                <a:cs typeface="Noto Sans Kr"/>
              </a:defRPr>
            </a:pPr>
            <a:r>
              <a:rPr sz="2850" b="0">
                <a:solidFill>
                  <a:srgbClr val="122C46"/>
                </a:solidFill>
                <a:latin typeface="Noto Sans Kr"/>
                <a:ea typeface="Noto Sans Kr"/>
                <a:cs typeface="Noto Sans Kr"/>
              </a:rPr>
              <a:t>입력 거절 5건: LLM·MCP 호출 0 / 생성 0토큰</a:t>
            </a:r>
          </a:p>
        </p:txBody>
      </p:sp>
    </p:spTree>
    <p:extLst>
      <p:ext uri="{BB962C8B-B14F-4D97-AF65-F5344CB8AC3E}">
        <p14:creationId xmlns:p14="http://schemas.microsoft.com/office/powerpoint/2010/main" val="1913040406"/>
      </p:ext>
    </p:extLst>
  </p:cSld>
</p:sld>
</file>

<file path=ppt/slides/slide1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0" name="section-label">
            <a:extLst xmlns:a="http://schemas.openxmlformats.org/drawingml/2006/main">
              <a:ext uri="{FF2B5EF4-FFF2-40B4-BE49-F238E27FC236}">
                <a16:creationId xmlns:a16="http://schemas.microsoft.com/office/drawing/2014/main" id="{E65509F0-3928-452C-ACC1-10CCD7F3D507}"/>
              </a:ext>
            </a:extLst>
          </p:cNvPr>
          <p:cNvSpPr>
            <a:spLocks xmlns:a="http://schemas.openxmlformats.org/drawingml/2006/main" noGrp="1"/>
          </p:cNvSpPr>
          <p:nvPr/>
        </p:nvSpPr>
        <p:spPr>
          <a:xfrm xmlns:a="http://schemas.openxmlformats.org/drawingml/2006/main">
            <a:off x="1143000" y="723900"/>
            <a:ext cx="1333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950" b="1">
                <a:solidFill>
                  <a:srgbClr val="2B5BEB"/>
                </a:solidFill>
                <a:latin typeface="Noto Sans Bold"/>
                <a:ea typeface="Noto Sans Bold"/>
                <a:cs typeface="Noto Sans Bold"/>
              </a:defRPr>
            </a:defPPr>
            <a:lvl1pPr algn="l">
              <a:defRPr sz="1950" b="1">
                <a:solidFill>
                  <a:srgbClr val="2B5BEB"/>
                </a:solidFill>
                <a:latin typeface="Noto Sans Bold"/>
                <a:ea typeface="Noto Sans Bold"/>
                <a:cs typeface="Noto Sans Bold"/>
              </a:defRPr>
            </a:lvl1pPr>
            <a:lvl2pPr algn="l">
              <a:defRPr sz="1950" b="1">
                <a:solidFill>
                  <a:srgbClr val="2B5BEB"/>
                </a:solidFill>
                <a:latin typeface="Noto Sans Bold"/>
                <a:ea typeface="Noto Sans Bold"/>
                <a:cs typeface="Noto Sans Bold"/>
              </a:defRPr>
            </a:lvl2pPr>
            <a:lvl3pPr algn="l">
              <a:defRPr sz="1950" b="1">
                <a:solidFill>
                  <a:srgbClr val="2B5BEB"/>
                </a:solidFill>
                <a:latin typeface="Noto Sans Bold"/>
                <a:ea typeface="Noto Sans Bold"/>
                <a:cs typeface="Noto Sans Bold"/>
              </a:defRPr>
            </a:lvl3pPr>
            <a:lvl4pPr algn="l">
              <a:defRPr sz="1950" b="1">
                <a:solidFill>
                  <a:srgbClr val="2B5BEB"/>
                </a:solidFill>
                <a:latin typeface="Noto Sans Bold"/>
                <a:ea typeface="Noto Sans Bold"/>
                <a:cs typeface="Noto Sans Bold"/>
              </a:defRPr>
            </a:lvl4pPr>
            <a:lvl5pPr algn="l">
              <a:defRPr sz="1950" b="1">
                <a:solidFill>
                  <a:srgbClr val="2B5BEB"/>
                </a:solidFill>
                <a:latin typeface="Noto Sans Bold"/>
                <a:ea typeface="Noto Sans Bold"/>
                <a:cs typeface="Noto Sans Bold"/>
              </a:defRPr>
            </a:lvl5pPr>
            <a:lvl6pPr algn="l">
              <a:defRPr sz="1950" b="1">
                <a:solidFill>
                  <a:srgbClr val="2B5BEB"/>
                </a:solidFill>
                <a:latin typeface="Noto Sans Bold"/>
                <a:ea typeface="Noto Sans Bold"/>
                <a:cs typeface="Noto Sans Bold"/>
              </a:defRPr>
            </a:lvl6pPr>
            <a:lvl7pPr algn="l">
              <a:defRPr sz="1950" b="1">
                <a:solidFill>
                  <a:srgbClr val="2B5BEB"/>
                </a:solidFill>
                <a:latin typeface="Noto Sans Bold"/>
                <a:ea typeface="Noto Sans Bold"/>
                <a:cs typeface="Noto Sans Bold"/>
              </a:defRPr>
            </a:lvl7pPr>
            <a:lvl8pPr algn="l">
              <a:defRPr sz="1950" b="1">
                <a:solidFill>
                  <a:srgbClr val="2B5BEB"/>
                </a:solidFill>
                <a:latin typeface="Noto Sans Bold"/>
                <a:ea typeface="Noto Sans Bold"/>
                <a:cs typeface="Noto Sans Bold"/>
              </a:defRPr>
            </a:lvl8pPr>
            <a:lvl9pPr algn="l">
              <a:defRPr sz="1950" b="1">
                <a:solidFill>
                  <a:srgbClr val="2B5BEB"/>
                </a:solidFill>
                <a:latin typeface="Noto Sans Bold"/>
                <a:ea typeface="Noto Sans Bold"/>
                <a:cs typeface="Noto Sans Bold"/>
              </a:defRPr>
            </a:lvl9pPr>
          </a:lstStyle>
          <a:p xmlns:a="http://schemas.openxmlformats.org/drawingml/2006/main">
            <a:pPr algn="l">
              <a:defRPr sz="1950" b="1">
                <a:solidFill>
                  <a:srgbClr val="2B5BEB"/>
                </a:solidFill>
                <a:latin typeface="Noto Sans Bold"/>
                <a:ea typeface="Noto Sans Bold"/>
                <a:cs typeface="Noto Sans Bold"/>
              </a:defRPr>
            </a:pPr>
            <a:r>
              <a:rPr sz="1950" b="1">
                <a:solidFill>
                  <a:srgbClr val="2B5BEB"/>
                </a:solidFill>
                <a:latin typeface="Noto Sans Bold"/>
                <a:ea typeface="Noto Sans Bold"/>
                <a:cs typeface="Noto Sans Bold"/>
              </a:rPr>
              <a:t>교훈과 향후 개선</a:t>
            </a:r>
          </a:p>
        </p:txBody>
      </p:sp>
      <p:sp>
        <p:nvSpPr>
          <p:cNvPr id="2" name="page-number">
            <a:extLst xmlns:a="http://schemas.openxmlformats.org/drawingml/2006/main">
              <a:ext uri="{FF2B5EF4-FFF2-40B4-BE49-F238E27FC236}">
                <a16:creationId xmlns:a16="http://schemas.microsoft.com/office/drawing/2014/main" id="{9779A887-05B3-444F-A762-914C8A2BB2B4}"/>
              </a:ext>
            </a:extLst>
          </p:cNvPr>
          <p:cNvSpPr>
            <a:spLocks xmlns:a="http://schemas.openxmlformats.org/drawingml/2006/main" noGrp="1"/>
          </p:cNvSpPr>
          <p:nvPr/>
        </p:nvSpPr>
        <p:spPr>
          <a:xfrm xmlns:a="http://schemas.openxmlformats.org/drawingml/2006/main">
            <a:off x="15621000" y="723900"/>
            <a:ext cx="152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r">
              <a:defRPr sz="1950" b="0">
                <a:solidFill>
                  <a:srgbClr val="566A80"/>
                </a:solidFill>
                <a:latin typeface="Noto Sans Kr"/>
                <a:ea typeface="Noto Sans Kr"/>
                <a:cs typeface="Noto Sans Kr"/>
              </a:defRPr>
            </a:defPPr>
            <a:lvl1pPr algn="r">
              <a:defRPr sz="1950" b="0">
                <a:solidFill>
                  <a:srgbClr val="566A80"/>
                </a:solidFill>
                <a:latin typeface="Noto Sans Kr"/>
                <a:ea typeface="Noto Sans Kr"/>
                <a:cs typeface="Noto Sans Kr"/>
              </a:defRPr>
            </a:lvl1pPr>
            <a:lvl2pPr algn="r">
              <a:defRPr sz="1950" b="0">
                <a:solidFill>
                  <a:srgbClr val="566A80"/>
                </a:solidFill>
                <a:latin typeface="Noto Sans Kr"/>
                <a:ea typeface="Noto Sans Kr"/>
                <a:cs typeface="Noto Sans Kr"/>
              </a:defRPr>
            </a:lvl2pPr>
            <a:lvl3pPr algn="r">
              <a:defRPr sz="1950" b="0">
                <a:solidFill>
                  <a:srgbClr val="566A80"/>
                </a:solidFill>
                <a:latin typeface="Noto Sans Kr"/>
                <a:ea typeface="Noto Sans Kr"/>
                <a:cs typeface="Noto Sans Kr"/>
              </a:defRPr>
            </a:lvl3pPr>
            <a:lvl4pPr algn="r">
              <a:defRPr sz="1950" b="0">
                <a:solidFill>
                  <a:srgbClr val="566A80"/>
                </a:solidFill>
                <a:latin typeface="Noto Sans Kr"/>
                <a:ea typeface="Noto Sans Kr"/>
                <a:cs typeface="Noto Sans Kr"/>
              </a:defRPr>
            </a:lvl4pPr>
            <a:lvl5pPr algn="r">
              <a:defRPr sz="1950" b="0">
                <a:solidFill>
                  <a:srgbClr val="566A80"/>
                </a:solidFill>
                <a:latin typeface="Noto Sans Kr"/>
                <a:ea typeface="Noto Sans Kr"/>
                <a:cs typeface="Noto Sans Kr"/>
              </a:defRPr>
            </a:lvl5pPr>
            <a:lvl6pPr algn="r">
              <a:defRPr sz="1950" b="0">
                <a:solidFill>
                  <a:srgbClr val="566A80"/>
                </a:solidFill>
                <a:latin typeface="Noto Sans Kr"/>
                <a:ea typeface="Noto Sans Kr"/>
                <a:cs typeface="Noto Sans Kr"/>
              </a:defRPr>
            </a:lvl6pPr>
            <a:lvl7pPr algn="r">
              <a:defRPr sz="1950" b="0">
                <a:solidFill>
                  <a:srgbClr val="566A80"/>
                </a:solidFill>
                <a:latin typeface="Noto Sans Kr"/>
                <a:ea typeface="Noto Sans Kr"/>
                <a:cs typeface="Noto Sans Kr"/>
              </a:defRPr>
            </a:lvl7pPr>
            <a:lvl8pPr algn="r">
              <a:defRPr sz="1950" b="0">
                <a:solidFill>
                  <a:srgbClr val="566A80"/>
                </a:solidFill>
                <a:latin typeface="Noto Sans Kr"/>
                <a:ea typeface="Noto Sans Kr"/>
                <a:cs typeface="Noto Sans Kr"/>
              </a:defRPr>
            </a:lvl8pPr>
            <a:lvl9pPr algn="r">
              <a:defRPr sz="1950" b="0">
                <a:solidFill>
                  <a:srgbClr val="566A80"/>
                </a:solidFill>
                <a:latin typeface="Noto Sans Kr"/>
                <a:ea typeface="Noto Sans Kr"/>
                <a:cs typeface="Noto Sans Kr"/>
              </a:defRPr>
            </a:lvl9pPr>
          </a:lstStyle>
          <a:p xmlns:a="http://schemas.openxmlformats.org/drawingml/2006/main">
            <a:pPr algn="r">
              <a:defRPr sz="1950" b="0">
                <a:solidFill>
                  <a:srgbClr val="566A80"/>
                </a:solidFill>
                <a:latin typeface="Noto Sans Kr"/>
                <a:ea typeface="Noto Sans Kr"/>
                <a:cs typeface="Noto Sans Kr"/>
              </a:defRPr>
            </a:pPr>
            <a:r>
              <a:rPr sz="1950" b="0">
                <a:solidFill>
                  <a:srgbClr val="566A80"/>
                </a:solidFill>
                <a:latin typeface="Noto Sans Kr"/>
                <a:ea typeface="Noto Sans Kr"/>
                <a:cs typeface="Noto Sans Kr"/>
              </a:rPr>
              <a:t>12 / 12</a:t>
            </a:r>
          </a:p>
        </p:txBody>
      </p:sp>
      <p:sp>
        <p:nvSpPr>
          <p:cNvPr id="3" name="slide-title">
            <a:extLst xmlns:a="http://schemas.openxmlformats.org/drawingml/2006/main">
              <a:ext uri="{FF2B5EF4-FFF2-40B4-BE49-F238E27FC236}">
                <a16:creationId xmlns:a16="http://schemas.microsoft.com/office/drawing/2014/main" id="{4FF1D1F4-9E8E-4F90-946D-BD015A6F2263}"/>
              </a:ext>
            </a:extLst>
          </p:cNvPr>
          <p:cNvSpPr>
            <a:spLocks xmlns:a="http://schemas.openxmlformats.org/drawingml/2006/main" noGrp="1"/>
          </p:cNvSpPr>
          <p:nvPr/>
        </p:nvSpPr>
        <p:spPr>
          <a:xfrm xmlns:a="http://schemas.openxmlformats.org/drawingml/2006/main">
            <a:off x="1143000" y="1381125"/>
            <a:ext cx="16002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5100" b="1">
                <a:solidFill>
                  <a:srgbClr val="122C46"/>
                </a:solidFill>
                <a:latin typeface="Noto Sans Bold"/>
                <a:ea typeface="Noto Sans Bold"/>
                <a:cs typeface="Noto Sans Bold"/>
              </a:defRPr>
            </a:defPPr>
            <a:lvl1pPr algn="l">
              <a:defRPr sz="5100" b="1">
                <a:solidFill>
                  <a:srgbClr val="122C46"/>
                </a:solidFill>
                <a:latin typeface="Noto Sans Bold"/>
                <a:ea typeface="Noto Sans Bold"/>
                <a:cs typeface="Noto Sans Bold"/>
              </a:defRPr>
            </a:lvl1pPr>
            <a:lvl2pPr algn="l">
              <a:defRPr sz="5100" b="1">
                <a:solidFill>
                  <a:srgbClr val="122C46"/>
                </a:solidFill>
                <a:latin typeface="Noto Sans Bold"/>
                <a:ea typeface="Noto Sans Bold"/>
                <a:cs typeface="Noto Sans Bold"/>
              </a:defRPr>
            </a:lvl2pPr>
            <a:lvl3pPr algn="l">
              <a:defRPr sz="5100" b="1">
                <a:solidFill>
                  <a:srgbClr val="122C46"/>
                </a:solidFill>
                <a:latin typeface="Noto Sans Bold"/>
                <a:ea typeface="Noto Sans Bold"/>
                <a:cs typeface="Noto Sans Bold"/>
              </a:defRPr>
            </a:lvl3pPr>
            <a:lvl4pPr algn="l">
              <a:defRPr sz="5100" b="1">
                <a:solidFill>
                  <a:srgbClr val="122C46"/>
                </a:solidFill>
                <a:latin typeface="Noto Sans Bold"/>
                <a:ea typeface="Noto Sans Bold"/>
                <a:cs typeface="Noto Sans Bold"/>
              </a:defRPr>
            </a:lvl4pPr>
            <a:lvl5pPr algn="l">
              <a:defRPr sz="5100" b="1">
                <a:solidFill>
                  <a:srgbClr val="122C46"/>
                </a:solidFill>
                <a:latin typeface="Noto Sans Bold"/>
                <a:ea typeface="Noto Sans Bold"/>
                <a:cs typeface="Noto Sans Bold"/>
              </a:defRPr>
            </a:lvl5pPr>
            <a:lvl6pPr algn="l">
              <a:defRPr sz="5100" b="1">
                <a:solidFill>
                  <a:srgbClr val="122C46"/>
                </a:solidFill>
                <a:latin typeface="Noto Sans Bold"/>
                <a:ea typeface="Noto Sans Bold"/>
                <a:cs typeface="Noto Sans Bold"/>
              </a:defRPr>
            </a:lvl6pPr>
            <a:lvl7pPr algn="l">
              <a:defRPr sz="5100" b="1">
                <a:solidFill>
                  <a:srgbClr val="122C46"/>
                </a:solidFill>
                <a:latin typeface="Noto Sans Bold"/>
                <a:ea typeface="Noto Sans Bold"/>
                <a:cs typeface="Noto Sans Bold"/>
              </a:defRPr>
            </a:lvl7pPr>
            <a:lvl8pPr algn="l">
              <a:defRPr sz="5100" b="1">
                <a:solidFill>
                  <a:srgbClr val="122C46"/>
                </a:solidFill>
                <a:latin typeface="Noto Sans Bold"/>
                <a:ea typeface="Noto Sans Bold"/>
                <a:cs typeface="Noto Sans Bold"/>
              </a:defRPr>
            </a:lvl8pPr>
            <a:lvl9pPr algn="l">
              <a:defRPr sz="5100" b="1">
                <a:solidFill>
                  <a:srgbClr val="122C46"/>
                </a:solidFill>
                <a:latin typeface="Noto Sans Bold"/>
                <a:ea typeface="Noto Sans Bold"/>
                <a:cs typeface="Noto Sans Bold"/>
              </a:defRPr>
            </a:lvl9pPr>
          </a:lstStyle>
          <a:p xmlns:a="http://schemas.openxmlformats.org/drawingml/2006/main">
            <a:pPr algn="l">
              <a:defRPr sz="5100" b="1">
                <a:solidFill>
                  <a:srgbClr val="122C46"/>
                </a:solidFill>
                <a:latin typeface="Noto Sans Bold"/>
                <a:ea typeface="Noto Sans Bold"/>
                <a:cs typeface="Noto Sans Bold"/>
              </a:defRPr>
            </a:pPr>
            <a:r>
              <a:rPr sz="5100" b="1">
                <a:solidFill>
                  <a:srgbClr val="122C46"/>
                </a:solidFill>
                <a:latin typeface="Noto Sans Bold"/>
                <a:ea typeface="Noto Sans Bold"/>
                <a:cs typeface="Noto Sans Bold"/>
              </a:rPr>
              <a:t>개선 효과와 남은 과제</a:t>
            </a:r>
          </a:p>
        </p:txBody>
      </p:sp>
      <p:sp>
        <p:nvSpPr>
          <p:cNvPr id="4" name="slide-subtitle">
            <a:extLst xmlns:a="http://schemas.openxmlformats.org/drawingml/2006/main">
              <a:ext uri="{FF2B5EF4-FFF2-40B4-BE49-F238E27FC236}">
                <a16:creationId xmlns:a16="http://schemas.microsoft.com/office/drawing/2014/main" id="{DC65B6D5-E73E-4632-9910-AAE56423108E}"/>
              </a:ext>
            </a:extLst>
          </p:cNvPr>
          <p:cNvSpPr>
            <a:spLocks xmlns:a="http://schemas.openxmlformats.org/drawingml/2006/main" noGrp="1"/>
          </p:cNvSpPr>
          <p:nvPr/>
        </p:nvSpPr>
        <p:spPr>
          <a:xfrm xmlns:a="http://schemas.openxmlformats.org/drawingml/2006/main">
            <a:off x="1143000" y="2505075"/>
            <a:ext cx="16002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2400" b="0">
                <a:solidFill>
                  <a:srgbClr val="566A80"/>
                </a:solidFill>
                <a:latin typeface="Noto Sans Kr"/>
                <a:ea typeface="Noto Sans Kr"/>
                <a:cs typeface="Noto Sans Kr"/>
              </a:defRPr>
            </a:defPPr>
            <a:lvl1pPr algn="l">
              <a:defRPr sz="2400" b="0">
                <a:solidFill>
                  <a:srgbClr val="566A80"/>
                </a:solidFill>
                <a:latin typeface="Noto Sans Kr"/>
                <a:ea typeface="Noto Sans Kr"/>
                <a:cs typeface="Noto Sans Kr"/>
              </a:defRPr>
            </a:lvl1pPr>
            <a:lvl2pPr algn="l">
              <a:defRPr sz="2400" b="0">
                <a:solidFill>
                  <a:srgbClr val="566A80"/>
                </a:solidFill>
                <a:latin typeface="Noto Sans Kr"/>
                <a:ea typeface="Noto Sans Kr"/>
                <a:cs typeface="Noto Sans Kr"/>
              </a:defRPr>
            </a:lvl2pPr>
            <a:lvl3pPr algn="l">
              <a:defRPr sz="2400" b="0">
                <a:solidFill>
                  <a:srgbClr val="566A80"/>
                </a:solidFill>
                <a:latin typeface="Noto Sans Kr"/>
                <a:ea typeface="Noto Sans Kr"/>
                <a:cs typeface="Noto Sans Kr"/>
              </a:defRPr>
            </a:lvl3pPr>
            <a:lvl4pPr algn="l">
              <a:defRPr sz="2400" b="0">
                <a:solidFill>
                  <a:srgbClr val="566A80"/>
                </a:solidFill>
                <a:latin typeface="Noto Sans Kr"/>
                <a:ea typeface="Noto Sans Kr"/>
                <a:cs typeface="Noto Sans Kr"/>
              </a:defRPr>
            </a:lvl4pPr>
            <a:lvl5pPr algn="l">
              <a:defRPr sz="2400" b="0">
                <a:solidFill>
                  <a:srgbClr val="566A80"/>
                </a:solidFill>
                <a:latin typeface="Noto Sans Kr"/>
                <a:ea typeface="Noto Sans Kr"/>
                <a:cs typeface="Noto Sans Kr"/>
              </a:defRPr>
            </a:lvl5pPr>
            <a:lvl6pPr algn="l">
              <a:defRPr sz="2400" b="0">
                <a:solidFill>
                  <a:srgbClr val="566A80"/>
                </a:solidFill>
                <a:latin typeface="Noto Sans Kr"/>
                <a:ea typeface="Noto Sans Kr"/>
                <a:cs typeface="Noto Sans Kr"/>
              </a:defRPr>
            </a:lvl6pPr>
            <a:lvl7pPr algn="l">
              <a:defRPr sz="2400" b="0">
                <a:solidFill>
                  <a:srgbClr val="566A80"/>
                </a:solidFill>
                <a:latin typeface="Noto Sans Kr"/>
                <a:ea typeface="Noto Sans Kr"/>
                <a:cs typeface="Noto Sans Kr"/>
              </a:defRPr>
            </a:lvl7pPr>
            <a:lvl8pPr algn="l">
              <a:defRPr sz="2400" b="0">
                <a:solidFill>
                  <a:srgbClr val="566A80"/>
                </a:solidFill>
                <a:latin typeface="Noto Sans Kr"/>
                <a:ea typeface="Noto Sans Kr"/>
                <a:cs typeface="Noto Sans Kr"/>
              </a:defRPr>
            </a:lvl8pPr>
            <a:lvl9pPr algn="l">
              <a:defRPr sz="2400" b="0">
                <a:solidFill>
                  <a:srgbClr val="566A80"/>
                </a:solidFill>
                <a:latin typeface="Noto Sans Kr"/>
                <a:ea typeface="Noto Sans Kr"/>
                <a:cs typeface="Noto Sans Kr"/>
              </a:defRPr>
            </a:lvl9pPr>
          </a:lstStyle>
          <a:p xmlns:a="http://schemas.openxmlformats.org/drawingml/2006/main">
            <a:pPr algn="l">
              <a:defRPr sz="2400" b="0">
                <a:solidFill>
                  <a:srgbClr val="566A80"/>
                </a:solidFill>
                <a:latin typeface="Noto Sans Kr"/>
                <a:ea typeface="Noto Sans Kr"/>
                <a:cs typeface="Noto Sans Kr"/>
              </a:defRPr>
            </a:pPr>
            <a:r>
              <a:rPr sz="2400" b="0">
                <a:solidFill>
                  <a:srgbClr val="566A80"/>
                </a:solidFill>
                <a:latin typeface="Noto Sans Kr"/>
                <a:ea typeface="Noto Sans Kr"/>
                <a:cs typeface="Noto Sans Kr"/>
              </a:rPr>
              <a:t>검증한 범위와 운영 적용에 필요한 다음 단계를 구분했습니다.</a:t>
            </a:r>
          </a:p>
        </p:txBody>
      </p:sp>
      <p:sp>
        <p:nvSpPr>
          <p:cNvPr id="5" name="scope-note">
            <a:extLst xmlns:a="http://schemas.openxmlformats.org/drawingml/2006/main">
              <a:ext uri="{FF2B5EF4-FFF2-40B4-BE49-F238E27FC236}">
                <a16:creationId xmlns:a16="http://schemas.microsoft.com/office/drawing/2014/main" id="{19D67460-25D7-4780-A2E6-025E93856E31}"/>
              </a:ext>
            </a:extLst>
          </p:cNvPr>
          <p:cNvSpPr>
            <a:spLocks xmlns:a="http://schemas.openxmlformats.org/drawingml/2006/main" noGrp="1"/>
          </p:cNvSpPr>
          <p:nvPr/>
        </p:nvSpPr>
        <p:spPr>
          <a:xfrm xmlns:a="http://schemas.openxmlformats.org/drawingml/2006/main">
            <a:off x="1143000" y="8820150"/>
            <a:ext cx="1600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800" b="0">
                <a:solidFill>
                  <a:srgbClr val="566A80"/>
                </a:solidFill>
                <a:latin typeface="Noto Sans Kr"/>
                <a:ea typeface="Noto Sans Kr"/>
                <a:cs typeface="Noto Sans Kr"/>
              </a:defRPr>
            </a:defPPr>
            <a:lvl1pPr algn="l">
              <a:defRPr sz="1800" b="0">
                <a:solidFill>
                  <a:srgbClr val="566A80"/>
                </a:solidFill>
                <a:latin typeface="Noto Sans Kr"/>
                <a:ea typeface="Noto Sans Kr"/>
                <a:cs typeface="Noto Sans Kr"/>
              </a:defRPr>
            </a:lvl1pPr>
            <a:lvl2pPr algn="l">
              <a:defRPr sz="1800" b="0">
                <a:solidFill>
                  <a:srgbClr val="566A80"/>
                </a:solidFill>
                <a:latin typeface="Noto Sans Kr"/>
                <a:ea typeface="Noto Sans Kr"/>
                <a:cs typeface="Noto Sans Kr"/>
              </a:defRPr>
            </a:lvl2pPr>
            <a:lvl3pPr algn="l">
              <a:defRPr sz="1800" b="0">
                <a:solidFill>
                  <a:srgbClr val="566A80"/>
                </a:solidFill>
                <a:latin typeface="Noto Sans Kr"/>
                <a:ea typeface="Noto Sans Kr"/>
                <a:cs typeface="Noto Sans Kr"/>
              </a:defRPr>
            </a:lvl3pPr>
            <a:lvl4pPr algn="l">
              <a:defRPr sz="1800" b="0">
                <a:solidFill>
                  <a:srgbClr val="566A80"/>
                </a:solidFill>
                <a:latin typeface="Noto Sans Kr"/>
                <a:ea typeface="Noto Sans Kr"/>
                <a:cs typeface="Noto Sans Kr"/>
              </a:defRPr>
            </a:lvl4pPr>
            <a:lvl5pPr algn="l">
              <a:defRPr sz="1800" b="0">
                <a:solidFill>
                  <a:srgbClr val="566A80"/>
                </a:solidFill>
                <a:latin typeface="Noto Sans Kr"/>
                <a:ea typeface="Noto Sans Kr"/>
                <a:cs typeface="Noto Sans Kr"/>
              </a:defRPr>
            </a:lvl5pPr>
            <a:lvl6pPr algn="l">
              <a:defRPr sz="1800" b="0">
                <a:solidFill>
                  <a:srgbClr val="566A80"/>
                </a:solidFill>
                <a:latin typeface="Noto Sans Kr"/>
                <a:ea typeface="Noto Sans Kr"/>
                <a:cs typeface="Noto Sans Kr"/>
              </a:defRPr>
            </a:lvl6pPr>
            <a:lvl7pPr algn="l">
              <a:defRPr sz="1800" b="0">
                <a:solidFill>
                  <a:srgbClr val="566A80"/>
                </a:solidFill>
                <a:latin typeface="Noto Sans Kr"/>
                <a:ea typeface="Noto Sans Kr"/>
                <a:cs typeface="Noto Sans Kr"/>
              </a:defRPr>
            </a:lvl7pPr>
            <a:lvl8pPr algn="l">
              <a:defRPr sz="1800" b="0">
                <a:solidFill>
                  <a:srgbClr val="566A80"/>
                </a:solidFill>
                <a:latin typeface="Noto Sans Kr"/>
                <a:ea typeface="Noto Sans Kr"/>
                <a:cs typeface="Noto Sans Kr"/>
              </a:defRPr>
            </a:lvl8pPr>
            <a:lvl9pPr algn="l">
              <a:defRPr sz="1800" b="0">
                <a:solidFill>
                  <a:srgbClr val="566A80"/>
                </a:solidFill>
                <a:latin typeface="Noto Sans Kr"/>
                <a:ea typeface="Noto Sans Kr"/>
                <a:cs typeface="Noto Sans Kr"/>
              </a:defRPr>
            </a:lvl9pPr>
          </a:lstStyle>
          <a:p xmlns:a="http://schemas.openxmlformats.org/drawingml/2006/main">
            <a:pPr algn="l">
              <a:defRPr sz="1800" b="0">
                <a:solidFill>
                  <a:srgbClr val="566A80"/>
                </a:solidFill>
                <a:latin typeface="Noto Sans Kr"/>
                <a:ea typeface="Noto Sans Kr"/>
                <a:cs typeface="Noto Sans Kr"/>
              </a:defRPr>
            </a:pPr>
            <a:r>
              <a:rPr sz="1800" b="0">
                <a:solidFill>
                  <a:srgbClr val="566A80"/>
                </a:solidFill>
                <a:latin typeface="Noto Sans Kr"/>
                <a:ea typeface="Noto Sans Kr"/>
                <a:cs typeface="Noto Sans Kr"/>
              </a:rPr>
              <a:t>교차 지지는 인과 확정과 구분 / 전체 비용 효과와 실제 운영 일반화는 미검증</a:t>
            </a:r>
          </a:p>
        </p:txBody>
      </p:sp>
      <p:cxnSp>
        <p:nvCxnSpPr>
          <p:cNvPr id="6" name="footer-rule">
            <a:extLst xmlns:a="http://schemas.openxmlformats.org/drawingml/2006/main">
              <a:ext uri="{FF2B5EF4-FFF2-40B4-BE49-F238E27FC236}">
                <a16:creationId xmlns:a16="http://schemas.microsoft.com/office/drawing/2014/main" id="{3F65B6F2-E351-4163-A31F-BD13F3F454E2}"/>
              </a:ext>
            </a:extLst>
          </p:cNvPr>
          <p:cNvCxnSpPr/>
          <p:nvPr/>
        </p:nvCxnSpPr>
        <p:spPr>
          <a:xfrm xmlns:a="http://schemas.openxmlformats.org/drawingml/2006/main">
            <a:off x="1143000" y="9353550"/>
            <a:ext cx="16002000" cy="0"/>
          </a:xfrm>
          <a:prstGeom xmlns:a="http://schemas.openxmlformats.org/drawingml/2006/main" prst="straightConnector1">
            <a:avLst/>
          </a:prstGeom>
          <a:ln xmlns:a="http://schemas.openxmlformats.org/drawingml/2006/main" w="19050">
            <a:solidFill>
              <a:srgbClr val="DDE5EE"/>
            </a:solidFill>
          </a:ln>
        </p:spPr>
      </p:cxnSp>
      <p:sp>
        <p:nvSpPr>
          <p:cNvPr id="7" name="footer">
            <a:extLst xmlns:a="http://schemas.openxmlformats.org/drawingml/2006/main">
              <a:ext uri="{FF2B5EF4-FFF2-40B4-BE49-F238E27FC236}">
                <a16:creationId xmlns:a16="http://schemas.microsoft.com/office/drawing/2014/main" id="{9A20C94E-2A02-4896-9B1F-9346CB67CE4D}"/>
              </a:ext>
            </a:extLst>
          </p:cNvPr>
          <p:cNvSpPr>
            <a:spLocks xmlns:a="http://schemas.openxmlformats.org/drawingml/2006/main" noGrp="1"/>
          </p:cNvSpPr>
          <p:nvPr/>
        </p:nvSpPr>
        <p:spPr>
          <a:xfrm xmlns:a="http://schemas.openxmlformats.org/drawingml/2006/main">
            <a:off x="1143000" y="9553575"/>
            <a:ext cx="1238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1650" b="0">
                <a:solidFill>
                  <a:srgbClr val="566A80"/>
                </a:solidFill>
                <a:latin typeface="Noto Sans Kr"/>
                <a:ea typeface="Noto Sans Kr"/>
                <a:cs typeface="Noto Sans Kr"/>
              </a:defRPr>
            </a:defPPr>
            <a:lvl1pPr algn="l">
              <a:defRPr sz="1650" b="0">
                <a:solidFill>
                  <a:srgbClr val="566A80"/>
                </a:solidFill>
                <a:latin typeface="Noto Sans Kr"/>
                <a:ea typeface="Noto Sans Kr"/>
                <a:cs typeface="Noto Sans Kr"/>
              </a:defRPr>
            </a:lvl1pPr>
            <a:lvl2pPr algn="l">
              <a:defRPr sz="1650" b="0">
                <a:solidFill>
                  <a:srgbClr val="566A80"/>
                </a:solidFill>
                <a:latin typeface="Noto Sans Kr"/>
                <a:ea typeface="Noto Sans Kr"/>
                <a:cs typeface="Noto Sans Kr"/>
              </a:defRPr>
            </a:lvl2pPr>
            <a:lvl3pPr algn="l">
              <a:defRPr sz="1650" b="0">
                <a:solidFill>
                  <a:srgbClr val="566A80"/>
                </a:solidFill>
                <a:latin typeface="Noto Sans Kr"/>
                <a:ea typeface="Noto Sans Kr"/>
                <a:cs typeface="Noto Sans Kr"/>
              </a:defRPr>
            </a:lvl3pPr>
            <a:lvl4pPr algn="l">
              <a:defRPr sz="1650" b="0">
                <a:solidFill>
                  <a:srgbClr val="566A80"/>
                </a:solidFill>
                <a:latin typeface="Noto Sans Kr"/>
                <a:ea typeface="Noto Sans Kr"/>
                <a:cs typeface="Noto Sans Kr"/>
              </a:defRPr>
            </a:lvl4pPr>
            <a:lvl5pPr algn="l">
              <a:defRPr sz="1650" b="0">
                <a:solidFill>
                  <a:srgbClr val="566A80"/>
                </a:solidFill>
                <a:latin typeface="Noto Sans Kr"/>
                <a:ea typeface="Noto Sans Kr"/>
                <a:cs typeface="Noto Sans Kr"/>
              </a:defRPr>
            </a:lvl5pPr>
            <a:lvl6pPr algn="l">
              <a:defRPr sz="1650" b="0">
                <a:solidFill>
                  <a:srgbClr val="566A80"/>
                </a:solidFill>
                <a:latin typeface="Noto Sans Kr"/>
                <a:ea typeface="Noto Sans Kr"/>
                <a:cs typeface="Noto Sans Kr"/>
              </a:defRPr>
            </a:lvl6pPr>
            <a:lvl7pPr algn="l">
              <a:defRPr sz="1650" b="0">
                <a:solidFill>
                  <a:srgbClr val="566A80"/>
                </a:solidFill>
                <a:latin typeface="Noto Sans Kr"/>
                <a:ea typeface="Noto Sans Kr"/>
                <a:cs typeface="Noto Sans Kr"/>
              </a:defRPr>
            </a:lvl7pPr>
            <a:lvl8pPr algn="l">
              <a:defRPr sz="1650" b="0">
                <a:solidFill>
                  <a:srgbClr val="566A80"/>
                </a:solidFill>
                <a:latin typeface="Noto Sans Kr"/>
                <a:ea typeface="Noto Sans Kr"/>
                <a:cs typeface="Noto Sans Kr"/>
              </a:defRPr>
            </a:lvl8pPr>
            <a:lvl9pPr algn="l">
              <a:defRPr sz="1650" b="0">
                <a:solidFill>
                  <a:srgbClr val="566A80"/>
                </a:solidFill>
                <a:latin typeface="Noto Sans Kr"/>
                <a:ea typeface="Noto Sans Kr"/>
                <a:cs typeface="Noto Sans Kr"/>
              </a:defRPr>
            </a:lvl9pPr>
          </a:lstStyle>
          <a:p xmlns:a="http://schemas.openxmlformats.org/drawingml/2006/main">
            <a:pPr algn="l">
              <a:defRPr sz="1650" b="0">
                <a:solidFill>
                  <a:srgbClr val="566A80"/>
                </a:solidFill>
                <a:latin typeface="Noto Sans Kr"/>
                <a:ea typeface="Noto Sans Kr"/>
                <a:cs typeface="Noto Sans Kr"/>
              </a:defRPr>
            </a:pPr>
            <a:r>
              <a:rPr sz="1650" b="0">
                <a:solidFill>
                  <a:srgbClr val="566A80"/>
                </a:solidFill>
                <a:latin typeface="Noto Sans Kr"/>
                <a:ea typeface="Noto Sans Kr"/>
                <a:cs typeface="Noto Sans Kr"/>
              </a:rPr>
              <a:t>SKALA 광주 2반   G066 정준용</a:t>
            </a:r>
          </a:p>
        </p:txBody>
      </p:sp>
      <p:graphicFrame>
        <p:nvGraphicFramePr>
          <p:cNvPr id="8" name="">
            <a:extLst xmlns:a="http://schemas.openxmlformats.org/drawingml/2006/main">
              <a:ext uri="{FF2B5EF4-FFF2-40B4-BE49-F238E27FC236}">
                <a16:creationId xmlns:a16="http://schemas.microsoft.com/office/drawing/2014/main" id="{ACFFD016-0244-47ED-A7CF-257BFCA2ED0B}"/>
              </a:ext>
            </a:extLst>
          </p:cNvPr>
          <p:cNvGraphicFramePr/>
          <p:nvPr/>
        </p:nvGraphicFramePr>
        <p:xfrm>
          <a:off xmlns:a="http://schemas.openxmlformats.org/drawingml/2006/main" x="1143000" y="3714750"/>
          <a:ext xmlns:a="http://schemas.openxmlformats.org/drawingml/2006/main" cx="16002000" cy="3162300"/>
        </p:xfrm>
        <a:graphic xmlns:a="http://schemas.openxmlformats.org/drawingml/2006/main">
          <a:graphicData uri="http://schemas.openxmlformats.org/drawingml/2006/table">
            <a:tbl>
              <a:tblPr firstRow="0" bandRow="0"/>
              <a:tblGrid>
                <a:gridCol w="8001000"/>
                <a:gridCol w="8001000"/>
              </a:tblGrid>
              <a:tr h="685800">
                <a:tc>
                  <a:txBody>
                    <a:bodyPr/>
                    <a:lstStyle/>
                    <a:p>
                      <a:r>
                        <a:rPr sz="2550" b="1">
                          <a:solidFill>
                            <a:srgbClr val="FFFFFF"/>
                          </a:solidFill>
                          <a:latin typeface="Noto Sans Bold"/>
                          <a:ea typeface="Noto Sans Bold"/>
                          <a:cs typeface="Noto Sans Bold"/>
                        </a:rPr>
                        <a:t>남은 한계</a:t>
                      </a:r>
                    </a:p>
                  </a:txBody>
                  <a:tcPr marL="285750" marR="228600" marT="152400" marB="152400" anchor="ctr">
                    <a:lnL w="9525">
                      <a:solidFill>
                        <a:srgbClr val="DDE5EE"/>
                      </a:solidFill>
                      <a:prstDash val="solid"/>
                    </a:lnL>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c>
                  <a:txBody>
                    <a:bodyPr/>
                    <a:lstStyle/>
                    <a:p>
                      <a:r>
                        <a:rPr sz="2550" b="1">
                          <a:solidFill>
                            <a:srgbClr val="FFFFFF"/>
                          </a:solidFill>
                          <a:latin typeface="Noto Sans Bold"/>
                          <a:ea typeface="Noto Sans Bold"/>
                          <a:cs typeface="Noto Sans Bold"/>
                        </a:rPr>
                        <a:t>다음 개선</a:t>
                      </a:r>
                    </a:p>
                  </a:txBody>
                  <a:tcPr marL="285750" marR="228600" marT="152400" marB="152400" anchor="ctr">
                    <a:lnR w="9525">
                      <a:solidFill>
                        <a:srgbClr val="DDE5EE"/>
                      </a:solidFill>
                      <a:prstDash val="solid"/>
                    </a:lnR>
                    <a:lnT w="9525">
                      <a:solidFill>
                        <a:srgbClr val="DDE5EE"/>
                      </a:solidFill>
                      <a:prstDash val="solid"/>
                    </a:lnT>
                    <a:lnB w="9525">
                      <a:solidFill>
                        <a:srgbClr val="DDE5EE"/>
                      </a:solidFill>
                      <a:prstDash val="solid"/>
                    </a:lnB>
                    <a:solidFill>
                      <a:srgbClr val="112840"/>
                    </a:solidFill>
                  </a:tcPr>
                </a:tc>
              </a:tr>
              <a:tr h="1238250">
                <a:tc>
                  <a:txBody>
                    <a:bodyPr/>
                    <a:lstStyle/>
                    <a:p>
                      <a:r>
                        <a:rPr sz="2700">
                          <a:solidFill>
                            <a:srgbClr val="122C46"/>
                          </a:solidFill>
                          <a:latin typeface="Noto Sans Kr"/>
                          <a:ea typeface="Noto Sans Kr"/>
                          <a:cs typeface="Noto Sans Kr"/>
                        </a:rPr>
                        <a:t>CPU 세 가설·합성 관측</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실제 모니터링 연결·조사 범위 확장</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r h="1238250">
                <a:tc>
                  <a:txBody>
                    <a:bodyPr/>
                    <a:lstStyle/>
                    <a:p>
                      <a:r>
                        <a:rPr sz="2700">
                          <a:solidFill>
                            <a:srgbClr val="122C46"/>
                          </a:solidFill>
                          <a:latin typeface="Noto Sans Kr"/>
                          <a:ea typeface="Noto Sans Kr"/>
                          <a:cs typeface="Noto Sans Kr"/>
                        </a:rPr>
                        <a:t>조회 한도·Judge 오판 가능성</a:t>
                      </a:r>
                    </a:p>
                  </a:txBody>
                  <a:tcPr marL="285750" marR="228600" marT="152400" marB="152400" anchor="ctr">
                    <a:lnL w="9525">
                      <a:solidFill>
                        <a:srgbClr val="DDE5EE"/>
                      </a:solidFill>
                      <a:prstDash val="solid"/>
                    </a:lnL>
                    <a:lnR w="9525">
                      <a:solidFill>
                        <a:srgbClr val="DDE5EE"/>
                      </a:solidFill>
                      <a:prstDash val="solid"/>
                    </a:lnR>
                    <a:lnB w="9525">
                      <a:solidFill>
                        <a:srgbClr val="DDE5EE"/>
                      </a:solidFill>
                      <a:prstDash val="solid"/>
                    </a:lnB>
                    <a:solidFill>
                      <a:srgbClr val="FFFFFF"/>
                    </a:solidFill>
                  </a:tcPr>
                </a:tc>
                <a:tc>
                  <a:txBody>
                    <a:bodyPr/>
                    <a:lstStyle/>
                    <a:p>
                      <a:r>
                        <a:rPr sz="2700">
                          <a:solidFill>
                            <a:srgbClr val="122C46"/>
                          </a:solidFill>
                          <a:latin typeface="Noto Sans Kr"/>
                          <a:ea typeface="Noto Sans Kr"/>
                          <a:cs typeface="Noto Sans Kr"/>
                        </a:rPr>
                        <a:t>질문 우선순위·다른 계열·사람 평가</a:t>
                      </a:r>
                    </a:p>
                  </a:txBody>
                  <a:tcPr marL="285750" marR="228600" marT="152400" marB="152400" anchor="ctr">
                    <a:lnR w="9525">
                      <a:solidFill>
                        <a:srgbClr val="DDE5EE"/>
                      </a:solidFill>
                      <a:prstDash val="solid"/>
                    </a:lnR>
                    <a:lnB w="9525">
                      <a:solidFill>
                        <a:srgbClr val="DDE5EE"/>
                      </a:solidFill>
                      <a:prstDash val="solid"/>
                    </a:lnB>
                    <a:solidFill>
                      <a:srgbClr val="FFFFFF"/>
                    </a:solidFill>
                  </a:tcPr>
                </a:tc>
              </a:tr>
            </a:tbl>
          </a:graphicData>
        </a:graphic>
      </p:graphicFrame>
      <p:sp>
        <p:nvSpPr>
          <p:cNvPr id="9" name="reflection">
            <a:extLst xmlns:a="http://schemas.openxmlformats.org/drawingml/2006/main">
              <a:ext uri="{FF2B5EF4-FFF2-40B4-BE49-F238E27FC236}">
                <a16:creationId xmlns:a16="http://schemas.microsoft.com/office/drawing/2014/main" id="{0DCBEB5F-27F7-43F3-8F23-C3C338B6678C}"/>
              </a:ext>
            </a:extLst>
          </p:cNvPr>
          <p:cNvSpPr>
            <a:spLocks xmlns:a="http://schemas.openxmlformats.org/drawingml/2006/main" noGrp="1"/>
          </p:cNvSpPr>
          <p:nvPr/>
        </p:nvSpPr>
        <p:spPr>
          <a:xfrm xmlns:a="http://schemas.openxmlformats.org/drawingml/2006/main">
            <a:off x="1143000" y="7524750"/>
            <a:ext cx="16002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defPPr algn="l">
              <a:defRPr sz="3300" b="1">
                <a:solidFill>
                  <a:srgbClr val="122C46"/>
                </a:solidFill>
                <a:latin typeface="Noto Sans Bold"/>
                <a:ea typeface="Noto Sans Bold"/>
                <a:cs typeface="Noto Sans Bold"/>
              </a:defRPr>
            </a:defPPr>
            <a:lvl1pPr algn="l">
              <a:defRPr sz="3300" b="1">
                <a:solidFill>
                  <a:srgbClr val="122C46"/>
                </a:solidFill>
                <a:latin typeface="Noto Sans Bold"/>
                <a:ea typeface="Noto Sans Bold"/>
                <a:cs typeface="Noto Sans Bold"/>
              </a:defRPr>
            </a:lvl1pPr>
            <a:lvl2pPr algn="l">
              <a:defRPr sz="3300" b="1">
                <a:solidFill>
                  <a:srgbClr val="122C46"/>
                </a:solidFill>
                <a:latin typeface="Noto Sans Bold"/>
                <a:ea typeface="Noto Sans Bold"/>
                <a:cs typeface="Noto Sans Bold"/>
              </a:defRPr>
            </a:lvl2pPr>
            <a:lvl3pPr algn="l">
              <a:defRPr sz="3300" b="1">
                <a:solidFill>
                  <a:srgbClr val="122C46"/>
                </a:solidFill>
                <a:latin typeface="Noto Sans Bold"/>
                <a:ea typeface="Noto Sans Bold"/>
                <a:cs typeface="Noto Sans Bold"/>
              </a:defRPr>
            </a:lvl3pPr>
            <a:lvl4pPr algn="l">
              <a:defRPr sz="3300" b="1">
                <a:solidFill>
                  <a:srgbClr val="122C46"/>
                </a:solidFill>
                <a:latin typeface="Noto Sans Bold"/>
                <a:ea typeface="Noto Sans Bold"/>
                <a:cs typeface="Noto Sans Bold"/>
              </a:defRPr>
            </a:lvl4pPr>
            <a:lvl5pPr algn="l">
              <a:defRPr sz="3300" b="1">
                <a:solidFill>
                  <a:srgbClr val="122C46"/>
                </a:solidFill>
                <a:latin typeface="Noto Sans Bold"/>
                <a:ea typeface="Noto Sans Bold"/>
                <a:cs typeface="Noto Sans Bold"/>
              </a:defRPr>
            </a:lvl5pPr>
            <a:lvl6pPr algn="l">
              <a:defRPr sz="3300" b="1">
                <a:solidFill>
                  <a:srgbClr val="122C46"/>
                </a:solidFill>
                <a:latin typeface="Noto Sans Bold"/>
                <a:ea typeface="Noto Sans Bold"/>
                <a:cs typeface="Noto Sans Bold"/>
              </a:defRPr>
            </a:lvl6pPr>
            <a:lvl7pPr algn="l">
              <a:defRPr sz="3300" b="1">
                <a:solidFill>
                  <a:srgbClr val="122C46"/>
                </a:solidFill>
                <a:latin typeface="Noto Sans Bold"/>
                <a:ea typeface="Noto Sans Bold"/>
                <a:cs typeface="Noto Sans Bold"/>
              </a:defRPr>
            </a:lvl7pPr>
            <a:lvl8pPr algn="l">
              <a:defRPr sz="3300" b="1">
                <a:solidFill>
                  <a:srgbClr val="122C46"/>
                </a:solidFill>
                <a:latin typeface="Noto Sans Bold"/>
                <a:ea typeface="Noto Sans Bold"/>
                <a:cs typeface="Noto Sans Bold"/>
              </a:defRPr>
            </a:lvl8pPr>
            <a:lvl9pPr algn="l">
              <a:defRPr sz="3300" b="1">
                <a:solidFill>
                  <a:srgbClr val="122C46"/>
                </a:solidFill>
                <a:latin typeface="Noto Sans Bold"/>
                <a:ea typeface="Noto Sans Bold"/>
                <a:cs typeface="Noto Sans Bold"/>
              </a:defRPr>
            </a:lvl9pPr>
          </a:lstStyle>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판단 조건과 근거를 함께 남겨야,</a:t>
            </a:r>
          </a:p>
          <a:p xmlns:a="http://schemas.openxmlformats.org/drawingml/2006/main">
            <a:pPr algn="l">
              <a:defRPr sz="3300" b="1">
                <a:solidFill>
                  <a:srgbClr val="122C46"/>
                </a:solidFill>
                <a:latin typeface="Noto Sans Bold"/>
                <a:ea typeface="Noto Sans Bold"/>
                <a:cs typeface="Noto Sans Bold"/>
              </a:defRPr>
            </a:pPr>
            <a:r>
              <a:rPr sz="3300" b="1">
                <a:solidFill>
                  <a:srgbClr val="122C46"/>
                </a:solidFill>
                <a:latin typeface="Noto Sans Bold"/>
                <a:ea typeface="Noto Sans Bold"/>
                <a:cs typeface="Noto Sans Bold"/>
              </a:rPr>
              <a:t>진단이 바뀐 이유까지 설명할 수 있습니다.</a:t>
            </a:r>
          </a:p>
        </p:txBody>
      </p:sp>
    </p:spTree>
    <p:extLst>
      <p:ext uri="{BB962C8B-B14F-4D97-AF65-F5344CB8AC3E}">
        <p14:creationId xmlns:p14="http://schemas.microsoft.com/office/powerpoint/2010/main" val="108690017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2026-10-22T05:23:28.4440000Z</dcterms:created>
  <dcterms:modified xsi:type="dcterms:W3CDTF">2026-10-22T05:23:28.4440000Z</dcterms:modified>
</coreProperties>
</file>