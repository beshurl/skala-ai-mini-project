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785c02f5d9641b1" /><Relationship Type="http://schemas.openxmlformats.org/officeDocument/2006/relationships/extended-properties" Target="/docProps/app.xml" Id="Rd2be6790611e4129" /><Relationship Type="http://schemas.openxmlformats.org/officeDocument/2006/relationships/officeDocument" Target="/ppt/presentation.xml" Id="R3a58f53302de43f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95cdfc4b54d4b2a"/>
  </p:sldMasterIdLst>
  <p:notesMasterIdLst>
    <p:notesMasterId xmlns:r="http://schemas.openxmlformats.org/officeDocument/2006/relationships" r:id="R26afe174143a48e5"/>
  </p:notesMasterIdLst>
  <p:sldIdLst>
    <p:sldId xmlns:r="http://schemas.openxmlformats.org/officeDocument/2006/relationships" id="256" r:id="R9cf88116324847d5"/>
    <p:sldId xmlns:r="http://schemas.openxmlformats.org/officeDocument/2006/relationships" id="257" r:id="R2323b67d36da44ca"/>
    <p:sldId xmlns:r="http://schemas.openxmlformats.org/officeDocument/2006/relationships" id="258" r:id="R0b70010a82aa4c3d"/>
    <p:sldId xmlns:r="http://schemas.openxmlformats.org/officeDocument/2006/relationships" id="259" r:id="Rbfd64f5b64fe4884"/>
    <p:sldId xmlns:r="http://schemas.openxmlformats.org/officeDocument/2006/relationships" id="260" r:id="R009f07c010244430"/>
    <p:sldId xmlns:r="http://schemas.openxmlformats.org/officeDocument/2006/relationships" id="261" r:id="R460b1a9d9e6c4dbb"/>
    <p:sldId xmlns:r="http://schemas.openxmlformats.org/officeDocument/2006/relationships" id="262" r:id="R61499a516e454d5a"/>
    <p:sldId xmlns:r="http://schemas.openxmlformats.org/officeDocument/2006/relationships" id="263" r:id="R66cb1b7c1bd24c1a"/>
  </p:sldIdLst>
  <p:sldSz cx="18288000" cy="10287000"/>
  <p:notesSz cx="6858000" cy="9144000"/>
  <p:embeddedFontLst>
    <p:embeddedFont>
      <p:font typeface="Noto Sans Bold"/>
      <p:regular xmlns:r="http://schemas.openxmlformats.org/officeDocument/2006/relationships" r:id="R633a2f4cfed5474f"/>
    </p:embeddedFont>
    <p:embeddedFont>
      <p:font typeface="Noto Sans Kr"/>
      <p:regular xmlns:r="http://schemas.openxmlformats.org/officeDocument/2006/relationships" r:id="R0d27aebcfc454a9e"/>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7877c3adbcf44ae" /><Relationship Type="http://schemas.openxmlformats.org/officeDocument/2006/relationships/slideMaster" Target="/ppt/slideMasters/slideMaster1.xml" Id="Re95cdfc4b54d4b2a" /><Relationship Type="http://schemas.openxmlformats.org/officeDocument/2006/relationships/notesMaster" Target="/ppt/notesMasters/notesMaster1.xml" Id="R26afe174143a48e5" /><Relationship Type="http://schemas.openxmlformats.org/officeDocument/2006/relationships/presProps" Target="/ppt/presProps.xml" Id="R322720d3937f464d" /><Relationship Type="http://schemas.openxmlformats.org/officeDocument/2006/relationships/viewProps" Target="/ppt/viewProps.xml" Id="R18e186f3f0a7424b" /><Relationship Type="http://schemas.openxmlformats.org/officeDocument/2006/relationships/tableStyles" Target="/ppt/tableStyles.xml" Id="R86b1a446bdaf4b9d" /><Relationship Type="http://schemas.openxmlformats.org/officeDocument/2006/relationships/font" Target="/ppt/fonts/font.dat" Id="R633a2f4cfed5474f" /><Relationship Type="http://schemas.openxmlformats.org/officeDocument/2006/relationships/font" Target="/ppt/fonts/font2.dat" Id="R0d27aebcfc454a9e" /><Relationship Type="http://schemas.openxmlformats.org/officeDocument/2006/relationships/slide" Target="/ppt/slides/slide1.xml" Id="R9cf88116324847d5" /><Relationship Type="http://schemas.openxmlformats.org/officeDocument/2006/relationships/slide" Target="/ppt/slides/slide2.xml" Id="R2323b67d36da44ca" /><Relationship Type="http://schemas.openxmlformats.org/officeDocument/2006/relationships/slide" Target="/ppt/slides/slide3.xml" Id="R0b70010a82aa4c3d" /><Relationship Type="http://schemas.openxmlformats.org/officeDocument/2006/relationships/slide" Target="/ppt/slides/slide4.xml" Id="Rbfd64f5b64fe4884" /><Relationship Type="http://schemas.openxmlformats.org/officeDocument/2006/relationships/slide" Target="/ppt/slides/slide5.xml" Id="R009f07c010244430" /><Relationship Type="http://schemas.openxmlformats.org/officeDocument/2006/relationships/slide" Target="/ppt/slides/slide6.xml" Id="R460b1a9d9e6c4dbb" /><Relationship Type="http://schemas.openxmlformats.org/officeDocument/2006/relationships/slide" Target="/ppt/slides/slide7.xml" Id="R61499a516e454d5a" /><Relationship Type="http://schemas.openxmlformats.org/officeDocument/2006/relationships/slide" Target="/ppt/slides/slide8.xml" Id="R66cb1b7c1bd24c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a6be25b27b49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5a1708adcfc4aaf" /><Relationship Type="http://schemas.openxmlformats.org/officeDocument/2006/relationships/notesMaster" Target="/ppt/notesMasters/notesMaster1.xml" Id="R71a2282f4c26441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6d41e7940e4a90" /><Relationship Type="http://schemas.openxmlformats.org/officeDocument/2006/relationships/notesMaster" Target="/ppt/notesMasters/notesMaster1.xml" Id="R20ca2af7f60a48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882195b4cc424e" /><Relationship Type="http://schemas.openxmlformats.org/officeDocument/2006/relationships/notesMaster" Target="/ppt/notesMasters/notesMaster1.xml" Id="Rb02c43c2608442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78b56c2e204694" /><Relationship Type="http://schemas.openxmlformats.org/officeDocument/2006/relationships/notesMaster" Target="/ppt/notesMasters/notesMaster1.xml" Id="R7f34ccab95b44c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83704713c54ccb" /><Relationship Type="http://schemas.openxmlformats.org/officeDocument/2006/relationships/notesMaster" Target="/ppt/notesMasters/notesMaster1.xml" Id="Rf3f63ba9727346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9b5d5d09e848ce" /><Relationship Type="http://schemas.openxmlformats.org/officeDocument/2006/relationships/notesMaster" Target="/ppt/notesMasters/notesMaster1.xml" Id="Rd4a9227150f6454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55c825cfaa4317" /><Relationship Type="http://schemas.openxmlformats.org/officeDocument/2006/relationships/notesMaster" Target="/ppt/notesMasters/notesMaster1.xml" Id="R16317156f9e94f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995fe39da7147b3" /><Relationship Type="http://schemas.openxmlformats.org/officeDocument/2006/relationships/notesMaster" Target="/ppt/notesMasters/notesMaster1.xml" Id="R211e314e660440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0~15초</a:t>
            </a:r>
          </a:p>
          <a:p xmlns:a="http://schemas.openxmlformats.org/drawingml/2006/main">
            <a:r>
              <a:t/>
            </a:r>
          </a:p>
          <a:p xmlns:a="http://schemas.openxmlformats.org/drawingml/2006/main">
            <a:r>
              <a:t>발표 멘트</a:t>
            </a:r>
          </a:p>
          <a:p xmlns:a="http://schemas.openxmlformats.org/drawingml/2006/main">
            <a:r>
              <a:t>안녕하세요. SKALA 광주 2반 G066 정준용입니다. 가설별 추가 관측으로 원인 판단의 근거를 확인하는 운영 진단 에이전트를 구현했습니다. 개선 이유와 핵심 기능, 구조와 실제 검증 결과를 소개하겠습니다.</a:t>
            </a:r>
          </a:p>
          <a:p xmlns:a="http://schemas.openxmlformats.org/drawingml/2006/main">
            <a:r>
              <a:t/>
            </a:r>
          </a:p>
          <a:p xmlns:a="http://schemas.openxmlformats.org/drawingml/2006/main">
            <a:r>
              <a:t>화면 진행</a:t>
            </a:r>
          </a:p>
          <a:p xmlns:a="http://schemas.openxmlformats.org/drawingml/2006/main">
            <a:r>
              <a:t>프로젝트명과 소속을 소개한다. 오른쪽 사진은 실제 Ollama 실행 화면이다.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개선: 추가 조사와 근거 검증</a:t>
            </a:r>
          </a:p>
          <a:p xmlns:a="http://schemas.openxmlformats.org/drawingml/2006/main">
            <a:r>
              <a:t>SKALA 광주 2반 · G066 · 정준용</a:t>
            </a:r>
          </a:p>
          <a:p xmlns:a="http://schemas.openxmlformats.org/drawingml/2006/main">
            <a:r>
              <a:t>발표 시간 30초 / 15~45초</a:t>
            </a:r>
          </a:p>
          <a:p xmlns:a="http://schemas.openxmlformats.org/drawingml/2006/main">
            <a:r>
              <a:t/>
            </a:r>
          </a:p>
          <a:p xmlns:a="http://schemas.openxmlformats.org/drawingml/2006/main">
            <a:r>
              <a:t>발표 멘트</a:t>
            </a:r>
          </a:p>
          <a:p xmlns:a="http://schemas.openxmlformats.org/drawingml/2006/main">
            <a:r>
              <a:t>개선의 중심은 가설 기반 추가 조사와 근거 검증입니다. 초기 경고만으로는 원인을 구별하기 어려워 가설별로 필요한 관측을 더 수집하도록 바꿨습니다. 보고서는 조회 수치와 출처, 허용 조치를 코드로 검사하고, 반복 검증에 실패하면 관측 사실만 안내합니다. 입력 검사와 부분 실패 격리, 기록 복원은 이를 뒷받침하는 보조 안정성 기능입니다.</a:t>
            </a:r>
          </a:p>
          <a:p xmlns:a="http://schemas.openxmlformats.org/drawingml/2006/main">
            <a:r>
              <a:t/>
            </a:r>
          </a:p>
          <a:p xmlns:a="http://schemas.openxmlformats.org/drawingml/2006/main">
            <a:r>
              <a:t>화면 진행</a:t>
            </a:r>
          </a:p>
          <a:p xmlns:a="http://schemas.openxmlformats.org/drawingml/2006/main">
            <a:r>
              <a:t>표 첫 행의 가설 기반 추가 조사, 둘째 행의 근거 검증을 먼저 설명한다. 아래 보조 안정성 기능은 한 문장으로 짚는다.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https://github.com/beshurl/skala-ai-mini-project/blob/main/agent/reporting.py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관측으로 구별한 두 사례</a:t>
            </a:r>
          </a:p>
          <a:p xmlns:a="http://schemas.openxmlformats.org/drawingml/2006/main">
            <a:r>
              <a:t>SKALA 광주 2반 · G066 · 정준용</a:t>
            </a:r>
          </a:p>
          <a:p xmlns:a="http://schemas.openxmlformats.org/drawingml/2006/main">
            <a:r>
              <a:t>발표 시간 35초 / 45~80초</a:t>
            </a:r>
          </a:p>
          <a:p xmlns:a="http://schemas.openxmlformats.org/drawingml/2006/main">
            <a:r>
              <a:t/>
            </a:r>
          </a:p>
          <a:p xmlns:a="http://schemas.openxmlformats.org/drawingml/2006/main">
            <a:r>
              <a:t>발표 멘트</a:t>
            </a:r>
          </a:p>
          <a:p xmlns:a="http://schemas.openxmlformats.org/drawingml/2006/main">
            <a:r>
              <a:t>먼저 조사 결과를 비교하겠습니다. 두 사례의 최초 CPU는 91%이고 배치 경고도 같았습니다. 왼쪽은 배치 CPU 기여 86%와 중복 작업 2건, 겹침 4분이 확인돼 배치 가설을 교차 지지했습니다. 오른쪽은 배치 기여가 5%여서 반증했고, 요청 처리 기여 88%와 요청량 3.2배가 요청량 가설을 교차 지지했습니다. 같은 경고를 추가 관측에 따라 구별한 결과입니다. 수치는 실제 LLM으로 실행한 교육용 합성 사례입니다.</a:t>
            </a:r>
          </a:p>
          <a:p xmlns:a="http://schemas.openxmlformats.org/drawingml/2006/main">
            <a:r>
              <a:t/>
            </a:r>
          </a:p>
          <a:p xmlns:a="http://schemas.openxmlformats.org/drawingml/2006/main">
            <a:r>
              <a:t>화면 진행</a:t>
            </a:r>
          </a:p>
          <a:p xmlns:a="http://schemas.openxmlformats.org/drawingml/2006/main">
            <a:r>
              <a:t>공통 초기 증상과 두 사례의 관측·판단 결과만 비교한다. 질문 선택과 종료·재작성 절차는 다음 장에서 설명한다.</a:t>
            </a:r>
          </a:p>
          <a:p xmlns:a="http://schemas.openxmlformats.org/drawingml/2006/main">
            <a:r>
              <a:t/>
            </a:r>
          </a:p>
          <a:p xmlns:a="http://schemas.openxmlformats.org/drawingml/2006/main">
            <a:r>
              <a:t>근거 자료</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https://github.com/beshurl/skala-ai-mini-project/blob/main/agent/investigation.py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조사와 근거 검증 절차</a:t>
            </a:r>
          </a:p>
          <a:p xmlns:a="http://schemas.openxmlformats.org/drawingml/2006/main">
            <a:r>
              <a:t>SKALA 광주 2반 · G066 · 정준용</a:t>
            </a:r>
          </a:p>
          <a:p xmlns:a="http://schemas.openxmlformats.org/drawingml/2006/main">
            <a:r>
              <a:t>발표 시간 60초 / 80~140초</a:t>
            </a:r>
          </a:p>
          <a:p xmlns:a="http://schemas.openxmlformats.org/drawingml/2006/main">
            <a:r>
              <a:t/>
            </a:r>
          </a:p>
          <a:p xmlns:a="http://schemas.openxmlformats.org/drawingml/2006/main">
            <a:r>
              <a:t>발표 멘트</a:t>
            </a:r>
          </a:p>
          <a:p xmlns:a="http://schemas.openxmlformats.org/drawingml/2006/main">
            <a:r>
              <a:t>이 판단을 만드는 절차는 네 단계입니다. 먼저 관측을 읽기 전에 가설별 지지와 반증 조건을 고정합니다. 다음으로 LLM이 허용된 미수행 질문을 선택하고 MCP가 읽기 전용으로 관측을 수집합니다. 코드는 조건과 대조해 가설을 갱신하고, 부족하면 같은 5분 구간에서 중복 없이 최대 네 번 조사합니다. 서로 다른 관측이 교차 지지하고 경쟁 가설이 반증되면 조기 종료하며, 부족하거나 상충하면 보류합니다. 그다음 보고서의 수치와 출처, 허용 조치를 검사합니다. 작성은 최대 세 번이며 반복 실패하면 확인한 관측만 안내합니다. 오른쪽 화면에는 조사 이유, 관측, 판단 전후와 종료 이유를 남깁니다.</a:t>
            </a:r>
          </a:p>
          <a:p xmlns:a="http://schemas.openxmlformats.org/drawingml/2006/main">
            <a:r>
              <a:t/>
            </a:r>
          </a:p>
          <a:p xmlns:a="http://schemas.openxmlformats.org/drawingml/2006/main">
            <a:r>
              <a:t>화면 진행</a:t>
            </a:r>
          </a:p>
          <a:p xmlns:a="http://schemas.openxmlformats.org/drawingml/2006/main">
            <a:r>
              <a:t>왼쪽의 기준 고정·관측 선택·판정·보고서 검증을 순서대로 짚는다. 오른쪽에서는 조사 이유와 판정 이력이 표시되는 위치만 보여주고, 3번의 수치를 다시 읽지 않는다.</a:t>
            </a:r>
          </a:p>
          <a:p xmlns:a="http://schemas.openxmlformats.org/drawingml/2006/main">
            <a:r>
              <a:t/>
            </a:r>
          </a:p>
          <a:p xmlns:a="http://schemas.openxmlformats.org/drawingml/2006/main">
            <a:r>
              <a:t>근거 자료</a:t>
            </a:r>
          </a:p>
          <a:p xmlns:a="http://schemas.openxmlformats.org/drawingml/2006/main">
            <a:r>
              <a:t>https://github.com/beshurl/skala-ai-mini-project/blob/main/agent/investigation.py</a:t>
            </a:r>
          </a:p>
          <a:p xmlns:a="http://schemas.openxmlformats.org/drawingml/2006/main">
            <a:r>
              <a:t>https://github.com/beshurl/skala-ai-mini-project/blob/main/agent/graph.py</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https://github.com/beshurl/skala-ai-mini-project/blob/main/frontend/app.js</a:t>
            </a:r>
          </a:p>
          <a:p xmlns:a="http://schemas.openxmlformats.org/drawingml/2006/main">
            <a:r>
              <a:t>https://github.com/beshurl/skala-ai-mini-project/blob/main/artifacts/screenshots/investigation-traffic-desktop.png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50초 / 140~190초</a:t>
            </a:r>
          </a:p>
          <a:p xmlns:a="http://schemas.openxmlformats.org/drawingml/2006/main">
            <a:r>
              <a:t/>
            </a:r>
          </a:p>
          <a:p xmlns:a="http://schemas.openxmlformats.org/drawingml/2006/main">
            <a:r>
              <a:t>발표 멘트</a:t>
            </a:r>
          </a:p>
          <a:p xmlns:a="http://schemas.openxmlformats.org/drawingml/2006/main">
            <a:r>
              <a:t>전체 구조는 이 한 장으로 설명하겠습니다. Vue 화면이 FastAPI에 질문을 전달하고 SSE로 진행 상황을 받습니다. 백엔드는 입력과 대상을 확인하고 LangGraph가 근거 수집과 가설 조사, 검증을 조정합니다. 실제 모델은 Ollama로 연결했고 OpenAI 연결도 지원합니다. MCP는 읽기 전용 관측 조회를, RAG는 매뉴얼 의미 검색을 담당합니다. SQLite에는 완료 결과와 근거, 대화 맥락을 저장합니다. 별도 Judge와 LangSmith는 품질 평가와 원격 추적을 담당합니다. 관측은 교육용 합성 데이터를 사용했습니다.</a:t>
            </a:r>
          </a:p>
          <a:p xmlns:a="http://schemas.openxmlformats.org/drawingml/2006/main">
            <a:r>
              <a:t/>
            </a:r>
          </a:p>
          <a:p xmlns:a="http://schemas.openxmlformats.org/drawingml/2006/main">
            <a:r>
              <a:t>화면 진행</a:t>
            </a:r>
          </a:p>
          <a:p xmlns:a="http://schemas.openxmlformats.org/drawingml/2006/main">
            <a:r>
              <a:t>전체 아키텍처 한 장에서 Vue, FastAPI, LangGraph 경로와 연결된 도구·모델·기록·평가 역할을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역할 분리</a:t>
            </a:r>
          </a:p>
          <a:p xmlns:a="http://schemas.openxmlformats.org/drawingml/2006/main">
            <a:r>
              <a:t>SKALA 광주 2반 · G066 · 정준용</a:t>
            </a:r>
          </a:p>
          <a:p xmlns:a="http://schemas.openxmlformats.org/drawingml/2006/main">
            <a:r>
              <a:t>발표 시간 40초 / 190~230초</a:t>
            </a:r>
          </a:p>
          <a:p xmlns:a="http://schemas.openxmlformats.org/drawingml/2006/main">
            <a:r>
              <a:t/>
            </a:r>
          </a:p>
          <a:p xmlns:a="http://schemas.openxmlformats.org/drawingml/2006/main">
            <a:r>
              <a:t>발표 멘트</a:t>
            </a:r>
          </a:p>
          <a:p xmlns:a="http://schemas.openxmlformats.org/drawingml/2006/main">
            <a:r>
              <a:t>실행 중 사실 검사와 별도 품질 평가를 분리했습니다. LangGraph Supervisor는 전문 조회와 조건부 조사를 조정합니다. MCP는 조회 도구, 원문, 조사 절차를 표준 인터페이스로 제공합니다. RAG는 매뉴얼 여섯 종에서 관련 문서를 최대 세 개 검색합니다. 보고서는 수치와 출처, 허용 조치를 코드로 검사하며 세 번 실패하면 관측만 안내합니다. Judge와 LangSmith는 품질 평가와 추적을 담당합니다. 모듈화와 의존성 주입, 단위·API 테스트도 적용했습니다.</a:t>
            </a:r>
          </a:p>
          <a:p xmlns:a="http://schemas.openxmlformats.org/drawingml/2006/main">
            <a:r>
              <a:t/>
            </a:r>
          </a:p>
          <a:p xmlns:a="http://schemas.openxmlformats.org/drawingml/2006/main">
            <a:r>
              <a:t>화면 진행</a:t>
            </a:r>
          </a:p>
          <a:p xmlns:a="http://schemas.openxmlformats.org/drawingml/2006/main">
            <a:r>
              <a:t>왼쪽에서 사실 검사와 품질 평가의 책임을 구분하고 오른쪽 기술별 역할을 설명한다.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https://github.com/beshurl/skala-ai-mini-project/blob/main/agent/deps.py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https://github.com/beshurl/skala-ai-mini-project/blob/main/tests/</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LLM 검증 결과</a:t>
            </a:r>
          </a:p>
          <a:p xmlns:a="http://schemas.openxmlformats.org/drawingml/2006/main">
            <a:r>
              <a:t>SKALA 광주 2반 · G066 · 정준용</a:t>
            </a:r>
          </a:p>
          <a:p xmlns:a="http://schemas.openxmlformats.org/drawingml/2006/main">
            <a:r>
              <a:t>발표 시간 40초 / 230~270초</a:t>
            </a:r>
          </a:p>
          <a:p xmlns:a="http://schemas.openxmlformats.org/drawingml/2006/main">
            <a:r>
              <a:t/>
            </a:r>
          </a:p>
          <a:p xmlns:a="http://schemas.openxmlformats.org/drawingml/2006/main">
            <a:r>
              <a:t>발표 멘트</a:t>
            </a:r>
          </a:p>
          <a:p xmlns:a="http://schemas.openxmlformats.org/drawingml/2006/main">
            <a:r>
              <a:t>자동 테스트 99개를 통과했습니다. 입력 검사 도입 전 실제 Ollama의 가설 조사 기능은 6건 모두 통과했지만, Judge 포함 종합은 5건 통과였습니다. release 평가 실패도 보존했습니다. 입력 검사 도입 후 거절 다섯 건은 생성 0토큰과 LLM·MCP 미호출을 확인했습니다. LangSmith 실행 6건과 평가 점수 30개도 재조회했습니다. 수치는 10월 21일 보존 기록이며 전체 비용 절감률은 미측정입니다.</a:t>
            </a:r>
          </a:p>
          <a:p xmlns:a="http://schemas.openxmlformats.org/drawingml/2006/main">
            <a:r>
              <a:t/>
            </a:r>
          </a:p>
          <a:p xmlns:a="http://schemas.openxmlformats.org/drawingml/2006/main">
            <a:r>
              <a:t>화면 진행</a:t>
            </a:r>
          </a:p>
          <a:p xmlns:a="http://schemas.openxmlformats.org/drawingml/2006/main">
            <a:r>
              <a:t>99개 테스트, 기능 6/6, Judge 포함 5/6을 짚고 아래 표에서 입력 검사와 이전 평가의 범위를 구분한다.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https://github.com/beshurl/skala-ai-mini-project/blob/main/artifacts/input_validation_verification.json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270~300초</a:t>
            </a:r>
          </a:p>
          <a:p xmlns:a="http://schemas.openxmlformats.org/drawingml/2006/main">
            <a:r>
              <a:t/>
            </a:r>
          </a:p>
          <a:p xmlns:a="http://schemas.openxmlformats.org/drawingml/2006/main">
            <a:r>
              <a:t>발표 멘트</a:t>
            </a:r>
          </a:p>
          <a:p xmlns:a="http://schemas.openxmlformats.org/drawingml/2006/main">
            <a:r>
              <a:t>규칙 필터에는 오탐과 미탐이 있고, 현재 조사는 CPU 세 가설과 합성 관측에 한정됩니다. 실제 모니터링 연결, 사람과 다른 계열 Judge의 평가, 동일 조건의 비용 계측이 다음 과제입니다. 이번 경험으로 판단 조건과 근거를 남겨야 설명의 변화를 검증할 수 있다는 점을 배웠습니다. 교차 지지도 인과 확정과 구분하겠습니다.</a:t>
            </a:r>
          </a:p>
          <a:p xmlns:a="http://schemas.openxmlformats.org/drawingml/2006/main">
            <a:r>
              <a:t/>
            </a:r>
          </a:p>
          <a:p xmlns:a="http://schemas.openxmlformats.org/drawingml/2006/main">
            <a:r>
              <a:t>화면 진행</a:t>
            </a:r>
          </a:p>
          <a:p xmlns:a="http://schemas.openxmlformats.org/drawingml/2006/main">
            <a:r>
              <a:t>남은 한계와 다음 개선을 연결하고 판단 조건과 근거를 기록한 경험으로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495e8cb4324b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6072012ab2c4d6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a85d818ca5343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fa96daaf2b942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1fb86ba4954a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a512a0e2c74cd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7f39c957af74bf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b3f7c2dfc4d4e9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b1217cb5a4a421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9e0b2162f2a4a0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3dee4896e6c4848"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2a645f8f37432e" /><Relationship Type="http://schemas.openxmlformats.org/officeDocument/2006/relationships/slideLayout" Target="/ppt/slideLayouts/slideLayout1.xml" Id="R5967adad73de4d4d" /><Relationship Type="http://schemas.openxmlformats.org/officeDocument/2006/relationships/slideLayout" Target="/ppt/slideLayouts/slideLayout2.xml" Id="Re27cfd25d80b4c2e" /><Relationship Type="http://schemas.openxmlformats.org/officeDocument/2006/relationships/slideLayout" Target="/ppt/slideLayouts/slideLayout3.xml" Id="R7205b17b97bb46e5" /><Relationship Type="http://schemas.openxmlformats.org/officeDocument/2006/relationships/slideLayout" Target="/ppt/slideLayouts/slideLayout4.xml" Id="R3b56602280004425" /><Relationship Type="http://schemas.openxmlformats.org/officeDocument/2006/relationships/slideLayout" Target="/ppt/slideLayouts/slideLayout5.xml" Id="Rb3166178531c43cf" /><Relationship Type="http://schemas.openxmlformats.org/officeDocument/2006/relationships/slideLayout" Target="/ppt/slideLayouts/slideLayout6.xml" Id="R1d792c9cbced4468" /><Relationship Type="http://schemas.openxmlformats.org/officeDocument/2006/relationships/slideLayout" Target="/ppt/slideLayouts/slideLayout7.xml" Id="Rea5249dcf9d04f53" /><Relationship Type="http://schemas.openxmlformats.org/officeDocument/2006/relationships/slideLayout" Target="/ppt/slideLayouts/slideLayout8.xml" Id="R9ac51deaa6b54b1d" /><Relationship Type="http://schemas.openxmlformats.org/officeDocument/2006/relationships/slideLayout" Target="/ppt/slideLayouts/slideLayout9.xml" Id="Rf829205948d94051" /><Relationship Type="http://schemas.openxmlformats.org/officeDocument/2006/relationships/slideLayout" Target="/ppt/slideLayouts/slideLayout10.xml" Id="Rfc550c5f78a54a7e" /><Relationship Type="http://schemas.openxmlformats.org/officeDocument/2006/relationships/slideLayout" Target="/ppt/slideLayouts/slideLayout11.xml" Id="R563100de253941f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67adad73de4d4d"/>
    <p:sldLayoutId xmlns:r="http://schemas.openxmlformats.org/officeDocument/2006/relationships" id="2147483650" r:id="Re27cfd25d80b4c2e"/>
    <p:sldLayoutId xmlns:r="http://schemas.openxmlformats.org/officeDocument/2006/relationships" id="2147483651" r:id="R7205b17b97bb46e5"/>
    <p:sldLayoutId xmlns:r="http://schemas.openxmlformats.org/officeDocument/2006/relationships" id="2147483652" r:id="R3b56602280004425"/>
    <p:sldLayoutId xmlns:r="http://schemas.openxmlformats.org/officeDocument/2006/relationships" id="2147483653" r:id="Rb3166178531c43cf"/>
    <p:sldLayoutId xmlns:r="http://schemas.openxmlformats.org/officeDocument/2006/relationships" id="2147483654" r:id="R1d792c9cbced4468"/>
    <p:sldLayoutId xmlns:r="http://schemas.openxmlformats.org/officeDocument/2006/relationships" id="2147483655" r:id="Rea5249dcf9d04f53"/>
    <p:sldLayoutId xmlns:r="http://schemas.openxmlformats.org/officeDocument/2006/relationships" id="2147483656" r:id="R9ac51deaa6b54b1d"/>
    <p:sldLayoutId xmlns:r="http://schemas.openxmlformats.org/officeDocument/2006/relationships" id="2147483657" r:id="Rf829205948d94051"/>
    <p:sldLayoutId xmlns:r="http://schemas.openxmlformats.org/officeDocument/2006/relationships" id="2147483658" r:id="Rfc550c5f78a54a7e"/>
    <p:sldLayoutId xmlns:r="http://schemas.openxmlformats.org/officeDocument/2006/relationships" id="2147483659" r:id="R563100de253941fa"/>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d2c6181401444a57" /><Relationship Type="http://schemas.openxmlformats.org/officeDocument/2006/relationships/image" Target="/ppt/media/image.jpeg" Id="R5b8164d91c6c4664" /><Relationship Type="http://schemas.openxmlformats.org/officeDocument/2006/relationships/notesSlide" Target="/ppt/notesSlides/notesSlide1.xml" Id="R7aa0f6b45c654d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bd400f30898749c2" /><Relationship Type="http://schemas.openxmlformats.org/officeDocument/2006/relationships/notesSlide" Target="/ppt/notesSlides/notesSlide2.xml" Id="R3793d20ee8ac4e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dcc4362f26534078" /><Relationship Type="http://schemas.openxmlformats.org/officeDocument/2006/relationships/notesSlide" Target="/ppt/notesSlides/notesSlide3.xml" Id="R4faffcf1b3b34d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13d97ac8ca284f02" /><Relationship Type="http://schemas.openxmlformats.org/officeDocument/2006/relationships/image" Target="/ppt/media/image2.jpeg" Id="R64d6d1d53a694e8f" /><Relationship Type="http://schemas.openxmlformats.org/officeDocument/2006/relationships/notesSlide" Target="/ppt/notesSlides/notesSlide4.xml" Id="R50f64f8e22fb43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e5bac105257c4fe2" /><Relationship Type="http://schemas.openxmlformats.org/officeDocument/2006/relationships/notesSlide" Target="/ppt/notesSlides/notesSlide5.xml" Id="R756f0d5615fb4e2b"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fae0bf83bf3f4c5e" /><Relationship Type="http://schemas.openxmlformats.org/officeDocument/2006/relationships/notesSlide" Target="/ppt/notesSlides/notesSlide6.xml" Id="Rf791d2bf7b2542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f325543beea64e43" /><Relationship Type="http://schemas.openxmlformats.org/officeDocument/2006/relationships/notesSlide" Target="/ppt/notesSlides/notesSlide7.xml" Id="Rca1c2080cb9545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370521abb83445e9" /><Relationship Type="http://schemas.openxmlformats.org/officeDocument/2006/relationships/notesSlide" Target="/ppt/notesSlides/notesSlide8.xml" Id="R668100aa0eed468b"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BDAC5354-7261-474D-8418-3804E8AE1CFD}"/>
              </a:ext>
            </a:extLst>
          </p:cNvPr>
          <p:cNvPicPr>
            <a:picLocks xmlns:a="http://schemas.openxmlformats.org/drawingml/2006/main" noChangeAspect="1"/>
          </p:cNvPicPr>
          <p:nvPr/>
        </p:nvPicPr>
        <p:blipFill>
          <a:blip xmlns:r="http://schemas.openxmlformats.org/officeDocument/2006/relationships" xmlns:a="http://schemas.openxmlformats.org/drawingml/2006/main" r:embed="R5b8164d91c6c4664"/>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39A83B44-20E4-4685-9539-1B96963BE1C6}"/>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417707A7-22EC-4728-9FDC-568E079100B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핵심 개선</a:t>
            </a:r>
          </a:p>
        </p:txBody>
      </p:sp>
      <p:sp>
        <p:nvSpPr>
          <p:cNvPr id="2" name="page-number">
            <a:extLst xmlns:a="http://schemas.openxmlformats.org/drawingml/2006/main">
              <a:ext uri="{FF2B5EF4-FFF2-40B4-BE49-F238E27FC236}">
                <a16:creationId xmlns:a16="http://schemas.microsoft.com/office/drawing/2014/main" id="{9119994B-7D0E-4541-93F4-24A9FB88172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08</a:t>
            </a:r>
          </a:p>
        </p:txBody>
      </p:sp>
      <p:sp>
        <p:nvSpPr>
          <p:cNvPr id="3" name="slide-title">
            <a:extLst xmlns:a="http://schemas.openxmlformats.org/drawingml/2006/main">
              <a:ext uri="{FF2B5EF4-FFF2-40B4-BE49-F238E27FC236}">
                <a16:creationId xmlns:a16="http://schemas.microsoft.com/office/drawing/2014/main" id="{6A81AC6A-B036-432D-AC8D-439EA2C8E4B7}"/>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핵심 개선: 추가 조사와 근거 검증</a:t>
            </a:r>
          </a:p>
        </p:txBody>
      </p:sp>
      <p:sp>
        <p:nvSpPr>
          <p:cNvPr id="4" name="slide-subtitle">
            <a:extLst xmlns:a="http://schemas.openxmlformats.org/drawingml/2006/main">
              <a:ext uri="{FF2B5EF4-FFF2-40B4-BE49-F238E27FC236}">
                <a16:creationId xmlns:a16="http://schemas.microsoft.com/office/drawing/2014/main" id="{F340EA74-8EDB-4785-9263-0F3E096E342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가설을 구별할 관측을 수집하고, 근거로 확인한 내용을 보고합니다.</a:t>
            </a:r>
          </a:p>
        </p:txBody>
      </p:sp>
      <p:sp>
        <p:nvSpPr>
          <p:cNvPr id="5" name="scope-note">
            <a:extLst xmlns:a="http://schemas.openxmlformats.org/drawingml/2006/main">
              <a:ext uri="{FF2B5EF4-FFF2-40B4-BE49-F238E27FC236}">
                <a16:creationId xmlns:a16="http://schemas.microsoft.com/office/drawing/2014/main" id="{E58FD673-79AC-4DD0-94CE-820895C1E3C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원인 판단과 보고서의 근거를 코드·관측 기록으로 확인합니다.</a:t>
            </a:r>
          </a:p>
        </p:txBody>
      </p:sp>
      <p:cxnSp>
        <p:nvCxnSpPr>
          <p:cNvPr id="6" name="footer-rule">
            <a:extLst xmlns:a="http://schemas.openxmlformats.org/drawingml/2006/main">
              <a:ext uri="{FF2B5EF4-FFF2-40B4-BE49-F238E27FC236}">
                <a16:creationId xmlns:a16="http://schemas.microsoft.com/office/drawing/2014/main" id="{5A23AABD-1E4A-43DD-9E78-DC4F89F3C9D9}"/>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C7BD6933-C451-4CAD-85B8-EB7B55E9625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6100E25F-BC72-47CB-A0E6-ECA4254F7CCE}"/>
              </a:ext>
            </a:extLst>
          </p:cNvPr>
          <p:cNvGraphicFramePr/>
          <p:nvPr/>
        </p:nvGraphicFramePr>
        <p:xfrm>
          <a:off xmlns:a="http://schemas.openxmlformats.org/drawingml/2006/main" x="1143000" y="3429000"/>
          <a:ext xmlns:a="http://schemas.openxmlformats.org/drawingml/2006/main" cx="16002000" cy="3962400"/>
        </p:xfrm>
        <a:graphic xmlns:a="http://schemas.openxmlformats.org/drawingml/2006/main">
          <a:graphicData uri="http://schemas.openxmlformats.org/drawingml/2006/table">
            <a:tbl>
              <a:tblPr firstRow="0" bandRow="0"/>
              <a:tblGrid>
                <a:gridCol w="7239000"/>
                <a:gridCol w="8763000"/>
              </a:tblGrid>
              <a:tr h="609600">
                <a:tc>
                  <a:txBody>
                    <a:bodyPr/>
                    <a:lstStyle/>
                    <a:p>
                      <a:r>
                        <a:rPr sz="2175" b="1">
                          <a:solidFill>
                            <a:srgbClr val="FFFFFF"/>
                          </a:solidFill>
                          <a:latin typeface="Noto Sans Bold"/>
                          <a:ea typeface="Noto Sans Bold"/>
                          <a:cs typeface="Noto Sans Bold"/>
                        </a:rPr>
                        <a:t>기존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핵심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676400">
                <a:tc>
                  <a:txBody>
                    <a:bodyPr/>
                    <a:lstStyle/>
                    <a:p>
                      <a:r>
                        <a:rPr sz="2400">
                          <a:solidFill>
                            <a:srgbClr val="122C46"/>
                          </a:solidFill>
                          <a:latin typeface="Noto Sans Kr"/>
                          <a:ea typeface="Noto Sans Kr"/>
                          <a:cs typeface="Noto Sans Kr"/>
                        </a:rPr>
                        <a:t>경고·초기 지표만으로 원인 추정</a:t>
                      </a:r>
                    </a:p>
                    <a:p>
                      <a:r>
                        <a:rPr sz="2400">
                          <a:solidFill>
                            <a:srgbClr val="122C46"/>
                          </a:solidFill>
                          <a:latin typeface="Noto Sans Kr"/>
                          <a:ea typeface="Noto Sans Kr"/>
                          <a:cs typeface="Noto Sans Kr"/>
                        </a:rPr>
                        <a:t>가설을 구별할 근거가 부족</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가설 기반 추가 조사</a:t>
                      </a:r>
                    </a:p>
                    <a:p>
                      <a:r>
                        <a:rPr sz="2400">
                          <a:solidFill>
                            <a:srgbClr val="122C46"/>
                          </a:solidFill>
                          <a:latin typeface="Noto Sans Kr"/>
                          <a:ea typeface="Noto Sans Kr"/>
                          <a:cs typeface="Noto Sans Kr"/>
                        </a:rPr>
                        <a:t>질문 선택·추가 관측·가설 갱신</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676400">
                <a:tc>
                  <a:txBody>
                    <a:bodyPr/>
                    <a:lstStyle/>
                    <a:p>
                      <a:r>
                        <a:rPr sz="2400">
                          <a:solidFill>
                            <a:srgbClr val="122C46"/>
                          </a:solidFill>
                          <a:latin typeface="Noto Sans Kr"/>
                          <a:ea typeface="Noto Sans Kr"/>
                          <a:cs typeface="Noto Sans Kr"/>
                        </a:rPr>
                        <a:t>답변의 사실 여부를 확인하기 어려움</a:t>
                      </a:r>
                    </a:p>
                    <a:p>
                      <a:r>
                        <a:rPr sz="2400">
                          <a:solidFill>
                            <a:srgbClr val="122C46"/>
                          </a:solidFill>
                          <a:latin typeface="Noto Sans Kr"/>
                          <a:ea typeface="Noto Sans Kr"/>
                          <a:cs typeface="Noto Sans Kr"/>
                        </a:rPr>
                        <a:t>조회값·출처·조치 조건 확인이 필요</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관측 수치·출처·조치 조건 검증</a:t>
                      </a:r>
                    </a:p>
                    <a:p>
                      <a:r>
                        <a:rPr sz="2400">
                          <a:solidFill>
                            <a:srgbClr val="122C46"/>
                          </a:solidFill>
                          <a:latin typeface="Noto Sans Kr"/>
                          <a:ea typeface="Noto Sans Kr"/>
                          <a:cs typeface="Noto Sans Kr"/>
                        </a:rPr>
                        <a:t>반복 검증 실패 시 관측만 안내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supporting-features-label">
            <a:extLst xmlns:a="http://schemas.openxmlformats.org/drawingml/2006/main">
              <a:ext uri="{FF2B5EF4-FFF2-40B4-BE49-F238E27FC236}">
                <a16:creationId xmlns:a16="http://schemas.microsoft.com/office/drawing/2014/main" id="{492BD73D-590C-4F3D-927A-258F1DD35067}"/>
              </a:ext>
            </a:extLst>
          </p:cNvPr>
          <p:cNvSpPr>
            <a:spLocks xmlns:a="http://schemas.openxmlformats.org/drawingml/2006/main" noGrp="1"/>
          </p:cNvSpPr>
          <p:nvPr/>
        </p:nvSpPr>
        <p:spPr>
          <a:xfrm xmlns:a="http://schemas.openxmlformats.org/drawingml/2006/main">
            <a:off x="1143000" y="79819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defRPr sz="2250" b="1">
                <a:solidFill>
                  <a:srgbClr val="2B5BEB"/>
                </a:solidFill>
                <a:latin typeface="Noto Sans Bold"/>
                <a:ea typeface="Noto Sans Bold"/>
                <a:cs typeface="Noto Sans Bold"/>
              </a:defRPr>
            </a:lvl1pPr>
            <a:lvl2pPr algn="l">
              <a:defRPr sz="2250" b="1">
                <a:solidFill>
                  <a:srgbClr val="2B5BEB"/>
                </a:solidFill>
                <a:latin typeface="Noto Sans Bold"/>
                <a:ea typeface="Noto Sans Bold"/>
                <a:cs typeface="Noto Sans Bold"/>
              </a:defRPr>
            </a:lvl2pPr>
            <a:lvl3pPr algn="l">
              <a:defRPr sz="2250" b="1">
                <a:solidFill>
                  <a:srgbClr val="2B5BEB"/>
                </a:solidFill>
                <a:latin typeface="Noto Sans Bold"/>
                <a:ea typeface="Noto Sans Bold"/>
                <a:cs typeface="Noto Sans Bold"/>
              </a:defRPr>
            </a:lvl3pPr>
            <a:lvl4pPr algn="l">
              <a:defRPr sz="2250" b="1">
                <a:solidFill>
                  <a:srgbClr val="2B5BEB"/>
                </a:solidFill>
                <a:latin typeface="Noto Sans Bold"/>
                <a:ea typeface="Noto Sans Bold"/>
                <a:cs typeface="Noto Sans Bold"/>
              </a:defRPr>
            </a:lvl4pPr>
            <a:lvl5pPr algn="l">
              <a:defRPr sz="2250" b="1">
                <a:solidFill>
                  <a:srgbClr val="2B5BEB"/>
                </a:solidFill>
                <a:latin typeface="Noto Sans Bold"/>
                <a:ea typeface="Noto Sans Bold"/>
                <a:cs typeface="Noto Sans Bold"/>
              </a:defRPr>
            </a:lvl5pPr>
            <a:lvl6pPr algn="l">
              <a:defRPr sz="2250" b="1">
                <a:solidFill>
                  <a:srgbClr val="2B5BEB"/>
                </a:solidFill>
                <a:latin typeface="Noto Sans Bold"/>
                <a:ea typeface="Noto Sans Bold"/>
                <a:cs typeface="Noto Sans Bold"/>
              </a:defRPr>
            </a:lvl6pPr>
            <a:lvl7pPr algn="l">
              <a:defRPr sz="2250" b="1">
                <a:solidFill>
                  <a:srgbClr val="2B5BEB"/>
                </a:solidFill>
                <a:latin typeface="Noto Sans Bold"/>
                <a:ea typeface="Noto Sans Bold"/>
                <a:cs typeface="Noto Sans Bold"/>
              </a:defRPr>
            </a:lvl7pPr>
            <a:lvl8pPr algn="l">
              <a:defRPr sz="2250" b="1">
                <a:solidFill>
                  <a:srgbClr val="2B5BEB"/>
                </a:solidFill>
                <a:latin typeface="Noto Sans Bold"/>
                <a:ea typeface="Noto Sans Bold"/>
                <a:cs typeface="Noto Sans Bold"/>
              </a:defRPr>
            </a:lvl8pPr>
            <a:lvl9pPr algn="l">
              <a:defRPr sz="2250" b="1">
                <a:solidFill>
                  <a:srgbClr val="2B5BEB"/>
                </a:solidFill>
                <a:latin typeface="Noto Sans Bold"/>
                <a:ea typeface="Noto Sans Bold"/>
                <a:cs typeface="Noto Sans Bold"/>
              </a:defRPr>
            </a:lvl9pPr>
          </a:lstStyle>
          <a:p xmlns:a="http://schemas.openxmlformats.org/drawingml/2006/main">
            <a:pPr algn="l">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보조 안정성</a:t>
            </a:r>
          </a:p>
        </p:txBody>
      </p:sp>
      <p:sp>
        <p:nvSpPr>
          <p:cNvPr id="10" name="supporting-features">
            <a:extLst xmlns:a="http://schemas.openxmlformats.org/drawingml/2006/main">
              <a:ext uri="{FF2B5EF4-FFF2-40B4-BE49-F238E27FC236}">
                <a16:creationId xmlns:a16="http://schemas.microsoft.com/office/drawing/2014/main" id="{5B869E42-4EA3-4191-A1EF-DD2613351976}"/>
              </a:ext>
            </a:extLst>
          </p:cNvPr>
          <p:cNvSpPr>
            <a:spLocks xmlns:a="http://schemas.openxmlformats.org/drawingml/2006/main" noGrp="1"/>
          </p:cNvSpPr>
          <p:nvPr/>
        </p:nvSpPr>
        <p:spPr>
          <a:xfrm xmlns:a="http://schemas.openxmlformats.org/drawingml/2006/main">
            <a:off x="3905250" y="7981950"/>
            <a:ext cx="1323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defRPr sz="2250" b="0">
                <a:solidFill>
                  <a:srgbClr val="566A80"/>
                </a:solidFill>
                <a:latin typeface="Noto Sans Kr"/>
                <a:ea typeface="Noto Sans Kr"/>
                <a:cs typeface="Noto Sans Kr"/>
              </a:defRPr>
            </a:lvl1pPr>
            <a:lvl2pPr algn="l">
              <a:defRPr sz="2250" b="0">
                <a:solidFill>
                  <a:srgbClr val="566A80"/>
                </a:solidFill>
                <a:latin typeface="Noto Sans Kr"/>
                <a:ea typeface="Noto Sans Kr"/>
                <a:cs typeface="Noto Sans Kr"/>
              </a:defRPr>
            </a:lvl2pPr>
            <a:lvl3pPr algn="l">
              <a:defRPr sz="2250" b="0">
                <a:solidFill>
                  <a:srgbClr val="566A80"/>
                </a:solidFill>
                <a:latin typeface="Noto Sans Kr"/>
                <a:ea typeface="Noto Sans Kr"/>
                <a:cs typeface="Noto Sans Kr"/>
              </a:defRPr>
            </a:lvl3pPr>
            <a:lvl4pPr algn="l">
              <a:defRPr sz="2250" b="0">
                <a:solidFill>
                  <a:srgbClr val="566A80"/>
                </a:solidFill>
                <a:latin typeface="Noto Sans Kr"/>
                <a:ea typeface="Noto Sans Kr"/>
                <a:cs typeface="Noto Sans Kr"/>
              </a:defRPr>
            </a:lvl4pPr>
            <a:lvl5pPr algn="l">
              <a:defRPr sz="2250" b="0">
                <a:solidFill>
                  <a:srgbClr val="566A80"/>
                </a:solidFill>
                <a:latin typeface="Noto Sans Kr"/>
                <a:ea typeface="Noto Sans Kr"/>
                <a:cs typeface="Noto Sans Kr"/>
              </a:defRPr>
            </a:lvl5pPr>
            <a:lvl6pPr algn="l">
              <a:defRPr sz="2250" b="0">
                <a:solidFill>
                  <a:srgbClr val="566A80"/>
                </a:solidFill>
                <a:latin typeface="Noto Sans Kr"/>
                <a:ea typeface="Noto Sans Kr"/>
                <a:cs typeface="Noto Sans Kr"/>
              </a:defRPr>
            </a:lvl6pPr>
            <a:lvl7pPr algn="l">
              <a:defRPr sz="2250" b="0">
                <a:solidFill>
                  <a:srgbClr val="566A80"/>
                </a:solidFill>
                <a:latin typeface="Noto Sans Kr"/>
                <a:ea typeface="Noto Sans Kr"/>
                <a:cs typeface="Noto Sans Kr"/>
              </a:defRPr>
            </a:lvl7pPr>
            <a:lvl8pPr algn="l">
              <a:defRPr sz="2250" b="0">
                <a:solidFill>
                  <a:srgbClr val="566A80"/>
                </a:solidFill>
                <a:latin typeface="Noto Sans Kr"/>
                <a:ea typeface="Noto Sans Kr"/>
                <a:cs typeface="Noto Sans Kr"/>
              </a:defRPr>
            </a:lvl8pPr>
            <a:lvl9pPr algn="l">
              <a:defRPr sz="2250" b="0">
                <a:solidFill>
                  <a:srgbClr val="566A80"/>
                </a:solidFill>
                <a:latin typeface="Noto Sans Kr"/>
                <a:ea typeface="Noto Sans Kr"/>
                <a:cs typeface="Noto Sans Kr"/>
              </a:defRPr>
            </a:lvl9pPr>
          </a:lstStyle>
          <a:p xmlns:a="http://schemas.openxmlformats.org/drawingml/2006/main">
            <a:pPr algn="l">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입력 검사·대상 확인·부분 실패 격리·기록 복원</a:t>
            </a:r>
          </a:p>
        </p:txBody>
      </p:sp>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2" name="section-label">
            <a:extLst xmlns:a="http://schemas.openxmlformats.org/drawingml/2006/main">
              <a:ext uri="{FF2B5EF4-FFF2-40B4-BE49-F238E27FC236}">
                <a16:creationId xmlns:a16="http://schemas.microsoft.com/office/drawing/2014/main" id="{58B08B9B-89EB-4B32-AC27-691855EE44F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구현 결과: 사례 비교</a:t>
            </a:r>
          </a:p>
        </p:txBody>
      </p:sp>
      <p:sp>
        <p:nvSpPr>
          <p:cNvPr id="2" name="page-number">
            <a:extLst xmlns:a="http://schemas.openxmlformats.org/drawingml/2006/main">
              <a:ext uri="{FF2B5EF4-FFF2-40B4-BE49-F238E27FC236}">
                <a16:creationId xmlns:a16="http://schemas.microsoft.com/office/drawing/2014/main" id="{318E302A-4B6B-4AAF-A3EF-D3E62E985FEF}"/>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08</a:t>
            </a:r>
          </a:p>
        </p:txBody>
      </p:sp>
      <p:sp>
        <p:nvSpPr>
          <p:cNvPr id="3" name="slide-title">
            <a:extLst xmlns:a="http://schemas.openxmlformats.org/drawingml/2006/main">
              <a:ext uri="{FF2B5EF4-FFF2-40B4-BE49-F238E27FC236}">
                <a16:creationId xmlns:a16="http://schemas.microsoft.com/office/drawing/2014/main" id="{A17FBB7E-115C-4301-A186-694064D4B06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추가 관측으로 구별한 두 사례</a:t>
            </a:r>
          </a:p>
        </p:txBody>
      </p:sp>
      <p:sp>
        <p:nvSpPr>
          <p:cNvPr id="4" name="slide-subtitle">
            <a:extLst xmlns:a="http://schemas.openxmlformats.org/drawingml/2006/main">
              <a:ext uri="{FF2B5EF4-FFF2-40B4-BE49-F238E27FC236}">
                <a16:creationId xmlns:a16="http://schemas.microsoft.com/office/drawing/2014/main" id="{4513D548-6A25-46D4-96B0-2B2028DC39E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최초 CPU 91%와 배치 경고가 같은 두 사례의 판단 결과입니다.</a:t>
            </a:r>
          </a:p>
        </p:txBody>
      </p:sp>
      <p:sp>
        <p:nvSpPr>
          <p:cNvPr id="5" name="scope-note">
            <a:extLst xmlns:a="http://schemas.openxmlformats.org/drawingml/2006/main">
              <a:ext uri="{FF2B5EF4-FFF2-40B4-BE49-F238E27FC236}">
                <a16:creationId xmlns:a16="http://schemas.microsoft.com/office/drawing/2014/main" id="{6380D34D-BC9E-4219-A48B-9645E6AC67F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LLM 보존 실행 / 교육용 합성 관측, 교차 지지는 인과 확정과 구분</a:t>
            </a:r>
          </a:p>
        </p:txBody>
      </p:sp>
      <p:cxnSp>
        <p:nvCxnSpPr>
          <p:cNvPr id="6" name="footer-rule">
            <a:extLst xmlns:a="http://schemas.openxmlformats.org/drawingml/2006/main">
              <a:ext uri="{FF2B5EF4-FFF2-40B4-BE49-F238E27FC236}">
                <a16:creationId xmlns:a16="http://schemas.microsoft.com/office/drawing/2014/main" id="{BBB62D4E-3D55-494B-AA40-106C550D7A27}"/>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D39587E8-E605-4505-9F21-7E44FF07AEB6}"/>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hared-input-label">
            <a:extLst xmlns:a="http://schemas.openxmlformats.org/drawingml/2006/main">
              <a:ext uri="{FF2B5EF4-FFF2-40B4-BE49-F238E27FC236}">
                <a16:creationId xmlns:a16="http://schemas.microsoft.com/office/drawing/2014/main" id="{F7E17A34-40CB-448A-9118-E1F06CD46501}"/>
              </a:ext>
            </a:extLst>
          </p:cNvPr>
          <p:cNvSpPr>
            <a:spLocks xmlns:a="http://schemas.openxmlformats.org/drawingml/2006/main" noGrp="1"/>
          </p:cNvSpPr>
          <p:nvPr/>
        </p:nvSpPr>
        <p:spPr>
          <a:xfrm xmlns:a="http://schemas.openxmlformats.org/drawingml/2006/main">
            <a:off x="1143000" y="3476625"/>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B5BEB"/>
                </a:solidFill>
                <a:latin typeface="Noto Sans Bold"/>
                <a:ea typeface="Noto Sans Bold"/>
                <a:cs typeface="Noto Sans Bold"/>
              </a:defRPr>
            </a:defPPr>
            <a:lvl1pPr algn="l">
              <a:buNone/>
              <a:defRPr sz="2550" b="1">
                <a:solidFill>
                  <a:srgbClr val="2B5BEB"/>
                </a:solidFill>
                <a:latin typeface="Noto Sans Bold"/>
                <a:ea typeface="Noto Sans Bold"/>
                <a:cs typeface="Noto Sans Bold"/>
              </a:defRPr>
            </a:lvl1pPr>
            <a:lvl2pPr algn="l">
              <a:buNone/>
              <a:defRPr sz="2550" b="1">
                <a:solidFill>
                  <a:srgbClr val="2B5BEB"/>
                </a:solidFill>
                <a:latin typeface="Noto Sans Bold"/>
                <a:ea typeface="Noto Sans Bold"/>
                <a:cs typeface="Noto Sans Bold"/>
              </a:defRPr>
            </a:lvl2pPr>
            <a:lvl3pPr algn="l">
              <a:buNone/>
              <a:defRPr sz="2550" b="1">
                <a:solidFill>
                  <a:srgbClr val="2B5BEB"/>
                </a:solidFill>
                <a:latin typeface="Noto Sans Bold"/>
                <a:ea typeface="Noto Sans Bold"/>
                <a:cs typeface="Noto Sans Bold"/>
              </a:defRPr>
            </a:lvl3pPr>
            <a:lvl4pPr algn="l">
              <a:buNone/>
              <a:defRPr sz="2550" b="1">
                <a:solidFill>
                  <a:srgbClr val="2B5BEB"/>
                </a:solidFill>
                <a:latin typeface="Noto Sans Bold"/>
                <a:ea typeface="Noto Sans Bold"/>
                <a:cs typeface="Noto Sans Bold"/>
              </a:defRPr>
            </a:lvl4pPr>
            <a:lvl5pPr algn="l">
              <a:buNone/>
              <a:defRPr sz="2550" b="1">
                <a:solidFill>
                  <a:srgbClr val="2B5BEB"/>
                </a:solidFill>
                <a:latin typeface="Noto Sans Bold"/>
                <a:ea typeface="Noto Sans Bold"/>
                <a:cs typeface="Noto Sans Bold"/>
              </a:defRPr>
            </a:lvl5pPr>
            <a:lvl6pPr algn="l">
              <a:buNone/>
              <a:defRPr sz="2550" b="1">
                <a:solidFill>
                  <a:srgbClr val="2B5BEB"/>
                </a:solidFill>
                <a:latin typeface="Noto Sans Bold"/>
                <a:ea typeface="Noto Sans Bold"/>
                <a:cs typeface="Noto Sans Bold"/>
              </a:defRPr>
            </a:lvl6pPr>
            <a:lvl7pPr algn="l">
              <a:buNone/>
              <a:defRPr sz="2550" b="1">
                <a:solidFill>
                  <a:srgbClr val="2B5BEB"/>
                </a:solidFill>
                <a:latin typeface="Noto Sans Bold"/>
                <a:ea typeface="Noto Sans Bold"/>
                <a:cs typeface="Noto Sans Bold"/>
              </a:defRPr>
            </a:lvl7pPr>
            <a:lvl8pPr algn="l">
              <a:buNone/>
              <a:defRPr sz="2550" b="1">
                <a:solidFill>
                  <a:srgbClr val="2B5BEB"/>
                </a:solidFill>
                <a:latin typeface="Noto Sans Bold"/>
                <a:ea typeface="Noto Sans Bold"/>
                <a:cs typeface="Noto Sans Bold"/>
              </a:defRPr>
            </a:lvl8pPr>
            <a:lvl9pPr algn="l">
              <a:buNone/>
              <a:defRPr sz="2550" b="1">
                <a:solidFill>
                  <a:srgbClr val="2B5BEB"/>
                </a:solidFill>
                <a:latin typeface="Noto Sans Bold"/>
                <a:ea typeface="Noto Sans Bold"/>
                <a:cs typeface="Noto Sans Bold"/>
              </a:defRPr>
            </a:lvl9pPr>
          </a:lstStyle>
          <a:p xmlns:a="http://schemas.openxmlformats.org/drawingml/2006/main">
            <a:pPr algn="l">
              <a:buNone/>
              <a:defRPr sz="2550" b="1">
                <a:solidFill>
                  <a:srgbClr val="2B5BEB"/>
                </a:solidFill>
                <a:latin typeface="Noto Sans Bold"/>
                <a:ea typeface="Noto Sans Bold"/>
                <a:cs typeface="Noto Sans Bold"/>
              </a:defRPr>
            </a:pPr>
            <a:r>
              <a:rPr sz="2550" b="1">
                <a:solidFill>
                  <a:srgbClr val="2B5BEB"/>
                </a:solidFill>
                <a:latin typeface="Noto Sans Bold"/>
                <a:ea typeface="Noto Sans Bold"/>
                <a:cs typeface="Noto Sans Bold"/>
              </a:rPr>
              <a:t>공통 첫 조회</a:t>
            </a:r>
          </a:p>
        </p:txBody>
      </p:sp>
      <p:sp>
        <p:nvSpPr>
          <p:cNvPr id="9" name="shared-input">
            <a:extLst xmlns:a="http://schemas.openxmlformats.org/drawingml/2006/main">
              <a:ext uri="{FF2B5EF4-FFF2-40B4-BE49-F238E27FC236}">
                <a16:creationId xmlns:a16="http://schemas.microsoft.com/office/drawing/2014/main" id="{BE1522E1-3A6C-43C4-914D-D224A210D4BA}"/>
              </a:ext>
            </a:extLst>
          </p:cNvPr>
          <p:cNvSpPr>
            <a:spLocks xmlns:a="http://schemas.openxmlformats.org/drawingml/2006/main" noGrp="1"/>
          </p:cNvSpPr>
          <p:nvPr/>
        </p:nvSpPr>
        <p:spPr>
          <a:xfrm xmlns:a="http://schemas.openxmlformats.org/drawingml/2006/main">
            <a:off x="4286250" y="3476625"/>
            <a:ext cx="1285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1">
                <a:solidFill>
                  <a:srgbClr val="122C46"/>
                </a:solidFill>
                <a:latin typeface="Noto Sans Bold"/>
                <a:ea typeface="Noto Sans Bold"/>
                <a:cs typeface="Noto Sans Bold"/>
              </a:defRPr>
            </a:defPPr>
            <a:lvl1pPr algn="l">
              <a:buNone/>
              <a:defRPr sz="2850" b="1">
                <a:solidFill>
                  <a:srgbClr val="122C46"/>
                </a:solidFill>
                <a:latin typeface="Noto Sans Bold"/>
                <a:ea typeface="Noto Sans Bold"/>
                <a:cs typeface="Noto Sans Bold"/>
              </a:defRPr>
            </a:lvl1pPr>
            <a:lvl2pPr algn="l">
              <a:buNone/>
              <a:defRPr sz="2850" b="1">
                <a:solidFill>
                  <a:srgbClr val="122C46"/>
                </a:solidFill>
                <a:latin typeface="Noto Sans Bold"/>
                <a:ea typeface="Noto Sans Bold"/>
                <a:cs typeface="Noto Sans Bold"/>
              </a:defRPr>
            </a:lvl2pPr>
            <a:lvl3pPr algn="l">
              <a:buNone/>
              <a:defRPr sz="2850" b="1">
                <a:solidFill>
                  <a:srgbClr val="122C46"/>
                </a:solidFill>
                <a:latin typeface="Noto Sans Bold"/>
                <a:ea typeface="Noto Sans Bold"/>
                <a:cs typeface="Noto Sans Bold"/>
              </a:defRPr>
            </a:lvl3pPr>
            <a:lvl4pPr algn="l">
              <a:buNone/>
              <a:defRPr sz="2850" b="1">
                <a:solidFill>
                  <a:srgbClr val="122C46"/>
                </a:solidFill>
                <a:latin typeface="Noto Sans Bold"/>
                <a:ea typeface="Noto Sans Bold"/>
                <a:cs typeface="Noto Sans Bold"/>
              </a:defRPr>
            </a:lvl4pPr>
            <a:lvl5pPr algn="l">
              <a:buNone/>
              <a:defRPr sz="2850" b="1">
                <a:solidFill>
                  <a:srgbClr val="122C46"/>
                </a:solidFill>
                <a:latin typeface="Noto Sans Bold"/>
                <a:ea typeface="Noto Sans Bold"/>
                <a:cs typeface="Noto Sans Bold"/>
              </a:defRPr>
            </a:lvl5pPr>
            <a:lvl6pPr algn="l">
              <a:buNone/>
              <a:defRPr sz="2850" b="1">
                <a:solidFill>
                  <a:srgbClr val="122C46"/>
                </a:solidFill>
                <a:latin typeface="Noto Sans Bold"/>
                <a:ea typeface="Noto Sans Bold"/>
                <a:cs typeface="Noto Sans Bold"/>
              </a:defRPr>
            </a:lvl6pPr>
            <a:lvl7pPr algn="l">
              <a:buNone/>
              <a:defRPr sz="2850" b="1">
                <a:solidFill>
                  <a:srgbClr val="122C46"/>
                </a:solidFill>
                <a:latin typeface="Noto Sans Bold"/>
                <a:ea typeface="Noto Sans Bold"/>
                <a:cs typeface="Noto Sans Bold"/>
              </a:defRPr>
            </a:lvl7pPr>
            <a:lvl8pPr algn="l">
              <a:buNone/>
              <a:defRPr sz="2850" b="1">
                <a:solidFill>
                  <a:srgbClr val="122C46"/>
                </a:solidFill>
                <a:latin typeface="Noto Sans Bold"/>
                <a:ea typeface="Noto Sans Bold"/>
                <a:cs typeface="Noto Sans Bold"/>
              </a:defRPr>
            </a:lvl8pPr>
            <a:lvl9pPr algn="l">
              <a:buNone/>
              <a:defRPr sz="2850" b="1">
                <a:solidFill>
                  <a:srgbClr val="122C46"/>
                </a:solidFill>
                <a:latin typeface="Noto Sans Bold"/>
                <a:ea typeface="Noto Sans Bold"/>
                <a:cs typeface="Noto Sans Bold"/>
              </a:defRPr>
            </a:lvl9pPr>
          </a:lstStyle>
          <a:p xmlns:a="http://schemas.openxmlformats.org/drawingml/2006/main">
            <a:pPr algn="l">
              <a:buNone/>
              <a:defRPr sz="2850" b="1">
                <a:solidFill>
                  <a:srgbClr val="122C46"/>
                </a:solidFill>
                <a:latin typeface="Noto Sans Bold"/>
                <a:ea typeface="Noto Sans Bold"/>
                <a:cs typeface="Noto Sans Bold"/>
              </a:defRPr>
            </a:pPr>
            <a:r>
              <a:rPr sz="2850" b="1">
                <a:solidFill>
                  <a:srgbClr val="122C46"/>
                </a:solidFill>
                <a:latin typeface="Noto Sans Bold"/>
                <a:ea typeface="Noto Sans Bold"/>
                <a:cs typeface="Noto Sans Bold"/>
              </a:rPr>
              <a:t>payments-service   CPU 91% · 배치 경고</a:t>
            </a:r>
          </a:p>
        </p:txBody>
      </p:sp>
      <p:cxnSp>
        <p:nvCxnSpPr>
          <p:cNvPr id="10" name="shared-input-rule">
            <a:extLst xmlns:a="http://schemas.openxmlformats.org/drawingml/2006/main">
              <a:ext uri="{FF2B5EF4-FFF2-40B4-BE49-F238E27FC236}">
                <a16:creationId xmlns:a16="http://schemas.microsoft.com/office/drawing/2014/main" id="{4D83B1D3-C04D-48D1-801E-4F9B796271E7}"/>
              </a:ext>
            </a:extLst>
          </p:cNvPr>
          <p:cNvCxnSpPr/>
          <p:nvPr/>
        </p:nvCxnSpPr>
        <p:spPr>
          <a:xfrm xmlns:a="http://schemas.openxmlformats.org/drawingml/2006/main">
            <a:off x="1143000" y="4229100"/>
            <a:ext cx="16002000" cy="0"/>
          </a:xfrm>
          <a:prstGeom xmlns:a="http://schemas.openxmlformats.org/drawingml/2006/main" prst="straightConnector1">
            <a:avLst/>
          </a:prstGeom>
          <a:ln xmlns:a="http://schemas.openxmlformats.org/drawingml/2006/main" w="28575">
            <a:solidFill>
              <a:srgbClr val="DDE5EE"/>
            </a:solidFill>
          </a:ln>
        </p:spPr>
      </p:cxnSp>
      <p:graphicFrame>
        <p:nvGraphicFramePr>
          <p:cNvPr id="11" name="">
            <a:extLst xmlns:a="http://schemas.openxmlformats.org/drawingml/2006/main">
              <a:ext uri="{FF2B5EF4-FFF2-40B4-BE49-F238E27FC236}">
                <a16:creationId xmlns:a16="http://schemas.microsoft.com/office/drawing/2014/main" id="{140BB491-4270-4131-BDA4-34FCE1DC7C42}"/>
              </a:ext>
            </a:extLst>
          </p:cNvPr>
          <p:cNvGraphicFramePr/>
          <p:nvPr/>
        </p:nvGraphicFramePr>
        <p:xfrm>
          <a:off xmlns:a="http://schemas.openxmlformats.org/drawingml/2006/main" x="1143000" y="4667250"/>
          <a:ext xmlns:a="http://schemas.openxmlformats.org/drawingml/2006/main" cx="16002000" cy="3695700"/>
        </p:xfrm>
        <a:graphic xmlns:a="http://schemas.openxmlformats.org/drawingml/2006/main">
          <a:graphicData uri="http://schemas.openxmlformats.org/drawingml/2006/table">
            <a:tbl>
              <a:tblPr firstRow="0" bandRow="0"/>
              <a:tblGrid>
                <a:gridCol w="4000500"/>
                <a:gridCol w="6000750"/>
                <a:gridCol w="6000750"/>
              </a:tblGrid>
              <a:tr h="609600">
                <a:tc>
                  <a:txBody>
                    <a:bodyPr/>
                    <a:lstStyle/>
                    <a:p>
                      <a:r>
                        <a:rPr sz="2100" b="1">
                          <a:solidFill>
                            <a:srgbClr val="FFFFFF"/>
                          </a:solidFill>
                          <a:latin typeface="Noto Sans Bold"/>
                          <a:ea typeface="Noto Sans Bold"/>
                          <a:cs typeface="Noto Sans Bold"/>
                        </a:rPr>
                        <a:t>추가 관측과 판정</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배치 관련 사례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요청량 관련 사례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배치 CPU 기여</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86%</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가설을 구별할 근거</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중복 작업 2건·겹침 4분</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요청 처리 88%·요청량 3.2배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관측에 따른 판정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b="1">
                          <a:solidFill>
                            <a:srgbClr val="087F7A"/>
                          </a:solidFill>
                          <a:latin typeface="Noto Sans Bold"/>
                          <a:ea typeface="Noto Sans Bold"/>
                          <a:cs typeface="Noto Sans Bold"/>
                        </a:rPr>
                        <a:t>배치 가설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400" b="1">
                          <a:solidFill>
                            <a:srgbClr val="2B5BEB"/>
                          </a:solidFill>
                          <a:latin typeface="Noto Sans Bold"/>
                          <a:ea typeface="Noto Sans Bold"/>
                          <a:cs typeface="Noto Sans Bold"/>
                        </a:rPr>
                        <a:t>배치 반증·요청량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2" name="section-label">
            <a:extLst xmlns:a="http://schemas.openxmlformats.org/drawingml/2006/main">
              <a:ext uri="{FF2B5EF4-FFF2-40B4-BE49-F238E27FC236}">
                <a16:creationId xmlns:a16="http://schemas.microsoft.com/office/drawing/2014/main" id="{09C1F578-525A-4070-8A2A-E61A0B41177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핵심 기능: 처리 절차</a:t>
            </a:r>
          </a:p>
        </p:txBody>
      </p:sp>
      <p:sp>
        <p:nvSpPr>
          <p:cNvPr id="2" name="page-number">
            <a:extLst xmlns:a="http://schemas.openxmlformats.org/drawingml/2006/main">
              <a:ext uri="{FF2B5EF4-FFF2-40B4-BE49-F238E27FC236}">
                <a16:creationId xmlns:a16="http://schemas.microsoft.com/office/drawing/2014/main" id="{61A1FB7E-1E58-4354-968E-E714598FD5A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08</a:t>
            </a:r>
          </a:p>
        </p:txBody>
      </p:sp>
      <p:sp>
        <p:nvSpPr>
          <p:cNvPr id="3" name="slide-title">
            <a:extLst xmlns:a="http://schemas.openxmlformats.org/drawingml/2006/main">
              <a:ext uri="{FF2B5EF4-FFF2-40B4-BE49-F238E27FC236}">
                <a16:creationId xmlns:a16="http://schemas.microsoft.com/office/drawing/2014/main" id="{37E778E5-A74C-4826-9292-D4C7B94A8D2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 조사와 근거 검증 절차</a:t>
            </a:r>
          </a:p>
        </p:txBody>
      </p:sp>
      <p:sp>
        <p:nvSpPr>
          <p:cNvPr id="4" name="slide-subtitle">
            <a:extLst xmlns:a="http://schemas.openxmlformats.org/drawingml/2006/main">
              <a:ext uri="{FF2B5EF4-FFF2-40B4-BE49-F238E27FC236}">
                <a16:creationId xmlns:a16="http://schemas.microsoft.com/office/drawing/2014/main" id="{53DE4FCE-4CD2-4EDF-ADC7-B01009A91C0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질문 선택은 LLM이, 조건 대조와 종료 판단은 코드가 담당합니다.</a:t>
            </a:r>
          </a:p>
        </p:txBody>
      </p:sp>
      <p:sp>
        <p:nvSpPr>
          <p:cNvPr id="5" name="scope-note">
            <a:extLst xmlns:a="http://schemas.openxmlformats.org/drawingml/2006/main">
              <a:ext uri="{FF2B5EF4-FFF2-40B4-BE49-F238E27FC236}">
                <a16:creationId xmlns:a16="http://schemas.microsoft.com/office/drawing/2014/main" id="{F8BA00F1-EF73-44B5-8776-D19FBE36E9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8C3A63D0-D76C-4050-98E3-271E036B6E10}"/>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66ACA18-18B9-4340-9785-A444C0D5E26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tep-0">
            <a:extLst xmlns:a="http://schemas.openxmlformats.org/drawingml/2006/main">
              <a:ext uri="{FF2B5EF4-FFF2-40B4-BE49-F238E27FC236}">
                <a16:creationId xmlns:a16="http://schemas.microsoft.com/office/drawing/2014/main" id="{B8D32B91-BABF-4B68-BFFE-0A6CE6FDBB10}"/>
              </a:ext>
            </a:extLst>
          </p:cNvPr>
          <p:cNvSpPr>
            <a:spLocks xmlns:a="http://schemas.openxmlformats.org/drawingml/2006/main" noGrp="1"/>
          </p:cNvSpPr>
          <p:nvPr/>
        </p:nvSpPr>
        <p:spPr>
          <a:xfrm xmlns:a="http://schemas.openxmlformats.org/drawingml/2006/main">
            <a:off x="1143000" y="33718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01</a:t>
            </a:r>
          </a:p>
        </p:txBody>
      </p:sp>
      <p:sp>
        <p:nvSpPr>
          <p:cNvPr id="9" name="step-title-0">
            <a:extLst xmlns:a="http://schemas.openxmlformats.org/drawingml/2006/main">
              <a:ext uri="{FF2B5EF4-FFF2-40B4-BE49-F238E27FC236}">
                <a16:creationId xmlns:a16="http://schemas.microsoft.com/office/drawing/2014/main" id="{0E051263-A143-4BAD-9ED6-7C808DB0032C}"/>
              </a:ext>
            </a:extLst>
          </p:cNvPr>
          <p:cNvSpPr>
            <a:spLocks xmlns:a="http://schemas.openxmlformats.org/drawingml/2006/main" noGrp="1"/>
          </p:cNvSpPr>
          <p:nvPr/>
        </p:nvSpPr>
        <p:spPr>
          <a:xfrm xmlns:a="http://schemas.openxmlformats.org/drawingml/2006/main">
            <a:off x="2190750" y="33718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 기준 고정</a:t>
            </a:r>
          </a:p>
        </p:txBody>
      </p:sp>
      <p:sp>
        <p:nvSpPr>
          <p:cNvPr id="10" name="step-description-0">
            <a:extLst xmlns:a="http://schemas.openxmlformats.org/drawingml/2006/main">
              <a:ext uri="{FF2B5EF4-FFF2-40B4-BE49-F238E27FC236}">
                <a16:creationId xmlns:a16="http://schemas.microsoft.com/office/drawing/2014/main" id="{949BD782-10EC-4928-9B58-73735EAF6437}"/>
              </a:ext>
            </a:extLst>
          </p:cNvPr>
          <p:cNvSpPr>
            <a:spLocks xmlns:a="http://schemas.openxmlformats.org/drawingml/2006/main" noGrp="1"/>
          </p:cNvSpPr>
          <p:nvPr/>
        </p:nvSpPr>
        <p:spPr>
          <a:xfrm xmlns:a="http://schemas.openxmlformats.org/drawingml/2006/main">
            <a:off x="2190750" y="39624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조회 전에 지지·반증 조건 기록</a:t>
            </a:r>
          </a:p>
        </p:txBody>
      </p:sp>
      <p:sp>
        <p:nvSpPr>
          <p:cNvPr id="11" name="step-1">
            <a:extLst xmlns:a="http://schemas.openxmlformats.org/drawingml/2006/main">
              <a:ext uri="{FF2B5EF4-FFF2-40B4-BE49-F238E27FC236}">
                <a16:creationId xmlns:a16="http://schemas.microsoft.com/office/drawing/2014/main" id="{28F2DDE5-C098-4196-98AE-861153B804A9}"/>
              </a:ext>
            </a:extLst>
          </p:cNvPr>
          <p:cNvSpPr>
            <a:spLocks xmlns:a="http://schemas.openxmlformats.org/drawingml/2006/main" noGrp="1"/>
          </p:cNvSpPr>
          <p:nvPr/>
        </p:nvSpPr>
        <p:spPr>
          <a:xfrm xmlns:a="http://schemas.openxmlformats.org/drawingml/2006/main">
            <a:off x="1143000" y="4572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02</a:t>
            </a:r>
          </a:p>
        </p:txBody>
      </p:sp>
      <p:sp>
        <p:nvSpPr>
          <p:cNvPr id="12" name="step-title-1">
            <a:extLst xmlns:a="http://schemas.openxmlformats.org/drawingml/2006/main">
              <a:ext uri="{FF2B5EF4-FFF2-40B4-BE49-F238E27FC236}">
                <a16:creationId xmlns:a16="http://schemas.microsoft.com/office/drawing/2014/main" id="{78D56F5F-CA1A-4F81-A992-0D9F7908A279}"/>
              </a:ext>
            </a:extLst>
          </p:cNvPr>
          <p:cNvSpPr>
            <a:spLocks xmlns:a="http://schemas.openxmlformats.org/drawingml/2006/main" noGrp="1"/>
          </p:cNvSpPr>
          <p:nvPr/>
        </p:nvSpPr>
        <p:spPr>
          <a:xfrm xmlns:a="http://schemas.openxmlformats.org/drawingml/2006/main">
            <a:off x="2190750" y="45720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관측 선택·수집</a:t>
            </a:r>
          </a:p>
        </p:txBody>
      </p:sp>
      <p:sp>
        <p:nvSpPr>
          <p:cNvPr id="13" name="step-description-1">
            <a:extLst xmlns:a="http://schemas.openxmlformats.org/drawingml/2006/main">
              <a:ext uri="{FF2B5EF4-FFF2-40B4-BE49-F238E27FC236}">
                <a16:creationId xmlns:a16="http://schemas.microsoft.com/office/drawing/2014/main" id="{5795C434-D998-4D9B-A529-4F86A66BE209}"/>
              </a:ext>
            </a:extLst>
          </p:cNvPr>
          <p:cNvSpPr>
            <a:spLocks xmlns:a="http://schemas.openxmlformats.org/drawingml/2006/main" noGrp="1"/>
          </p:cNvSpPr>
          <p:nvPr/>
        </p:nvSpPr>
        <p:spPr>
          <a:xfrm xmlns:a="http://schemas.openxmlformats.org/drawingml/2006/main">
            <a:off x="2190750" y="51625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LLM 질문 선택, MCP 읽기 전용 조회</a:t>
            </a:r>
          </a:p>
        </p:txBody>
      </p:sp>
      <p:sp>
        <p:nvSpPr>
          <p:cNvPr id="14" name="step-2">
            <a:extLst xmlns:a="http://schemas.openxmlformats.org/drawingml/2006/main">
              <a:ext uri="{FF2B5EF4-FFF2-40B4-BE49-F238E27FC236}">
                <a16:creationId xmlns:a16="http://schemas.microsoft.com/office/drawing/2014/main" id="{2A33D203-7A67-4C6A-92A8-6FB598FCB385}"/>
              </a:ext>
            </a:extLst>
          </p:cNvPr>
          <p:cNvSpPr>
            <a:spLocks xmlns:a="http://schemas.openxmlformats.org/drawingml/2006/main" noGrp="1"/>
          </p:cNvSpPr>
          <p:nvPr/>
        </p:nvSpPr>
        <p:spPr>
          <a:xfrm xmlns:a="http://schemas.openxmlformats.org/drawingml/2006/main">
            <a:off x="1143000" y="57721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03</a:t>
            </a:r>
          </a:p>
        </p:txBody>
      </p:sp>
      <p:sp>
        <p:nvSpPr>
          <p:cNvPr id="15" name="step-title-2">
            <a:extLst xmlns:a="http://schemas.openxmlformats.org/drawingml/2006/main">
              <a:ext uri="{FF2B5EF4-FFF2-40B4-BE49-F238E27FC236}">
                <a16:creationId xmlns:a16="http://schemas.microsoft.com/office/drawing/2014/main" id="{44BE5C94-5E7E-406C-85F9-397805D97ED9}"/>
              </a:ext>
            </a:extLst>
          </p:cNvPr>
          <p:cNvSpPr>
            <a:spLocks xmlns:a="http://schemas.openxmlformats.org/drawingml/2006/main" noGrp="1"/>
          </p:cNvSpPr>
          <p:nvPr/>
        </p:nvSpPr>
        <p:spPr>
          <a:xfrm xmlns:a="http://schemas.openxmlformats.org/drawingml/2006/main">
            <a:off x="2190750" y="57721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판정·다음 조사</a:t>
            </a:r>
          </a:p>
        </p:txBody>
      </p:sp>
      <p:sp>
        <p:nvSpPr>
          <p:cNvPr id="16" name="step-description-2">
            <a:extLst xmlns:a="http://schemas.openxmlformats.org/drawingml/2006/main">
              <a:ext uri="{FF2B5EF4-FFF2-40B4-BE49-F238E27FC236}">
                <a16:creationId xmlns:a16="http://schemas.microsoft.com/office/drawing/2014/main" id="{3219BDBD-D456-41F8-9017-278A6D23637F}"/>
              </a:ext>
            </a:extLst>
          </p:cNvPr>
          <p:cNvSpPr>
            <a:spLocks xmlns:a="http://schemas.openxmlformats.org/drawingml/2006/main" noGrp="1"/>
          </p:cNvSpPr>
          <p:nvPr/>
        </p:nvSpPr>
        <p:spPr>
          <a:xfrm xmlns:a="http://schemas.openxmlformats.org/drawingml/2006/main">
            <a:off x="2190750" y="63627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코드 대조 후 반복·종료·보류</a:t>
            </a:r>
          </a:p>
        </p:txBody>
      </p:sp>
      <p:sp>
        <p:nvSpPr>
          <p:cNvPr id="17" name="step-3">
            <a:extLst xmlns:a="http://schemas.openxmlformats.org/drawingml/2006/main">
              <a:ext uri="{FF2B5EF4-FFF2-40B4-BE49-F238E27FC236}">
                <a16:creationId xmlns:a16="http://schemas.microsoft.com/office/drawing/2014/main" id="{CDB81EEF-18E9-4351-A174-DE4EB74AE2BC}"/>
              </a:ext>
            </a:extLst>
          </p:cNvPr>
          <p:cNvSpPr>
            <a:spLocks xmlns:a="http://schemas.openxmlformats.org/drawingml/2006/main" noGrp="1"/>
          </p:cNvSpPr>
          <p:nvPr/>
        </p:nvSpPr>
        <p:spPr>
          <a:xfrm xmlns:a="http://schemas.openxmlformats.org/drawingml/2006/main">
            <a:off x="1143000" y="69723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04</a:t>
            </a:r>
          </a:p>
        </p:txBody>
      </p:sp>
      <p:sp>
        <p:nvSpPr>
          <p:cNvPr id="18" name="step-title-3">
            <a:extLst xmlns:a="http://schemas.openxmlformats.org/drawingml/2006/main">
              <a:ext uri="{FF2B5EF4-FFF2-40B4-BE49-F238E27FC236}">
                <a16:creationId xmlns:a16="http://schemas.microsoft.com/office/drawing/2014/main" id="{E3252209-3F64-4495-914C-8462B8442A7D}"/>
              </a:ext>
            </a:extLst>
          </p:cNvPr>
          <p:cNvSpPr>
            <a:spLocks xmlns:a="http://schemas.openxmlformats.org/drawingml/2006/main" noGrp="1"/>
          </p:cNvSpPr>
          <p:nvPr/>
        </p:nvSpPr>
        <p:spPr>
          <a:xfrm xmlns:a="http://schemas.openxmlformats.org/drawingml/2006/main">
            <a:off x="2190750" y="69723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보고서 근거 검증</a:t>
            </a:r>
          </a:p>
        </p:txBody>
      </p:sp>
      <p:sp>
        <p:nvSpPr>
          <p:cNvPr id="19" name="step-description-3">
            <a:extLst xmlns:a="http://schemas.openxmlformats.org/drawingml/2006/main">
              <a:ext uri="{FF2B5EF4-FFF2-40B4-BE49-F238E27FC236}">
                <a16:creationId xmlns:a16="http://schemas.microsoft.com/office/drawing/2014/main" id="{851E5AF6-22FC-40FB-80E2-00CC095055D4}"/>
              </a:ext>
            </a:extLst>
          </p:cNvPr>
          <p:cNvSpPr>
            <a:spLocks xmlns:a="http://schemas.openxmlformats.org/drawingml/2006/main" noGrp="1"/>
          </p:cNvSpPr>
          <p:nvPr/>
        </p:nvSpPr>
        <p:spPr>
          <a:xfrm xmlns:a="http://schemas.openxmlformats.org/drawingml/2006/main">
            <a:off x="2190750" y="75628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수치·출처·조치 검사, 작성 최대 3회</a:t>
            </a:r>
          </a:p>
        </p:txBody>
      </p:sp>
      <p:pic>
        <p:nvPicPr>
          <p:cNvPr id="20" name="">
            <a:extLst xmlns:a="http://schemas.openxmlformats.org/drawingml/2006/main">
              <a:ext uri="{FF2B5EF4-FFF2-40B4-BE49-F238E27FC236}">
                <a16:creationId xmlns:a16="http://schemas.microsoft.com/office/drawing/2014/main" id="{24D7E3C0-357C-4234-ACF9-D87BA661E2D6}"/>
              </a:ext>
            </a:extLst>
          </p:cNvPr>
          <p:cNvPicPr>
            <a:picLocks xmlns:a="http://schemas.openxmlformats.org/drawingml/2006/main" noChangeAspect="1"/>
          </p:cNvPicPr>
          <p:nvPr/>
        </p:nvPicPr>
        <p:blipFill>
          <a:blip xmlns:r="http://schemas.openxmlformats.org/officeDocument/2006/relationships" xmlns:a="http://schemas.openxmlformats.org/drawingml/2006/main" r:embed="R64d6d1d53a694e8f"/>
          <a:srcRect xmlns:a="http://schemas.openxmlformats.org/drawingml/2006/main" l="19000" t="41000" r="24000" b="9000"/>
          <a:stretch xmlns:a="http://schemas.openxmlformats.org/drawingml/2006/main"/>
        </p:blipFill>
        <p:spPr>
          <a:xfrm xmlns:a="http://schemas.openxmlformats.org/drawingml/2006/main">
            <a:off x="8572500" y="3371850"/>
            <a:ext cx="8572500" cy="4229852"/>
          </a:xfrm>
          <a:prstGeom xmlns:a="http://schemas.openxmlformats.org/drawingml/2006/main" prst="rect">
            <a:avLst/>
          </a:prstGeom>
        </p:spPr>
      </p:pic>
      <p:sp>
        <p:nvSpPr>
          <p:cNvPr id="21" name="investigation-result">
            <a:extLst xmlns:a="http://schemas.openxmlformats.org/drawingml/2006/main">
              <a:ext uri="{FF2B5EF4-FFF2-40B4-BE49-F238E27FC236}">
                <a16:creationId xmlns:a16="http://schemas.microsoft.com/office/drawing/2014/main" id="{FF6B34C6-3254-493B-A186-4E4095AA2F71}"/>
              </a:ext>
            </a:extLst>
          </p:cNvPr>
          <p:cNvSpPr>
            <a:spLocks xmlns:a="http://schemas.openxmlformats.org/drawingml/2006/main" noGrp="1"/>
          </p:cNvSpPr>
          <p:nvPr/>
        </p:nvSpPr>
        <p:spPr>
          <a:xfrm xmlns:a="http://schemas.openxmlformats.org/drawingml/2006/main">
            <a:off x="8572500" y="7848600"/>
            <a:ext cx="857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087F7A"/>
                </a:solidFill>
                <a:latin typeface="Noto Sans Bold"/>
                <a:ea typeface="Noto Sans Bold"/>
                <a:cs typeface="Noto Sans Bold"/>
              </a:defRPr>
            </a:defPPr>
            <a:lvl1pPr algn="l">
              <a:buNone/>
              <a:defRPr sz="2100" b="1">
                <a:solidFill>
                  <a:srgbClr val="087F7A"/>
                </a:solidFill>
                <a:latin typeface="Noto Sans Bold"/>
                <a:ea typeface="Noto Sans Bold"/>
                <a:cs typeface="Noto Sans Bold"/>
              </a:defRPr>
            </a:lvl1pPr>
            <a:lvl2pPr algn="l">
              <a:buNone/>
              <a:defRPr sz="2100" b="1">
                <a:solidFill>
                  <a:srgbClr val="087F7A"/>
                </a:solidFill>
                <a:latin typeface="Noto Sans Bold"/>
                <a:ea typeface="Noto Sans Bold"/>
                <a:cs typeface="Noto Sans Bold"/>
              </a:defRPr>
            </a:lvl2pPr>
            <a:lvl3pPr algn="l">
              <a:buNone/>
              <a:defRPr sz="2100" b="1">
                <a:solidFill>
                  <a:srgbClr val="087F7A"/>
                </a:solidFill>
                <a:latin typeface="Noto Sans Bold"/>
                <a:ea typeface="Noto Sans Bold"/>
                <a:cs typeface="Noto Sans Bold"/>
              </a:defRPr>
            </a:lvl3pPr>
            <a:lvl4pPr algn="l">
              <a:buNone/>
              <a:defRPr sz="2100" b="1">
                <a:solidFill>
                  <a:srgbClr val="087F7A"/>
                </a:solidFill>
                <a:latin typeface="Noto Sans Bold"/>
                <a:ea typeface="Noto Sans Bold"/>
                <a:cs typeface="Noto Sans Bold"/>
              </a:defRPr>
            </a:lvl4pPr>
            <a:lvl5pPr algn="l">
              <a:buNone/>
              <a:defRPr sz="2100" b="1">
                <a:solidFill>
                  <a:srgbClr val="087F7A"/>
                </a:solidFill>
                <a:latin typeface="Noto Sans Bold"/>
                <a:ea typeface="Noto Sans Bold"/>
                <a:cs typeface="Noto Sans Bold"/>
              </a:defRPr>
            </a:lvl5pPr>
            <a:lvl6pPr algn="l">
              <a:buNone/>
              <a:defRPr sz="2100" b="1">
                <a:solidFill>
                  <a:srgbClr val="087F7A"/>
                </a:solidFill>
                <a:latin typeface="Noto Sans Bold"/>
                <a:ea typeface="Noto Sans Bold"/>
                <a:cs typeface="Noto Sans Bold"/>
              </a:defRPr>
            </a:lvl6pPr>
            <a:lvl7pPr algn="l">
              <a:buNone/>
              <a:defRPr sz="2100" b="1">
                <a:solidFill>
                  <a:srgbClr val="087F7A"/>
                </a:solidFill>
                <a:latin typeface="Noto Sans Bold"/>
                <a:ea typeface="Noto Sans Bold"/>
                <a:cs typeface="Noto Sans Bold"/>
              </a:defRPr>
            </a:lvl7pPr>
            <a:lvl8pPr algn="l">
              <a:buNone/>
              <a:defRPr sz="2100" b="1">
                <a:solidFill>
                  <a:srgbClr val="087F7A"/>
                </a:solidFill>
                <a:latin typeface="Noto Sans Bold"/>
                <a:ea typeface="Noto Sans Bold"/>
                <a:cs typeface="Noto Sans Bold"/>
              </a:defRPr>
            </a:lvl8pPr>
            <a:lvl9pPr algn="l">
              <a:buNone/>
              <a:defRPr sz="2100" b="1">
                <a:solidFill>
                  <a:srgbClr val="087F7A"/>
                </a:solidFill>
                <a:latin typeface="Noto Sans Bold"/>
                <a:ea typeface="Noto Sans Bold"/>
                <a:cs typeface="Noto Sans Bold"/>
              </a:defRPr>
            </a:lvl9pPr>
          </a:lstStyle>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화면에 남기는 기록</a:t>
            </a:r>
          </a:p>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조사 이유·관측·판단 전후·종료 이유</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08</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화면·백엔드·AI의 책임을 나누고, 조회와 평가 경로를 연결했습니다.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0FB52F66-668F-4442-B0C5-D33100E62BC6}"/>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A1713870-F5C9-454A-B6B2-D7AAF40A9CBE}"/>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AA8A6FB2-41A7-40AB-8EF7-81038147B59F}"/>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937475E4-CBB4-4930-959E-BA8C7C047E96}"/>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E5C2F2B4-3F03-4B2C-8D49-339D0C862380}"/>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B832E522-3599-49F5-B9F4-F812448FF966}"/>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F6114A70-0558-411C-A32F-CCD930EBFFF9}"/>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1D05C341-4BF0-4BB8-BACA-2776BEE23012}"/>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88438076-CD21-4278-8EC0-5E02E4FB2B7C}"/>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근거 수집·가설 조사</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사실·조치 조건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48823AC2-BC8A-4728-AC06-5BE5B9FA6A57}"/>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적용 기술</a:t>
            </a:r>
          </a:p>
        </p:txBody>
      </p:sp>
      <p:sp>
        <p:nvSpPr>
          <p:cNvPr id="2" name="page-number">
            <a:extLst xmlns:a="http://schemas.openxmlformats.org/drawingml/2006/main">
              <a:ext uri="{FF2B5EF4-FFF2-40B4-BE49-F238E27FC236}">
                <a16:creationId xmlns:a16="http://schemas.microsoft.com/office/drawing/2014/main" id="{181C0CB7-57CB-4F7F-A842-942F82555B5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08</a:t>
            </a:r>
          </a:p>
        </p:txBody>
      </p:sp>
      <p:sp>
        <p:nvSpPr>
          <p:cNvPr id="3" name="slide-title">
            <a:extLst xmlns:a="http://schemas.openxmlformats.org/drawingml/2006/main">
              <a:ext uri="{FF2B5EF4-FFF2-40B4-BE49-F238E27FC236}">
                <a16:creationId xmlns:a16="http://schemas.microsoft.com/office/drawing/2014/main" id="{DCADAED7-9485-4148-9713-803C9DFFED4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적용 기술과 역할 분리</a:t>
            </a:r>
          </a:p>
        </p:txBody>
      </p:sp>
      <p:sp>
        <p:nvSpPr>
          <p:cNvPr id="4" name="slide-subtitle">
            <a:extLst xmlns:a="http://schemas.openxmlformats.org/drawingml/2006/main">
              <a:ext uri="{FF2B5EF4-FFF2-40B4-BE49-F238E27FC236}">
                <a16:creationId xmlns:a16="http://schemas.microsoft.com/office/drawing/2014/main" id="{92EB8887-F8B6-4E09-8824-3B2878C0964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코드가 사실을 확인하고, 별도 평가자가 답변의 품질을 평가합니다.</a:t>
            </a:r>
          </a:p>
        </p:txBody>
      </p:sp>
      <p:sp>
        <p:nvSpPr>
          <p:cNvPr id="5" name="scope-note">
            <a:extLst xmlns:a="http://schemas.openxmlformats.org/drawingml/2006/main">
              <a:ext uri="{FF2B5EF4-FFF2-40B4-BE49-F238E27FC236}">
                <a16:creationId xmlns:a16="http://schemas.microsoft.com/office/drawing/2014/main" id="{A93B8800-87BB-4DCA-9716-CB5F5270262F}"/>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전문 조회는 도구·검색 역할 / 각 단계의 책임을 모듈과 계약으로 구분</a:t>
            </a:r>
          </a:p>
        </p:txBody>
      </p:sp>
      <p:cxnSp>
        <p:nvCxnSpPr>
          <p:cNvPr id="6" name="footer-rule">
            <a:extLst xmlns:a="http://schemas.openxmlformats.org/drawingml/2006/main">
              <a:ext uri="{FF2B5EF4-FFF2-40B4-BE49-F238E27FC236}">
                <a16:creationId xmlns:a16="http://schemas.microsoft.com/office/drawing/2014/main" id="{4D2874E0-56D1-4A37-9B92-2481CD3F909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A556D265-10E4-4270-BDC8-1D35C6730C7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technical-takeaway">
            <a:extLst xmlns:a="http://schemas.openxmlformats.org/drawingml/2006/main">
              <a:ext uri="{FF2B5EF4-FFF2-40B4-BE49-F238E27FC236}">
                <a16:creationId xmlns:a16="http://schemas.microsoft.com/office/drawing/2014/main" id="{69F2F560-953E-4F4A-90F4-C161FA29AD20}"/>
              </a:ext>
            </a:extLst>
          </p:cNvPr>
          <p:cNvSpPr>
            <a:spLocks xmlns:a="http://schemas.openxmlformats.org/drawingml/2006/main" noGrp="1"/>
          </p:cNvSpPr>
          <p:nvPr/>
        </p:nvSpPr>
        <p:spPr>
          <a:xfrm xmlns:a="http://schemas.openxmlformats.org/drawingml/2006/main">
            <a:off x="1143000" y="3571875"/>
            <a:ext cx="4953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실행 중 사실 검사와</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별도 품질 평가</a:t>
            </a:r>
          </a:p>
        </p:txBody>
      </p:sp>
      <p:sp>
        <p:nvSpPr>
          <p:cNvPr id="9" name="technical-explanation">
            <a:extLst xmlns:a="http://schemas.openxmlformats.org/drawingml/2006/main">
              <a:ext uri="{FF2B5EF4-FFF2-40B4-BE49-F238E27FC236}">
                <a16:creationId xmlns:a16="http://schemas.microsoft.com/office/drawing/2014/main" id="{2E9E9D2D-6ADD-4AC0-A4C2-3433426941F8}"/>
              </a:ext>
            </a:extLst>
          </p:cNvPr>
          <p:cNvSpPr>
            <a:spLocks xmlns:a="http://schemas.openxmlformats.org/drawingml/2006/main" noGrp="1"/>
          </p:cNvSpPr>
          <p:nvPr/>
        </p:nvSpPr>
        <p:spPr>
          <a:xfrm xmlns:a="http://schemas.openxmlformats.org/drawingml/2006/main">
            <a:off x="1143000" y="5334000"/>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대상·수치·출처·조치 조건은</a:t>
            </a:r>
          </a:p>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코드가 확인합니다.</a:t>
            </a:r>
          </a:p>
        </p:txBody>
      </p:sp>
      <p:sp>
        <p:nvSpPr>
          <p:cNvPr id="10" name="quality-label">
            <a:extLst xmlns:a="http://schemas.openxmlformats.org/drawingml/2006/main">
              <a:ext uri="{FF2B5EF4-FFF2-40B4-BE49-F238E27FC236}">
                <a16:creationId xmlns:a16="http://schemas.microsoft.com/office/drawing/2014/main" id="{88A4C643-6BA7-496A-894E-2D918E57521B}"/>
              </a:ext>
            </a:extLst>
          </p:cNvPr>
          <p:cNvSpPr>
            <a:spLocks xmlns:a="http://schemas.openxmlformats.org/drawingml/2006/main" noGrp="1"/>
          </p:cNvSpPr>
          <p:nvPr/>
        </p:nvSpPr>
        <p:spPr>
          <a:xfrm xmlns:a="http://schemas.openxmlformats.org/drawingml/2006/main">
            <a:off x="1143000" y="70866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모듈화 · 의존성 주입</a:t>
            </a:r>
          </a:p>
        </p:txBody>
      </p:sp>
      <p:sp>
        <p:nvSpPr>
          <p:cNvPr id="11" name="quality-description">
            <a:extLst xmlns:a="http://schemas.openxmlformats.org/drawingml/2006/main">
              <a:ext uri="{FF2B5EF4-FFF2-40B4-BE49-F238E27FC236}">
                <a16:creationId xmlns:a16="http://schemas.microsoft.com/office/drawing/2014/main" id="{ED11E8AC-EFE4-4D25-BE48-A18440CB728C}"/>
              </a:ext>
            </a:extLst>
          </p:cNvPr>
          <p:cNvSpPr>
            <a:spLocks xmlns:a="http://schemas.openxmlformats.org/drawingml/2006/main" noGrp="1"/>
          </p:cNvSpPr>
          <p:nvPr/>
        </p:nvSpPr>
        <p:spPr>
          <a:xfrm xmlns:a="http://schemas.openxmlformats.org/drawingml/2006/main">
            <a:off x="1143000" y="76676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566A80"/>
                </a:solidFill>
                <a:latin typeface="Noto Sans Kr"/>
                <a:ea typeface="Noto Sans Kr"/>
                <a:cs typeface="Noto Sans Kr"/>
              </a:defRPr>
            </a:defPPr>
            <a:lvl1pPr algn="l">
              <a:buNone/>
              <a:defRPr sz="2100" b="0">
                <a:solidFill>
                  <a:srgbClr val="566A80"/>
                </a:solidFill>
                <a:latin typeface="Noto Sans Kr"/>
                <a:ea typeface="Noto Sans Kr"/>
                <a:cs typeface="Noto Sans Kr"/>
              </a:defRPr>
            </a:lvl1pPr>
            <a:lvl2pPr algn="l">
              <a:buNone/>
              <a:defRPr sz="2100" b="0">
                <a:solidFill>
                  <a:srgbClr val="566A80"/>
                </a:solidFill>
                <a:latin typeface="Noto Sans Kr"/>
                <a:ea typeface="Noto Sans Kr"/>
                <a:cs typeface="Noto Sans Kr"/>
              </a:defRPr>
            </a:lvl2pPr>
            <a:lvl3pPr algn="l">
              <a:buNone/>
              <a:defRPr sz="2100" b="0">
                <a:solidFill>
                  <a:srgbClr val="566A80"/>
                </a:solidFill>
                <a:latin typeface="Noto Sans Kr"/>
                <a:ea typeface="Noto Sans Kr"/>
                <a:cs typeface="Noto Sans Kr"/>
              </a:defRPr>
            </a:lvl3pPr>
            <a:lvl4pPr algn="l">
              <a:buNone/>
              <a:defRPr sz="2100" b="0">
                <a:solidFill>
                  <a:srgbClr val="566A80"/>
                </a:solidFill>
                <a:latin typeface="Noto Sans Kr"/>
                <a:ea typeface="Noto Sans Kr"/>
                <a:cs typeface="Noto Sans Kr"/>
              </a:defRPr>
            </a:lvl4pPr>
            <a:lvl5pPr algn="l">
              <a:buNone/>
              <a:defRPr sz="2100" b="0">
                <a:solidFill>
                  <a:srgbClr val="566A80"/>
                </a:solidFill>
                <a:latin typeface="Noto Sans Kr"/>
                <a:ea typeface="Noto Sans Kr"/>
                <a:cs typeface="Noto Sans Kr"/>
              </a:defRPr>
            </a:lvl5pPr>
            <a:lvl6pPr algn="l">
              <a:buNone/>
              <a:defRPr sz="2100" b="0">
                <a:solidFill>
                  <a:srgbClr val="566A80"/>
                </a:solidFill>
                <a:latin typeface="Noto Sans Kr"/>
                <a:ea typeface="Noto Sans Kr"/>
                <a:cs typeface="Noto Sans Kr"/>
              </a:defRPr>
            </a:lvl6pPr>
            <a:lvl7pPr algn="l">
              <a:buNone/>
              <a:defRPr sz="2100" b="0">
                <a:solidFill>
                  <a:srgbClr val="566A80"/>
                </a:solidFill>
                <a:latin typeface="Noto Sans Kr"/>
                <a:ea typeface="Noto Sans Kr"/>
                <a:cs typeface="Noto Sans Kr"/>
              </a:defRPr>
            </a:lvl7pPr>
            <a:lvl8pPr algn="l">
              <a:buNone/>
              <a:defRPr sz="2100" b="0">
                <a:solidFill>
                  <a:srgbClr val="566A80"/>
                </a:solidFill>
                <a:latin typeface="Noto Sans Kr"/>
                <a:ea typeface="Noto Sans Kr"/>
                <a:cs typeface="Noto Sans Kr"/>
              </a:defRPr>
            </a:lvl8pPr>
            <a:lvl9pPr algn="l">
              <a:buNone/>
              <a:defRPr sz="2100" b="0">
                <a:solidFill>
                  <a:srgbClr val="566A80"/>
                </a:solidFill>
                <a:latin typeface="Noto Sans Kr"/>
                <a:ea typeface="Noto Sans Kr"/>
                <a:cs typeface="Noto Sans Kr"/>
              </a:defRPr>
            </a:lvl9pPr>
          </a:lstStyle>
          <a:p xmlns:a="http://schemas.openxmlformats.org/drawingml/2006/main">
            <a:pPr algn="l">
              <a:buNone/>
              <a:defRPr sz="2100" b="0">
                <a:solidFill>
                  <a:srgbClr val="566A80"/>
                </a:solidFill>
                <a:latin typeface="Noto Sans Kr"/>
                <a:ea typeface="Noto Sans Kr"/>
                <a:cs typeface="Noto Sans Kr"/>
              </a:defRPr>
            </a:pPr>
            <a:r>
              <a:rPr sz="2100" b="0">
                <a:solidFill>
                  <a:srgbClr val="566A80"/>
                </a:solidFill>
                <a:latin typeface="Noto Sans Kr"/>
                <a:ea typeface="Noto Sans Kr"/>
                <a:cs typeface="Noto Sans Kr"/>
              </a:rPr>
              <a:t>단위·API 테스트로 책임별 검증</a:t>
            </a:r>
          </a:p>
        </p:txBody>
      </p:sp>
      <p:graphicFrame>
        <p:nvGraphicFramePr>
          <p:cNvPr id="12" name="">
            <a:extLst xmlns:a="http://schemas.openxmlformats.org/drawingml/2006/main">
              <a:ext uri="{FF2B5EF4-FFF2-40B4-BE49-F238E27FC236}">
                <a16:creationId xmlns:a16="http://schemas.microsoft.com/office/drawing/2014/main" id="{F3EA304C-696F-4183-830C-F442BAB5CD6B}"/>
              </a:ext>
            </a:extLst>
          </p:cNvPr>
          <p:cNvGraphicFramePr/>
          <p:nvPr/>
        </p:nvGraphicFramePr>
        <p:xfrm>
          <a:off xmlns:a="http://schemas.openxmlformats.org/drawingml/2006/main" x="6858000" y="3333750"/>
          <a:ext xmlns:a="http://schemas.openxmlformats.org/drawingml/2006/main" cx="10287000" cy="5219700"/>
        </p:xfrm>
        <a:graphic xmlns:a="http://schemas.openxmlformats.org/drawingml/2006/main">
          <a:graphicData uri="http://schemas.openxmlformats.org/drawingml/2006/table">
            <a:tbl>
              <a:tblPr firstRow="0" bandRow="0"/>
              <a:tblGrid>
                <a:gridCol w="3143250"/>
                <a:gridCol w="7143750"/>
              </a:tblGrid>
              <a:tr h="647700">
                <a:tc>
                  <a:txBody>
                    <a:bodyPr/>
                    <a:lstStyle/>
                    <a:p>
                      <a:r>
                        <a:rPr sz="2025" b="1">
                          <a:solidFill>
                            <a:srgbClr val="FFFFFF"/>
                          </a:solidFill>
                          <a:latin typeface="Noto Sans Bold"/>
                          <a:ea typeface="Noto Sans Bold"/>
                          <a:cs typeface="Noto Sans Bold"/>
                        </a:rPr>
                        <a:t>기술</a:t>
                      </a:r>
                    </a:p>
                  </a:txBody>
                  <a:tcPr marL="266700" marR="228600" marT="57150" marB="5715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역할</a:t>
                      </a:r>
                    </a:p>
                  </a:txBody>
                  <a:tcPr marL="266700" marR="228600" marT="57150" marB="5715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914400">
                <a:tc>
                  <a:txBody>
                    <a:bodyPr/>
                    <a:lstStyle/>
                    <a:p>
                      <a:r>
                        <a:rPr sz="2250">
                          <a:solidFill>
                            <a:srgbClr val="122C46"/>
                          </a:solidFill>
                          <a:latin typeface="Noto Sans Kr"/>
                          <a:ea typeface="Noto Sans Kr"/>
                          <a:cs typeface="Noto Sans Kr"/>
                        </a:rPr>
                        <a:t>LangGraph</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전문 조회·병렬 실행</a:t>
                      </a:r>
                    </a:p>
                    <a:p>
                      <a:r>
                        <a:rPr sz="2250">
                          <a:solidFill>
                            <a:srgbClr val="122C46"/>
                          </a:solidFill>
                          <a:latin typeface="Noto Sans Kr"/>
                          <a:ea typeface="Noto Sans Kr"/>
                          <a:cs typeface="Noto Sans Kr"/>
                        </a:rPr>
                        <a:t>조건부 조사와 재계획</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MCP</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Tool 조회 / Resource 원문</a:t>
                      </a:r>
                    </a:p>
                    <a:p>
                      <a:r>
                        <a:rPr sz="2250">
                          <a:solidFill>
                            <a:srgbClr val="122C46"/>
                          </a:solidFill>
                          <a:latin typeface="Noto Sans Kr"/>
                          <a:ea typeface="Noto Sans Kr"/>
                          <a:cs typeface="Noto Sans Kr"/>
                        </a:rPr>
                        <a:t>Prompt 조사 절차</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RAG</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FastEmbed · SQLite 벡터</a:t>
                      </a:r>
                    </a:p>
                    <a:p>
                      <a:r>
                        <a:rPr sz="2250">
                          <a:solidFill>
                            <a:srgbClr val="122C46"/>
                          </a:solidFill>
                          <a:latin typeface="Noto Sans Kr"/>
                          <a:ea typeface="Noto Sans Kr"/>
                          <a:cs typeface="Noto Sans Kr"/>
                        </a:rPr>
                        <a:t>NumPy 코사인 검색</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LCEL · 검증</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보고서 후보 작성 최대 3회</a:t>
                      </a:r>
                    </a:p>
                    <a:p>
                      <a:r>
                        <a:rPr sz="2250">
                          <a:solidFill>
                            <a:srgbClr val="122C46"/>
                          </a:solidFill>
                          <a:latin typeface="Noto Sans Kr"/>
                          <a:ea typeface="Noto Sans Kr"/>
                          <a:cs typeface="Noto Sans Kr"/>
                        </a:rPr>
                        <a:t>실패 시 확인한 관측만 안내</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Judge · LangSmith</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별도 5개 기준 품질 평가</a:t>
                      </a:r>
                    </a:p>
                    <a:p>
                      <a:r>
                        <a:rPr sz="2250">
                          <a:solidFill>
                            <a:srgbClr val="122C46"/>
                          </a:solidFill>
                          <a:latin typeface="Noto Sans Kr"/>
                          <a:ea typeface="Noto Sans Kr"/>
                          <a:cs typeface="Noto Sans Kr"/>
                        </a:rPr>
                        <a:t>원격 실행·토큰·점수 재조회</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04242AAC-0E7B-4CC4-8DE6-B6FCAF0D73B3}"/>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실제 검증</a:t>
            </a:r>
          </a:p>
        </p:txBody>
      </p:sp>
      <p:sp>
        <p:nvSpPr>
          <p:cNvPr id="2" name="page-number">
            <a:extLst xmlns:a="http://schemas.openxmlformats.org/drawingml/2006/main">
              <a:ext uri="{FF2B5EF4-FFF2-40B4-BE49-F238E27FC236}">
                <a16:creationId xmlns:a16="http://schemas.microsoft.com/office/drawing/2014/main" id="{06E6BD96-2D6A-4B51-8331-5BA42D6F6F2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08</a:t>
            </a:r>
          </a:p>
        </p:txBody>
      </p:sp>
      <p:sp>
        <p:nvSpPr>
          <p:cNvPr id="3" name="slide-title">
            <a:extLst xmlns:a="http://schemas.openxmlformats.org/drawingml/2006/main">
              <a:ext uri="{FF2B5EF4-FFF2-40B4-BE49-F238E27FC236}">
                <a16:creationId xmlns:a16="http://schemas.microsoft.com/office/drawing/2014/main" id="{CBC434A3-EA23-4ED1-B4B2-6B39D4CB205E}"/>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LLM 검증 결과</a:t>
            </a:r>
          </a:p>
        </p:txBody>
      </p:sp>
      <p:sp>
        <p:nvSpPr>
          <p:cNvPr id="4" name="slide-subtitle">
            <a:extLst xmlns:a="http://schemas.openxmlformats.org/drawingml/2006/main">
              <a:ext uri="{FF2B5EF4-FFF2-40B4-BE49-F238E27FC236}">
                <a16:creationId xmlns:a16="http://schemas.microsoft.com/office/drawing/2014/main" id="{764AC36E-133B-4A4F-BFDF-F4DB5E53BD8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기능 통과와 Judge 포함 종합 결과, 입력 거절 검증의 범위를 구분했습니다.</a:t>
            </a:r>
          </a:p>
        </p:txBody>
      </p:sp>
      <p:sp>
        <p:nvSpPr>
          <p:cNvPr id="5" name="scope-note">
            <a:extLst xmlns:a="http://schemas.openxmlformats.org/drawingml/2006/main">
              <a:ext uri="{FF2B5EF4-FFF2-40B4-BE49-F238E27FC236}">
                <a16:creationId xmlns:a16="http://schemas.microsoft.com/office/drawing/2014/main" id="{E9FC8303-6363-4EE7-8492-C28AC11B320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기록 / 실제 Ollama 계획·작성·Judge / 관측은 교육용 합성 데이터</a:t>
            </a:r>
          </a:p>
        </p:txBody>
      </p:sp>
      <p:cxnSp>
        <p:nvCxnSpPr>
          <p:cNvPr id="6" name="footer-rule">
            <a:extLst xmlns:a="http://schemas.openxmlformats.org/drawingml/2006/main">
              <a:ext uri="{FF2B5EF4-FFF2-40B4-BE49-F238E27FC236}">
                <a16:creationId xmlns:a16="http://schemas.microsoft.com/office/drawing/2014/main" id="{05F6568B-5E18-43AC-85BF-5DA1958B0DA2}"/>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A46CE34-0804-430B-864C-ACD2113D301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esult-metric-0">
            <a:extLst xmlns:a="http://schemas.openxmlformats.org/drawingml/2006/main">
              <a:ext uri="{FF2B5EF4-FFF2-40B4-BE49-F238E27FC236}">
                <a16:creationId xmlns:a16="http://schemas.microsoft.com/office/drawing/2014/main" id="{2E110285-CEA7-43FF-9772-C22722C5D90A}"/>
              </a:ext>
            </a:extLst>
          </p:cNvPr>
          <p:cNvSpPr>
            <a:spLocks xmlns:a="http://schemas.openxmlformats.org/drawingml/2006/main" noGrp="1"/>
          </p:cNvSpPr>
          <p:nvPr/>
        </p:nvSpPr>
        <p:spPr>
          <a:xfrm xmlns:a="http://schemas.openxmlformats.org/drawingml/2006/main">
            <a:off x="1143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2B5BEB"/>
                </a:solidFill>
                <a:latin typeface="Noto Sans Bold"/>
                <a:ea typeface="Noto Sans Bold"/>
                <a:cs typeface="Noto Sans Bold"/>
              </a:defRPr>
            </a:defPPr>
            <a:lvl1pPr algn="l">
              <a:buNone/>
              <a:defRPr sz="8250" b="1">
                <a:solidFill>
                  <a:srgbClr val="2B5BEB"/>
                </a:solidFill>
                <a:latin typeface="Noto Sans Bold"/>
                <a:ea typeface="Noto Sans Bold"/>
                <a:cs typeface="Noto Sans Bold"/>
              </a:defRPr>
            </a:lvl1pPr>
            <a:lvl2pPr algn="l">
              <a:buNone/>
              <a:defRPr sz="8250" b="1">
                <a:solidFill>
                  <a:srgbClr val="2B5BEB"/>
                </a:solidFill>
                <a:latin typeface="Noto Sans Bold"/>
                <a:ea typeface="Noto Sans Bold"/>
                <a:cs typeface="Noto Sans Bold"/>
              </a:defRPr>
            </a:lvl2pPr>
            <a:lvl3pPr algn="l">
              <a:buNone/>
              <a:defRPr sz="8250" b="1">
                <a:solidFill>
                  <a:srgbClr val="2B5BEB"/>
                </a:solidFill>
                <a:latin typeface="Noto Sans Bold"/>
                <a:ea typeface="Noto Sans Bold"/>
                <a:cs typeface="Noto Sans Bold"/>
              </a:defRPr>
            </a:lvl3pPr>
            <a:lvl4pPr algn="l">
              <a:buNone/>
              <a:defRPr sz="8250" b="1">
                <a:solidFill>
                  <a:srgbClr val="2B5BEB"/>
                </a:solidFill>
                <a:latin typeface="Noto Sans Bold"/>
                <a:ea typeface="Noto Sans Bold"/>
                <a:cs typeface="Noto Sans Bold"/>
              </a:defRPr>
            </a:lvl4pPr>
            <a:lvl5pPr algn="l">
              <a:buNone/>
              <a:defRPr sz="8250" b="1">
                <a:solidFill>
                  <a:srgbClr val="2B5BEB"/>
                </a:solidFill>
                <a:latin typeface="Noto Sans Bold"/>
                <a:ea typeface="Noto Sans Bold"/>
                <a:cs typeface="Noto Sans Bold"/>
              </a:defRPr>
            </a:lvl5pPr>
            <a:lvl6pPr algn="l">
              <a:buNone/>
              <a:defRPr sz="8250" b="1">
                <a:solidFill>
                  <a:srgbClr val="2B5BEB"/>
                </a:solidFill>
                <a:latin typeface="Noto Sans Bold"/>
                <a:ea typeface="Noto Sans Bold"/>
                <a:cs typeface="Noto Sans Bold"/>
              </a:defRPr>
            </a:lvl6pPr>
            <a:lvl7pPr algn="l">
              <a:buNone/>
              <a:defRPr sz="8250" b="1">
                <a:solidFill>
                  <a:srgbClr val="2B5BEB"/>
                </a:solidFill>
                <a:latin typeface="Noto Sans Bold"/>
                <a:ea typeface="Noto Sans Bold"/>
                <a:cs typeface="Noto Sans Bold"/>
              </a:defRPr>
            </a:lvl7pPr>
            <a:lvl8pPr algn="l">
              <a:buNone/>
              <a:defRPr sz="8250" b="1">
                <a:solidFill>
                  <a:srgbClr val="2B5BEB"/>
                </a:solidFill>
                <a:latin typeface="Noto Sans Bold"/>
                <a:ea typeface="Noto Sans Bold"/>
                <a:cs typeface="Noto Sans Bold"/>
              </a:defRPr>
            </a:lvl8pPr>
            <a:lvl9pPr algn="l">
              <a:buNone/>
              <a:defRPr sz="8250" b="1">
                <a:solidFill>
                  <a:srgbClr val="2B5BEB"/>
                </a:solidFill>
                <a:latin typeface="Noto Sans Bold"/>
                <a:ea typeface="Noto Sans Bold"/>
                <a:cs typeface="Noto Sans Bold"/>
              </a:defRPr>
            </a:lvl9pPr>
          </a:lstStyle>
          <a:p xmlns:a="http://schemas.openxmlformats.org/drawingml/2006/main">
            <a:pPr algn="l">
              <a:buNone/>
              <a:defRPr sz="8250" b="1">
                <a:solidFill>
                  <a:srgbClr val="2B5BEB"/>
                </a:solidFill>
                <a:latin typeface="Noto Sans Bold"/>
                <a:ea typeface="Noto Sans Bold"/>
                <a:cs typeface="Noto Sans Bold"/>
              </a:defRPr>
            </a:pPr>
            <a:r>
              <a:rPr sz="8250" b="1">
                <a:solidFill>
                  <a:srgbClr val="2B5BEB"/>
                </a:solidFill>
                <a:latin typeface="Noto Sans Bold"/>
                <a:ea typeface="Noto Sans Bold"/>
                <a:cs typeface="Noto Sans Bold"/>
              </a:rPr>
              <a:t>99</a:t>
            </a:r>
          </a:p>
        </p:txBody>
      </p:sp>
      <p:sp>
        <p:nvSpPr>
          <p:cNvPr id="9" name="result-label-0">
            <a:extLst xmlns:a="http://schemas.openxmlformats.org/drawingml/2006/main">
              <a:ext uri="{FF2B5EF4-FFF2-40B4-BE49-F238E27FC236}">
                <a16:creationId xmlns:a16="http://schemas.microsoft.com/office/drawing/2014/main" id="{80D687AD-BEC0-4BB5-87A8-180D292CE561}"/>
              </a:ext>
            </a:extLst>
          </p:cNvPr>
          <p:cNvSpPr>
            <a:spLocks xmlns:a="http://schemas.openxmlformats.org/drawingml/2006/main" noGrp="1"/>
          </p:cNvSpPr>
          <p:nvPr/>
        </p:nvSpPr>
        <p:spPr>
          <a:xfrm xmlns:a="http://schemas.openxmlformats.org/drawingml/2006/main">
            <a:off x="1143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자동 테스트 통과</a:t>
            </a:r>
          </a:p>
        </p:txBody>
      </p:sp>
      <p:sp>
        <p:nvSpPr>
          <p:cNvPr id="10" name="result-metric-1">
            <a:extLst xmlns:a="http://schemas.openxmlformats.org/drawingml/2006/main">
              <a:ext uri="{FF2B5EF4-FFF2-40B4-BE49-F238E27FC236}">
                <a16:creationId xmlns:a16="http://schemas.microsoft.com/office/drawing/2014/main" id="{59188000-2060-4F90-AE85-3B01873ACB69}"/>
              </a:ext>
            </a:extLst>
          </p:cNvPr>
          <p:cNvSpPr>
            <a:spLocks xmlns:a="http://schemas.openxmlformats.org/drawingml/2006/main" noGrp="1"/>
          </p:cNvSpPr>
          <p:nvPr/>
        </p:nvSpPr>
        <p:spPr>
          <a:xfrm xmlns:a="http://schemas.openxmlformats.org/drawingml/2006/main">
            <a:off x="6477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087F7A"/>
                </a:solidFill>
                <a:latin typeface="Noto Sans Bold"/>
                <a:ea typeface="Noto Sans Bold"/>
                <a:cs typeface="Noto Sans Bold"/>
              </a:defRPr>
            </a:defPPr>
            <a:lvl1pPr algn="l">
              <a:buNone/>
              <a:defRPr sz="8250" b="1">
                <a:solidFill>
                  <a:srgbClr val="087F7A"/>
                </a:solidFill>
                <a:latin typeface="Noto Sans Bold"/>
                <a:ea typeface="Noto Sans Bold"/>
                <a:cs typeface="Noto Sans Bold"/>
              </a:defRPr>
            </a:lvl1pPr>
            <a:lvl2pPr algn="l">
              <a:buNone/>
              <a:defRPr sz="8250" b="1">
                <a:solidFill>
                  <a:srgbClr val="087F7A"/>
                </a:solidFill>
                <a:latin typeface="Noto Sans Bold"/>
                <a:ea typeface="Noto Sans Bold"/>
                <a:cs typeface="Noto Sans Bold"/>
              </a:defRPr>
            </a:lvl2pPr>
            <a:lvl3pPr algn="l">
              <a:buNone/>
              <a:defRPr sz="8250" b="1">
                <a:solidFill>
                  <a:srgbClr val="087F7A"/>
                </a:solidFill>
                <a:latin typeface="Noto Sans Bold"/>
                <a:ea typeface="Noto Sans Bold"/>
                <a:cs typeface="Noto Sans Bold"/>
              </a:defRPr>
            </a:lvl3pPr>
            <a:lvl4pPr algn="l">
              <a:buNone/>
              <a:defRPr sz="8250" b="1">
                <a:solidFill>
                  <a:srgbClr val="087F7A"/>
                </a:solidFill>
                <a:latin typeface="Noto Sans Bold"/>
                <a:ea typeface="Noto Sans Bold"/>
                <a:cs typeface="Noto Sans Bold"/>
              </a:defRPr>
            </a:lvl4pPr>
            <a:lvl5pPr algn="l">
              <a:buNone/>
              <a:defRPr sz="8250" b="1">
                <a:solidFill>
                  <a:srgbClr val="087F7A"/>
                </a:solidFill>
                <a:latin typeface="Noto Sans Bold"/>
                <a:ea typeface="Noto Sans Bold"/>
                <a:cs typeface="Noto Sans Bold"/>
              </a:defRPr>
            </a:lvl5pPr>
            <a:lvl6pPr algn="l">
              <a:buNone/>
              <a:defRPr sz="8250" b="1">
                <a:solidFill>
                  <a:srgbClr val="087F7A"/>
                </a:solidFill>
                <a:latin typeface="Noto Sans Bold"/>
                <a:ea typeface="Noto Sans Bold"/>
                <a:cs typeface="Noto Sans Bold"/>
              </a:defRPr>
            </a:lvl6pPr>
            <a:lvl7pPr algn="l">
              <a:buNone/>
              <a:defRPr sz="8250" b="1">
                <a:solidFill>
                  <a:srgbClr val="087F7A"/>
                </a:solidFill>
                <a:latin typeface="Noto Sans Bold"/>
                <a:ea typeface="Noto Sans Bold"/>
                <a:cs typeface="Noto Sans Bold"/>
              </a:defRPr>
            </a:lvl7pPr>
            <a:lvl8pPr algn="l">
              <a:buNone/>
              <a:defRPr sz="8250" b="1">
                <a:solidFill>
                  <a:srgbClr val="087F7A"/>
                </a:solidFill>
                <a:latin typeface="Noto Sans Bold"/>
                <a:ea typeface="Noto Sans Bold"/>
                <a:cs typeface="Noto Sans Bold"/>
              </a:defRPr>
            </a:lvl8pPr>
            <a:lvl9pPr algn="l">
              <a:buNone/>
              <a:defRPr sz="8250" b="1">
                <a:solidFill>
                  <a:srgbClr val="087F7A"/>
                </a:solidFill>
                <a:latin typeface="Noto Sans Bold"/>
                <a:ea typeface="Noto Sans Bold"/>
                <a:cs typeface="Noto Sans Bold"/>
              </a:defRPr>
            </a:lvl9pPr>
          </a:lstStyle>
          <a:p xmlns:a="http://schemas.openxmlformats.org/drawingml/2006/main">
            <a:pPr algn="l">
              <a:buNone/>
              <a:defRPr sz="8250" b="1">
                <a:solidFill>
                  <a:srgbClr val="087F7A"/>
                </a:solidFill>
                <a:latin typeface="Noto Sans Bold"/>
                <a:ea typeface="Noto Sans Bold"/>
                <a:cs typeface="Noto Sans Bold"/>
              </a:defRPr>
            </a:pPr>
            <a:r>
              <a:rPr sz="8250" b="1">
                <a:solidFill>
                  <a:srgbClr val="087F7A"/>
                </a:solidFill>
                <a:latin typeface="Noto Sans Bold"/>
                <a:ea typeface="Noto Sans Bold"/>
                <a:cs typeface="Noto Sans Bold"/>
              </a:rPr>
              <a:t>6/6</a:t>
            </a:r>
          </a:p>
        </p:txBody>
      </p:sp>
      <p:sp>
        <p:nvSpPr>
          <p:cNvPr id="11" name="result-label-1">
            <a:extLst xmlns:a="http://schemas.openxmlformats.org/drawingml/2006/main">
              <a:ext uri="{FF2B5EF4-FFF2-40B4-BE49-F238E27FC236}">
                <a16:creationId xmlns:a16="http://schemas.microsoft.com/office/drawing/2014/main" id="{94F52D24-0E89-421C-AA8C-2E2EF193F7A6}"/>
              </a:ext>
            </a:extLst>
          </p:cNvPr>
          <p:cNvSpPr>
            <a:spLocks xmlns:a="http://schemas.openxmlformats.org/drawingml/2006/main" noGrp="1"/>
          </p:cNvSpPr>
          <p:nvPr/>
        </p:nvSpPr>
        <p:spPr>
          <a:xfrm xmlns:a="http://schemas.openxmlformats.org/drawingml/2006/main">
            <a:off x="6477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가설 조사 기능*</a:t>
            </a:r>
          </a:p>
        </p:txBody>
      </p:sp>
      <p:sp>
        <p:nvSpPr>
          <p:cNvPr id="12" name="result-metric-2">
            <a:extLst xmlns:a="http://schemas.openxmlformats.org/drawingml/2006/main">
              <a:ext uri="{FF2B5EF4-FFF2-40B4-BE49-F238E27FC236}">
                <a16:creationId xmlns:a16="http://schemas.microsoft.com/office/drawing/2014/main" id="{76BBC655-95B2-47B7-8B2C-D4CBCD5F5F8C}"/>
              </a:ext>
            </a:extLst>
          </p:cNvPr>
          <p:cNvSpPr>
            <a:spLocks xmlns:a="http://schemas.openxmlformats.org/drawingml/2006/main" noGrp="1"/>
          </p:cNvSpPr>
          <p:nvPr/>
        </p:nvSpPr>
        <p:spPr>
          <a:xfrm xmlns:a="http://schemas.openxmlformats.org/drawingml/2006/main">
            <a:off x="11811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B66A19"/>
                </a:solidFill>
                <a:latin typeface="Noto Sans Bold"/>
                <a:ea typeface="Noto Sans Bold"/>
                <a:cs typeface="Noto Sans Bold"/>
              </a:defRPr>
            </a:defPPr>
            <a:lvl1pPr algn="l">
              <a:buNone/>
              <a:defRPr sz="8250" b="1">
                <a:solidFill>
                  <a:srgbClr val="B66A19"/>
                </a:solidFill>
                <a:latin typeface="Noto Sans Bold"/>
                <a:ea typeface="Noto Sans Bold"/>
                <a:cs typeface="Noto Sans Bold"/>
              </a:defRPr>
            </a:lvl1pPr>
            <a:lvl2pPr algn="l">
              <a:buNone/>
              <a:defRPr sz="8250" b="1">
                <a:solidFill>
                  <a:srgbClr val="B66A19"/>
                </a:solidFill>
                <a:latin typeface="Noto Sans Bold"/>
                <a:ea typeface="Noto Sans Bold"/>
                <a:cs typeface="Noto Sans Bold"/>
              </a:defRPr>
            </a:lvl2pPr>
            <a:lvl3pPr algn="l">
              <a:buNone/>
              <a:defRPr sz="8250" b="1">
                <a:solidFill>
                  <a:srgbClr val="B66A19"/>
                </a:solidFill>
                <a:latin typeface="Noto Sans Bold"/>
                <a:ea typeface="Noto Sans Bold"/>
                <a:cs typeface="Noto Sans Bold"/>
              </a:defRPr>
            </a:lvl3pPr>
            <a:lvl4pPr algn="l">
              <a:buNone/>
              <a:defRPr sz="8250" b="1">
                <a:solidFill>
                  <a:srgbClr val="B66A19"/>
                </a:solidFill>
                <a:latin typeface="Noto Sans Bold"/>
                <a:ea typeface="Noto Sans Bold"/>
                <a:cs typeface="Noto Sans Bold"/>
              </a:defRPr>
            </a:lvl4pPr>
            <a:lvl5pPr algn="l">
              <a:buNone/>
              <a:defRPr sz="8250" b="1">
                <a:solidFill>
                  <a:srgbClr val="B66A19"/>
                </a:solidFill>
                <a:latin typeface="Noto Sans Bold"/>
                <a:ea typeface="Noto Sans Bold"/>
                <a:cs typeface="Noto Sans Bold"/>
              </a:defRPr>
            </a:lvl5pPr>
            <a:lvl6pPr algn="l">
              <a:buNone/>
              <a:defRPr sz="8250" b="1">
                <a:solidFill>
                  <a:srgbClr val="B66A19"/>
                </a:solidFill>
                <a:latin typeface="Noto Sans Bold"/>
                <a:ea typeface="Noto Sans Bold"/>
                <a:cs typeface="Noto Sans Bold"/>
              </a:defRPr>
            </a:lvl6pPr>
            <a:lvl7pPr algn="l">
              <a:buNone/>
              <a:defRPr sz="8250" b="1">
                <a:solidFill>
                  <a:srgbClr val="B66A19"/>
                </a:solidFill>
                <a:latin typeface="Noto Sans Bold"/>
                <a:ea typeface="Noto Sans Bold"/>
                <a:cs typeface="Noto Sans Bold"/>
              </a:defRPr>
            </a:lvl7pPr>
            <a:lvl8pPr algn="l">
              <a:buNone/>
              <a:defRPr sz="8250" b="1">
                <a:solidFill>
                  <a:srgbClr val="B66A19"/>
                </a:solidFill>
                <a:latin typeface="Noto Sans Bold"/>
                <a:ea typeface="Noto Sans Bold"/>
                <a:cs typeface="Noto Sans Bold"/>
              </a:defRPr>
            </a:lvl8pPr>
            <a:lvl9pPr algn="l">
              <a:buNone/>
              <a:defRPr sz="8250" b="1">
                <a:solidFill>
                  <a:srgbClr val="B66A19"/>
                </a:solidFill>
                <a:latin typeface="Noto Sans Bold"/>
                <a:ea typeface="Noto Sans Bold"/>
                <a:cs typeface="Noto Sans Bold"/>
              </a:defRPr>
            </a:lvl9pPr>
          </a:lstStyle>
          <a:p xmlns:a="http://schemas.openxmlformats.org/drawingml/2006/main">
            <a:pPr algn="l">
              <a:buNone/>
              <a:defRPr sz="8250" b="1">
                <a:solidFill>
                  <a:srgbClr val="B66A19"/>
                </a:solidFill>
                <a:latin typeface="Noto Sans Bold"/>
                <a:ea typeface="Noto Sans Bold"/>
                <a:cs typeface="Noto Sans Bold"/>
              </a:defRPr>
            </a:pPr>
            <a:r>
              <a:rPr sz="8250" b="1">
                <a:solidFill>
                  <a:srgbClr val="B66A19"/>
                </a:solidFill>
                <a:latin typeface="Noto Sans Bold"/>
                <a:ea typeface="Noto Sans Bold"/>
                <a:cs typeface="Noto Sans Bold"/>
              </a:rPr>
              <a:t>5/6</a:t>
            </a:r>
          </a:p>
        </p:txBody>
      </p:sp>
      <p:sp>
        <p:nvSpPr>
          <p:cNvPr id="13" name="result-label-2">
            <a:extLst xmlns:a="http://schemas.openxmlformats.org/drawingml/2006/main">
              <a:ext uri="{FF2B5EF4-FFF2-40B4-BE49-F238E27FC236}">
                <a16:creationId xmlns:a16="http://schemas.microsoft.com/office/drawing/2014/main" id="{421377C3-EEC6-4CFE-B9A4-CB775E3DBDD3}"/>
              </a:ext>
            </a:extLst>
          </p:cNvPr>
          <p:cNvSpPr>
            <a:spLocks xmlns:a="http://schemas.openxmlformats.org/drawingml/2006/main" noGrp="1"/>
          </p:cNvSpPr>
          <p:nvPr/>
        </p:nvSpPr>
        <p:spPr>
          <a:xfrm xmlns:a="http://schemas.openxmlformats.org/drawingml/2006/main">
            <a:off x="11811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Judge 포함 종합*</a:t>
            </a:r>
          </a:p>
        </p:txBody>
      </p:sp>
      <p:cxnSp>
        <p:nvCxnSpPr>
          <p:cNvPr id="14" name="metric-rule-1">
            <a:extLst xmlns:a="http://schemas.openxmlformats.org/drawingml/2006/main">
              <a:ext uri="{FF2B5EF4-FFF2-40B4-BE49-F238E27FC236}">
                <a16:creationId xmlns:a16="http://schemas.microsoft.com/office/drawing/2014/main" id="{D66FC603-E5ED-4121-AEBD-2A500DA497D5}"/>
              </a:ext>
            </a:extLst>
          </p:cNvPr>
          <p:cNvCxnSpPr/>
          <p:nvPr/>
        </p:nvCxnSpPr>
        <p:spPr>
          <a:xfrm xmlns:a="http://schemas.openxmlformats.org/drawingml/2006/main">
            <a:off x="5905500" y="3476625"/>
            <a:ext cx="0" cy="1571625"/>
          </a:xfrm>
          <a:prstGeom xmlns:a="http://schemas.openxmlformats.org/drawingml/2006/main" prst="straightConnector1">
            <a:avLst/>
          </a:prstGeom>
          <a:ln xmlns:a="http://schemas.openxmlformats.org/drawingml/2006/main" w="28575">
            <a:solidFill>
              <a:srgbClr val="DDE5EE"/>
            </a:solidFill>
          </a:ln>
        </p:spPr>
      </p:cxnSp>
      <p:cxnSp>
        <p:nvCxnSpPr>
          <p:cNvPr id="15" name="metric-rule-2">
            <a:extLst xmlns:a="http://schemas.openxmlformats.org/drawingml/2006/main">
              <a:ext uri="{FF2B5EF4-FFF2-40B4-BE49-F238E27FC236}">
                <a16:creationId xmlns:a16="http://schemas.microsoft.com/office/drawing/2014/main" id="{8AD37474-2893-49D5-A617-D9D520B83C82}"/>
              </a:ext>
            </a:extLst>
          </p:cNvPr>
          <p:cNvCxnSpPr/>
          <p:nvPr/>
        </p:nvCxnSpPr>
        <p:spPr>
          <a:xfrm xmlns:a="http://schemas.openxmlformats.org/drawingml/2006/main">
            <a:off x="11239500" y="3476625"/>
            <a:ext cx="0" cy="1571625"/>
          </a:xfrm>
          <a:prstGeom xmlns:a="http://schemas.openxmlformats.org/drawingml/2006/main" prst="straightConnector1">
            <a:avLst/>
          </a:prstGeom>
          <a:ln xmlns:a="http://schemas.openxmlformats.org/drawingml/2006/main" w="28575">
            <a:solidFill>
              <a:srgbClr val="DDE5EE"/>
            </a:solidFill>
          </a:ln>
        </p:spPr>
      </p:cxnSp>
      <p:sp>
        <p:nvSpPr>
          <p:cNvPr id="16" name="metric-scope">
            <a:extLst xmlns:a="http://schemas.openxmlformats.org/drawingml/2006/main">
              <a:ext uri="{FF2B5EF4-FFF2-40B4-BE49-F238E27FC236}">
                <a16:creationId xmlns:a16="http://schemas.microsoft.com/office/drawing/2014/main" id="{AF4B6B6B-7E7D-44EE-B1F4-EB3B2A276E73}"/>
              </a:ext>
            </a:extLst>
          </p:cNvPr>
          <p:cNvSpPr>
            <a:spLocks xmlns:a="http://schemas.openxmlformats.org/drawingml/2006/main" noGrp="1"/>
          </p:cNvSpPr>
          <p:nvPr/>
        </p:nvSpPr>
        <p:spPr>
          <a:xfrm xmlns:a="http://schemas.openxmlformats.org/drawingml/2006/main">
            <a:off x="1143000" y="533400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 입력 검사 도입 전 실제 Ollama 6개 사례 평가</a:t>
            </a:r>
          </a:p>
        </p:txBody>
      </p:sp>
      <p:graphicFrame>
        <p:nvGraphicFramePr>
          <p:cNvPr id="17" name="">
            <a:extLst xmlns:a="http://schemas.openxmlformats.org/drawingml/2006/main">
              <a:ext uri="{FF2B5EF4-FFF2-40B4-BE49-F238E27FC236}">
                <a16:creationId xmlns:a16="http://schemas.microsoft.com/office/drawing/2014/main" id="{4B916CFB-E86C-44A9-BD9B-2E1660790268}"/>
              </a:ext>
            </a:extLst>
          </p:cNvPr>
          <p:cNvGraphicFramePr/>
          <p:nvPr/>
        </p:nvGraphicFramePr>
        <p:xfrm>
          <a:off xmlns:a="http://schemas.openxmlformats.org/drawingml/2006/main" x="1143000" y="5905500"/>
          <a:ext xmlns:a="http://schemas.openxmlformats.org/drawingml/2006/main" cx="16002000" cy="2590800"/>
        </p:xfrm>
        <a:graphic xmlns:a="http://schemas.openxmlformats.org/drawingml/2006/main">
          <a:graphicData uri="http://schemas.openxmlformats.org/drawingml/2006/table">
            <a:tbl>
              <a:tblPr firstRow="0" bandRow="0"/>
              <a:tblGrid>
                <a:gridCol w="3714750"/>
                <a:gridCol w="7905750"/>
                <a:gridCol w="4381500"/>
              </a:tblGrid>
              <a:tr h="533400">
                <a:tc>
                  <a:txBody>
                    <a:bodyPr/>
                    <a:lstStyle/>
                    <a:p>
                      <a:r>
                        <a:rPr sz="2025" b="1">
                          <a:solidFill>
                            <a:srgbClr val="FFFFFF"/>
                          </a:solidFill>
                          <a:latin typeface="Noto Sans Bold"/>
                          <a:ea typeface="Noto Sans Bold"/>
                          <a:cs typeface="Noto Sans Bold"/>
                        </a:rPr>
                        <a:t>검증 항목</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확인한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해석 범위</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685800">
                <a:tc>
                  <a:txBody>
                    <a:bodyPr/>
                    <a:lstStyle/>
                    <a:p>
                      <a:r>
                        <a:rPr sz="2175">
                          <a:solidFill>
                            <a:srgbClr val="122C46"/>
                          </a:solidFill>
                          <a:latin typeface="Noto Sans Kr"/>
                          <a:ea typeface="Noto Sans Kr"/>
                          <a:cs typeface="Noto Sans Kr"/>
                        </a:rPr>
                        <a:t>입력 거절</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5건, 생성 0토큰 · LLM/MCP 0회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입력 검사 도입 후</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75">
                          <a:solidFill>
                            <a:srgbClr val="122C46"/>
                          </a:solidFill>
                          <a:latin typeface="Noto Sans Kr"/>
                          <a:ea typeface="Noto Sans Kr"/>
                          <a:cs typeface="Noto Sans Kr"/>
                        </a:rPr>
                        <a:t>LangSmith 재조회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실행 6건 · 평가 점수 30개</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기존 가설 평가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75">
                          <a:solidFill>
                            <a:srgbClr val="122C46"/>
                          </a:solidFill>
                          <a:latin typeface="Noto Sans Kr"/>
                          <a:ea typeface="Noto Sans Kr"/>
                          <a:cs typeface="Noto Sans Kr"/>
                        </a:rPr>
                        <a:t>평가 실패 보존</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release 사례 Judge 기준 미달</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종합 5/6에 반영</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D8CE3078-0363-492D-8321-1D092F66BC5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AFA31181-E044-4131-8EB2-AA8A51AECA5E}"/>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08</a:t>
            </a:r>
          </a:p>
        </p:txBody>
      </p:sp>
      <p:sp>
        <p:nvSpPr>
          <p:cNvPr id="3" name="slide-title">
            <a:extLst xmlns:a="http://schemas.openxmlformats.org/drawingml/2006/main">
              <a:ext uri="{FF2B5EF4-FFF2-40B4-BE49-F238E27FC236}">
                <a16:creationId xmlns:a16="http://schemas.microsoft.com/office/drawing/2014/main" id="{FDBB3ED1-0B4E-43E8-996B-88CBC26E00F1}"/>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E8CE40A9-AABF-4D52-9204-D37F2A2E57A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현재 검증 범위와 운영 적용에 필요한 다음 단계를 함께 정리했습니다.</a:t>
            </a:r>
          </a:p>
        </p:txBody>
      </p:sp>
      <p:sp>
        <p:nvSpPr>
          <p:cNvPr id="5" name="scope-note">
            <a:extLst xmlns:a="http://schemas.openxmlformats.org/drawingml/2006/main">
              <a:ext uri="{FF2B5EF4-FFF2-40B4-BE49-F238E27FC236}">
                <a16:creationId xmlns:a16="http://schemas.microsoft.com/office/drawing/2014/main" id="{7329854A-BAED-4059-8B23-6145A4263580}"/>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지지도 인과 확정과 구분합니다.</a:t>
            </a:r>
          </a:p>
        </p:txBody>
      </p:sp>
      <p:cxnSp>
        <p:nvCxnSpPr>
          <p:cNvPr id="6" name="footer-rule">
            <a:extLst xmlns:a="http://schemas.openxmlformats.org/drawingml/2006/main">
              <a:ext uri="{FF2B5EF4-FFF2-40B4-BE49-F238E27FC236}">
                <a16:creationId xmlns:a16="http://schemas.microsoft.com/office/drawing/2014/main" id="{6AD0D53B-7B46-4CE2-A0D4-83862D1AB2AB}"/>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748AD6C6-F256-4462-96AB-16B9449F55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9C73DE21-C2E3-4BCE-BA1D-326DB9C4C2E0}"/>
              </a:ext>
            </a:extLst>
          </p:cNvPr>
          <p:cNvGraphicFramePr/>
          <p:nvPr/>
        </p:nvGraphicFramePr>
        <p:xfrm>
          <a:off xmlns:a="http://schemas.openxmlformats.org/drawingml/2006/main" x="1143000" y="3333750"/>
          <a:ext xmlns:a="http://schemas.openxmlformats.org/drawingml/2006/main" cx="16002000" cy="3619500"/>
        </p:xfrm>
        <a:graphic xmlns:a="http://schemas.openxmlformats.org/drawingml/2006/main">
          <a:graphicData uri="http://schemas.openxmlformats.org/drawingml/2006/table">
            <a:tbl>
              <a:tblPr firstRow="0" bandRow="0"/>
              <a:tblGrid>
                <a:gridCol w="8001000"/>
                <a:gridCol w="8001000"/>
              </a:tblGrid>
              <a:tr h="533400">
                <a:tc>
                  <a:txBody>
                    <a:bodyPr/>
                    <a:lstStyle/>
                    <a:p>
                      <a:r>
                        <a:rPr sz="2100" b="1">
                          <a:solidFill>
                            <a:srgbClr val="FFFFFF"/>
                          </a:solidFill>
                          <a:latin typeface="Noto Sans Bold"/>
                          <a:ea typeface="Noto Sans Bold"/>
                          <a:cs typeface="Noto Sans Bold"/>
                        </a:rPr>
                        <a:t>남은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다음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규칙 필터의 오탐·미탐</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사람 라벨로 입력 정확도 측정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CPU 세 가설·합성 관측·최대 4회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실제 모니터링 연결, 조사 범위 확장</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Judge 편향·전체 비용 효과 미측정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다른 계열·사람 평가와 비용 계측</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365A5D64-6A28-4ED2-87BC-03BE1B5A3911}"/>
              </a:ext>
            </a:extLst>
          </p:cNvPr>
          <p:cNvSpPr>
            <a:spLocks xmlns:a="http://schemas.openxmlformats.org/drawingml/2006/main" noGrp="1"/>
          </p:cNvSpPr>
          <p:nvPr/>
        </p:nvSpPr>
        <p:spPr>
          <a:xfrm xmlns:a="http://schemas.openxmlformats.org/drawingml/2006/main">
            <a:off x="1143000" y="7524750"/>
            <a:ext cx="1600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판단 조건과 근거를 남겨야,</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설명이 바뀐 이유를 검증할 수 있었습니다.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2026-10-22T04:14:10.2880000Z</dcterms:created>
  <dcterms:modified xsi:type="dcterms:W3CDTF">2026-10-22T04:14:10.2880000Z</dcterms:modified>
</coreProperties>
</file>