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b381d70a314184" /><Relationship Type="http://schemas.openxmlformats.org/officeDocument/2006/relationships/extended-properties" Target="/docProps/app.xml" Id="Re2fe1eae22554abc" /><Relationship Type="http://schemas.openxmlformats.org/officeDocument/2006/relationships/officeDocument" Target="/ppt/presentation.xml" Id="R141a319b928448d3"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bdf0c155cbd4622"/>
  </p:sldMasterIdLst>
  <p:notesMasterIdLst>
    <p:notesMasterId xmlns:r="http://schemas.openxmlformats.org/officeDocument/2006/relationships" r:id="R7c836189435e4c16"/>
  </p:notesMasterIdLst>
  <p:sldIdLst>
    <p:sldId xmlns:r="http://schemas.openxmlformats.org/officeDocument/2006/relationships" id="256" r:id="R31c5885c9cca46eb"/>
    <p:sldId xmlns:r="http://schemas.openxmlformats.org/officeDocument/2006/relationships" id="257" r:id="R7c4a7465408f44e4"/>
    <p:sldId xmlns:r="http://schemas.openxmlformats.org/officeDocument/2006/relationships" id="258" r:id="Ra83f3ba577df4491"/>
    <p:sldId xmlns:r="http://schemas.openxmlformats.org/officeDocument/2006/relationships" id="259" r:id="R26c36871b9ec4003"/>
    <p:sldId xmlns:r="http://schemas.openxmlformats.org/officeDocument/2006/relationships" id="260" r:id="R9ab8929305fa4eeb"/>
    <p:sldId xmlns:r="http://schemas.openxmlformats.org/officeDocument/2006/relationships" id="261" r:id="R942b4eda912b4d25"/>
    <p:sldId xmlns:r="http://schemas.openxmlformats.org/officeDocument/2006/relationships" id="262" r:id="R68da46c8e7cb4851"/>
    <p:sldId xmlns:r="http://schemas.openxmlformats.org/officeDocument/2006/relationships" id="263" r:id="Rcc13a91fdf29402a"/>
    <p:sldId xmlns:r="http://schemas.openxmlformats.org/officeDocument/2006/relationships" id="264" r:id="Rb6425017f11a4373"/>
    <p:sldId xmlns:r="http://schemas.openxmlformats.org/officeDocument/2006/relationships" id="265" r:id="R1bc61571b5d94dce"/>
    <p:sldId xmlns:r="http://schemas.openxmlformats.org/officeDocument/2006/relationships" id="266" r:id="Rfd9c868139fa4dca"/>
    <p:sldId xmlns:r="http://schemas.openxmlformats.org/officeDocument/2006/relationships" id="267" r:id="R725d743444b54865"/>
  </p:sldIdLst>
  <p:sldSz cx="18288000" cy="10287000"/>
  <p:notesSz cx="6858000" cy="9144000"/>
  <p:embeddedFontLst>
    <p:embeddedFont>
      <p:font typeface="Noto Sans Bold"/>
      <p:regular xmlns:r="http://schemas.openxmlformats.org/officeDocument/2006/relationships" r:id="R36d834c7d7bf4418"/>
    </p:embeddedFont>
    <p:embeddedFont>
      <p:font typeface="Noto Sans Kr"/>
      <p:regular xmlns:r="http://schemas.openxmlformats.org/officeDocument/2006/relationships" r:id="Rca3862052ccb423b"/>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05e845d20bf4f22" /><Relationship Type="http://schemas.openxmlformats.org/officeDocument/2006/relationships/slideMaster" Target="/ppt/slideMasters/slideMaster1.xml" Id="Rfbdf0c155cbd4622" /><Relationship Type="http://schemas.openxmlformats.org/officeDocument/2006/relationships/notesMaster" Target="/ppt/notesMasters/notesMaster1.xml" Id="R7c836189435e4c16" /><Relationship Type="http://schemas.openxmlformats.org/officeDocument/2006/relationships/presProps" Target="/ppt/presProps.xml" Id="R3dd6309b8b3d44cc" /><Relationship Type="http://schemas.openxmlformats.org/officeDocument/2006/relationships/viewProps" Target="/ppt/viewProps.xml" Id="R3bf67d4e2233471b" /><Relationship Type="http://schemas.openxmlformats.org/officeDocument/2006/relationships/tableStyles" Target="/ppt/tableStyles.xml" Id="R5225d86bed5842d8" /><Relationship Type="http://schemas.openxmlformats.org/officeDocument/2006/relationships/font" Target="/ppt/fonts/font.dat" Id="R36d834c7d7bf4418" /><Relationship Type="http://schemas.openxmlformats.org/officeDocument/2006/relationships/font" Target="/ppt/fonts/font2.dat" Id="Rca3862052ccb423b" /><Relationship Type="http://schemas.openxmlformats.org/officeDocument/2006/relationships/slide" Target="/ppt/slides/slide1.xml" Id="R31c5885c9cca46eb" /><Relationship Type="http://schemas.openxmlformats.org/officeDocument/2006/relationships/slide" Target="/ppt/slides/slide2.xml" Id="R7c4a7465408f44e4" /><Relationship Type="http://schemas.openxmlformats.org/officeDocument/2006/relationships/slide" Target="/ppt/slides/slide3.xml" Id="Ra83f3ba577df4491" /><Relationship Type="http://schemas.openxmlformats.org/officeDocument/2006/relationships/slide" Target="/ppt/slides/slide4.xml" Id="R26c36871b9ec4003" /><Relationship Type="http://schemas.openxmlformats.org/officeDocument/2006/relationships/slide" Target="/ppt/slides/slide5.xml" Id="R9ab8929305fa4eeb" /><Relationship Type="http://schemas.openxmlformats.org/officeDocument/2006/relationships/slide" Target="/ppt/slides/slide6.xml" Id="R942b4eda912b4d25" /><Relationship Type="http://schemas.openxmlformats.org/officeDocument/2006/relationships/slide" Target="/ppt/slides/slide7.xml" Id="R68da46c8e7cb4851" /><Relationship Type="http://schemas.openxmlformats.org/officeDocument/2006/relationships/slide" Target="/ppt/slides/slide8.xml" Id="Rcc13a91fdf29402a" /><Relationship Type="http://schemas.openxmlformats.org/officeDocument/2006/relationships/slide" Target="/ppt/slides/slide9.xml" Id="Rb6425017f11a4373" /><Relationship Type="http://schemas.openxmlformats.org/officeDocument/2006/relationships/slide" Target="/ppt/slides/slide10.xml" Id="R1bc61571b5d94dce" /><Relationship Type="http://schemas.openxmlformats.org/officeDocument/2006/relationships/slide" Target="/ppt/slides/slide11.xml" Id="Rfd9c868139fa4dca" /><Relationship Type="http://schemas.openxmlformats.org/officeDocument/2006/relationships/slide" Target="/ppt/slides/slide12.xml" Id="R725d743444b548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49a62e5cded4f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5a26ba17cf44a9" /><Relationship Type="http://schemas.openxmlformats.org/officeDocument/2006/relationships/notesMaster" Target="/ppt/notesMasters/notesMaster1.xml" Id="Rca6fd140fcfa45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fbd9004c494a1f" /><Relationship Type="http://schemas.openxmlformats.org/officeDocument/2006/relationships/notesMaster" Target="/ppt/notesMasters/notesMaster1.xml" Id="R2694708f06e64e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24793bf5e549b1" /><Relationship Type="http://schemas.openxmlformats.org/officeDocument/2006/relationships/notesMaster" Target="/ppt/notesMasters/notesMaster1.xml" Id="R624aa06780df4d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7848eae498436d" /><Relationship Type="http://schemas.openxmlformats.org/officeDocument/2006/relationships/notesMaster" Target="/ppt/notesMasters/notesMaster1.xml" Id="R152d9733654e4d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5ed778670b494e" /><Relationship Type="http://schemas.openxmlformats.org/officeDocument/2006/relationships/notesMaster" Target="/ppt/notesMasters/notesMaster1.xml" Id="R3466e0cc62a749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b7144debf343ef" /><Relationship Type="http://schemas.openxmlformats.org/officeDocument/2006/relationships/notesMaster" Target="/ppt/notesMasters/notesMaster1.xml" Id="R36acfe7188764b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030dceb44f4d96" /><Relationship Type="http://schemas.openxmlformats.org/officeDocument/2006/relationships/notesMaster" Target="/ppt/notesMasters/notesMaster1.xml" Id="R0ae1deb859024f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a2efc57fe545aa" /><Relationship Type="http://schemas.openxmlformats.org/officeDocument/2006/relationships/notesMaster" Target="/ppt/notesMasters/notesMaster1.xml" Id="R703aefd6cbb148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0a2202ad0a4dab" /><Relationship Type="http://schemas.openxmlformats.org/officeDocument/2006/relationships/notesMaster" Target="/ppt/notesMasters/notesMaster1.xml" Id="Rfc59f275e85e4a8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2dc0430e5b44cf" /><Relationship Type="http://schemas.openxmlformats.org/officeDocument/2006/relationships/notesMaster" Target="/ppt/notesMasters/notesMaster1.xml" Id="R1a9b56237b8a46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a4e5b686764885" /><Relationship Type="http://schemas.openxmlformats.org/officeDocument/2006/relationships/notesMaster" Target="/ppt/notesMasters/notesMaster1.xml" Id="Rcdb5fb8f29e441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d644cc16054e94" /><Relationship Type="http://schemas.openxmlformats.org/officeDocument/2006/relationships/notesMaster" Target="/ppt/notesMasters/notesMaster1.xml" Id="Rd86ad6a1768a45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0:00~0:15</a:t>
            </a:r>
          </a:p>
          <a:p xmlns:a="http://schemas.openxmlformats.org/drawingml/2006/main">
            <a:r>
              <a:t/>
            </a:r>
          </a:p>
          <a:p xmlns:a="http://schemas.openxmlformats.org/drawingml/2006/main">
            <a:r>
              <a:t>발표 멘트</a:t>
            </a:r>
          </a:p>
          <a:p xmlns:a="http://schemas.openxmlformats.org/drawingml/2006/main">
            <a:r>
              <a:t>안녕하세요. SKALA 광주 2반 G066 정준용입니다. 장애 증상에서 추가 관측으로 원인을 좁히는 운영 진단 에이전트를 구현했습니다. 실제 조사와 검증 결과를 중심으로 소개하겠습니다.</a:t>
            </a:r>
          </a:p>
          <a:p xmlns:a="http://schemas.openxmlformats.org/drawingml/2006/main">
            <a:r>
              <a:t/>
            </a:r>
          </a:p>
          <a:p xmlns:a="http://schemas.openxmlformats.org/drawingml/2006/main">
            <a:r>
              <a:t>슬라이드 연결 멘트</a:t>
            </a:r>
          </a:p>
          <a:p xmlns:a="http://schemas.openxmlformats.org/drawingml/2006/main">
            <a:r>
              <a:t>먼저 개선한 문제입니다.</a:t>
            </a:r>
          </a:p>
          <a:p xmlns:a="http://schemas.openxmlformats.org/drawingml/2006/main">
            <a:r>
              <a:t/>
            </a:r>
          </a:p>
          <a:p xmlns:a="http://schemas.openxmlformats.org/drawingml/2006/main">
            <a:r>
              <a:t>화면 진행</a:t>
            </a:r>
          </a:p>
          <a:p xmlns:a="http://schemas.openxmlformats.org/drawingml/2006/main">
            <a:r>
              <a:t>프로젝트명과 소속을 소개한다.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개선한 두 가지 문제</a:t>
            </a:r>
          </a:p>
          <a:p xmlns:a="http://schemas.openxmlformats.org/drawingml/2006/main">
            <a:r>
              <a:t>SKALA 광주 2반 · G066 · 정준용</a:t>
            </a:r>
          </a:p>
          <a:p xmlns:a="http://schemas.openxmlformats.org/drawingml/2006/main">
            <a:r>
              <a:t>발표 시간 25초 / 0:15~0:40</a:t>
            </a:r>
          </a:p>
          <a:p xmlns:a="http://schemas.openxmlformats.org/drawingml/2006/main">
            <a:r>
              <a:t/>
            </a:r>
          </a:p>
          <a:p xmlns:a="http://schemas.openxmlformats.org/drawingml/2006/main">
            <a:r>
              <a:t>발표 멘트</a:t>
            </a:r>
          </a:p>
          <a:p xmlns:a="http://schemas.openxmlformats.org/drawingml/2006/main">
            <a:r>
              <a:t>초기 경고만으로는 여러 원인 중 무엇이 문제인지 구별하기 어렵습니다. 그래서 경쟁 가설을 세우고, 가설을 구별할 관측을 추가했습니다. 생성된 답변도 조회 수치와 출처, 조치 조건을 검사해 문제가 있으면 다시 작성하도록 했습니다. 조사 과정과 보고서의 신뢰성을 함께 개선한 것입니다.</a:t>
            </a:r>
          </a:p>
          <a:p xmlns:a="http://schemas.openxmlformats.org/drawingml/2006/main">
            <a:r>
              <a:t/>
            </a:r>
          </a:p>
          <a:p xmlns:a="http://schemas.openxmlformats.org/drawingml/2006/main">
            <a:r>
              <a:t>슬라이드 연결 멘트</a:t>
            </a:r>
          </a:p>
          <a:p xmlns:a="http://schemas.openxmlformats.org/drawingml/2006/main">
            <a:r>
              <a:t>전체 시스템에서 각 역할을 어떻게 나눴는지 보겠습니다.</a:t>
            </a:r>
          </a:p>
          <a:p xmlns:a="http://schemas.openxmlformats.org/drawingml/2006/main">
            <a:r>
              <a:t/>
            </a:r>
          </a:p>
          <a:p xmlns:a="http://schemas.openxmlformats.org/drawingml/2006/main">
            <a:r>
              <a:t>화면 진행</a:t>
            </a:r>
          </a:p>
          <a:p xmlns:a="http://schemas.openxmlformats.org/drawingml/2006/main">
            <a:r>
              <a:t>원인 구별과 보고서 검증 두 개선만 설명하고 보조 기능은 길게 읽지 않는다.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30초 / 0:40~1:10</a:t>
            </a:r>
          </a:p>
          <a:p xmlns:a="http://schemas.openxmlformats.org/drawingml/2006/main">
            <a:r>
              <a:t/>
            </a:r>
          </a:p>
          <a:p xmlns:a="http://schemas.openxmlformats.org/drawingml/2006/main">
            <a:r>
              <a:t>발표 멘트</a:t>
            </a:r>
          </a:p>
          <a:p xmlns:a="http://schemas.openxmlformats.org/drawingml/2006/main">
            <a:r>
              <a:t>Vue에서 질문하면 FastAPI가 입력과 대상을 확인합니다. LangGraph는 Supervisor 역할로 전문 조회와 추가 조사, 보고서 작성을 조정합니다. 지표와 로그는 병렬로 수집하고 관측을 반영해 런북을 검색합니다. 진행 상황은 SSE로 전달하고 완료 결과와 대화 맥락은 SQLite에 저장합니다.</a:t>
            </a:r>
          </a:p>
          <a:p xmlns:a="http://schemas.openxmlformats.org/drawingml/2006/main">
            <a:r>
              <a:t/>
            </a:r>
          </a:p>
          <a:p xmlns:a="http://schemas.openxmlformats.org/drawingml/2006/main">
            <a:r>
              <a:t>슬라이드 연결 멘트</a:t>
            </a:r>
          </a:p>
          <a:p xmlns:a="http://schemas.openxmlformats.org/drawingml/2006/main">
            <a:r>
              <a:t>중앙의 가설 조사는 다음 규칙으로 동작합니다.</a:t>
            </a:r>
          </a:p>
          <a:p xmlns:a="http://schemas.openxmlformats.org/drawingml/2006/main">
            <a:r>
              <a:t/>
            </a:r>
          </a:p>
          <a:p xmlns:a="http://schemas.openxmlformats.org/drawingml/2006/main">
            <a:r>
              <a:t>화면 진행</a:t>
            </a:r>
          </a:p>
          <a:p xmlns:a="http://schemas.openxmlformats.org/drawingml/2006/main">
            <a:r>
              <a:t>전체 아키텍처 한 장에서 Vue·FastAPI·LangGraph와 MCP·RAG·저장·평가 경로를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https://github.com/beshurl/skala-ai-mini-project/blob/main/agent/deps.py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가설을 구별하는 조사 규칙</a:t>
            </a:r>
          </a:p>
          <a:p xmlns:a="http://schemas.openxmlformats.org/drawingml/2006/main">
            <a:r>
              <a:t>SKALA 광주 2반 · G066 · 정준용</a:t>
            </a:r>
          </a:p>
          <a:p xmlns:a="http://schemas.openxmlformats.org/drawingml/2006/main">
            <a:r>
              <a:t>발표 시간 35초 / 1:10~1:45</a:t>
            </a:r>
          </a:p>
          <a:p xmlns:a="http://schemas.openxmlformats.org/drawingml/2006/main">
            <a:r>
              <a:t/>
            </a:r>
          </a:p>
          <a:p xmlns:a="http://schemas.openxmlformats.org/drawingml/2006/main">
            <a:r>
              <a:t>발표 멘트</a:t>
            </a:r>
          </a:p>
          <a:p xmlns:a="http://schemas.openxmlformats.org/drawingml/2006/main">
            <a:r>
              <a:t>먼저 관측을 조회하기 전에 지지·반증 조건을 정합니다. 예를 들어 작업의 CPU 기여 비중이 70% 이상이면 해당 가설을 지지합니다. LLM이 남은 질문 중 필요한 조사를 선택하면 MCP가 관측을 가져오고, 코드가 조건과 대조합니다. 충분한 근거가 모이면 종료하고, 최대 네 번을 조사해도 부족하거나 상충하면 판단을 보류합니다.</a:t>
            </a:r>
          </a:p>
          <a:p xmlns:a="http://schemas.openxmlformats.org/drawingml/2006/main">
            <a:r>
              <a:t/>
            </a:r>
          </a:p>
          <a:p xmlns:a="http://schemas.openxmlformats.org/drawingml/2006/main">
            <a:r>
              <a:t>슬라이드 연결 멘트</a:t>
            </a:r>
          </a:p>
          <a:p xmlns:a="http://schemas.openxmlformats.org/drawingml/2006/main">
            <a:r>
              <a:t>실제 화면에서는 조사 이유와 판단 변화를 함께 볼 수 있습니다.</a:t>
            </a:r>
          </a:p>
          <a:p xmlns:a="http://schemas.openxmlformats.org/drawingml/2006/main">
            <a:r>
              <a:t/>
            </a:r>
          </a:p>
          <a:p xmlns:a="http://schemas.openxmlformats.org/drawingml/2006/main">
            <a:r>
              <a:t>화면 진행</a:t>
            </a:r>
          </a:p>
          <a:p xmlns:a="http://schemas.openxmlformats.org/drawingml/2006/main">
            <a:r>
              <a:t>사전 조건, LLM 질문 선택, 코드 판정의 역할을 순서대로 짚는다.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추가 조사 화면</a:t>
            </a:r>
          </a:p>
          <a:p xmlns:a="http://schemas.openxmlformats.org/drawingml/2006/main">
            <a:r>
              <a:t>SKALA 광주 2반 · G066 · 정준용</a:t>
            </a:r>
          </a:p>
          <a:p xmlns:a="http://schemas.openxmlformats.org/drawingml/2006/main">
            <a:r>
              <a:t>발표 시간 30초 / 1:45~2:15</a:t>
            </a:r>
          </a:p>
          <a:p xmlns:a="http://schemas.openxmlformats.org/drawingml/2006/main">
            <a:r>
              <a:t/>
            </a:r>
          </a:p>
          <a:p xmlns:a="http://schemas.openxmlformats.org/drawingml/2006/main">
            <a:r>
              <a:t>발표 멘트</a:t>
            </a:r>
          </a:p>
          <a:p xmlns:a="http://schemas.openxmlformats.org/drawingml/2006/main">
            <a:r>
              <a:t>요청량 사례의 저장된 실행 화면입니다. 첫 조사에서는 CPU가 어느 작업에 사용됐는지 확인했습니다. 배치 기여는 낮았고 요청 처리 기여는 높았습니다. 다음으로 요청량 증가와 지속 시간을 확인했습니다. 서로 다른 두 관측이 요청량 가설을 지지하고 경쟁 가설의 반증도 확보돼 두 번 만에 종료했습니다.</a:t>
            </a:r>
          </a:p>
          <a:p xmlns:a="http://schemas.openxmlformats.org/drawingml/2006/main">
            <a:r>
              <a:t/>
            </a:r>
          </a:p>
          <a:p xmlns:a="http://schemas.openxmlformats.org/drawingml/2006/main">
            <a:r>
              <a:t>슬라이드 연결 멘트</a:t>
            </a:r>
          </a:p>
          <a:p xmlns:a="http://schemas.openxmlformats.org/drawingml/2006/main">
            <a:r>
              <a:t>추가 관측이 달라지면 같은 경고에서도 판단이 달라집니다.</a:t>
            </a:r>
          </a:p>
          <a:p xmlns:a="http://schemas.openxmlformats.org/drawingml/2006/main">
            <a:r>
              <a:t/>
            </a:r>
          </a:p>
          <a:p xmlns:a="http://schemas.openxmlformats.org/drawingml/2006/main">
            <a:r>
              <a:t>화면 진행</a:t>
            </a:r>
          </a:p>
          <a:p xmlns:a="http://schemas.openxmlformats.org/drawingml/2006/main">
            <a:r>
              <a:t>이미지의 배치 반증과 요청량 교차 지지를 짚고 실제 조회 순서와 종료 이유를 설명한다.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경고에서 달라진 판단</a:t>
            </a:r>
          </a:p>
          <a:p xmlns:a="http://schemas.openxmlformats.org/drawingml/2006/main">
            <a:r>
              <a:t>SKALA 광주 2반 · G066 · 정준용</a:t>
            </a:r>
          </a:p>
          <a:p xmlns:a="http://schemas.openxmlformats.org/drawingml/2006/main">
            <a:r>
              <a:t>발표 시간 35초 / 2:15~2:50</a:t>
            </a:r>
          </a:p>
          <a:p xmlns:a="http://schemas.openxmlformats.org/drawingml/2006/main">
            <a:r>
              <a:t/>
            </a:r>
          </a:p>
          <a:p xmlns:a="http://schemas.openxmlformats.org/drawingml/2006/main">
            <a:r>
              <a:t>발표 멘트</a:t>
            </a:r>
          </a:p>
          <a:p xmlns:a="http://schemas.openxmlformats.org/drawingml/2006/main">
            <a:r>
              <a:t>두 실행은 최초 CPU 91%와 중복 배치 경고가 같습니다. 왼쪽은 배치의 CPU 기여 86%와 중복 작업의 겹침이 확인돼 배치 가설을 지지했습니다. 오른쪽은 배치 기여가 5%였고 요청량이 3.2배로 증가해 요청량 가설을 지지했습니다. 실제 LLM을 사용한 두 실행이며 관측은 교육용 합성 데이터입니다.</a:t>
            </a:r>
          </a:p>
          <a:p xmlns:a="http://schemas.openxmlformats.org/drawingml/2006/main">
            <a:r>
              <a:t/>
            </a:r>
          </a:p>
          <a:p xmlns:a="http://schemas.openxmlformats.org/drawingml/2006/main">
            <a:r>
              <a:t>슬라이드 연결 멘트</a:t>
            </a:r>
          </a:p>
          <a:p xmlns:a="http://schemas.openxmlformats.org/drawingml/2006/main">
            <a:r>
              <a:t>이때 필요한 관측과 문서는 MCP로 연결했습니다.</a:t>
            </a:r>
          </a:p>
          <a:p xmlns:a="http://schemas.openxmlformats.org/drawingml/2006/main">
            <a:r>
              <a:t/>
            </a:r>
          </a:p>
          <a:p xmlns:a="http://schemas.openxmlformats.org/drawingml/2006/main">
            <a:r>
              <a:t>화면 진행</a:t>
            </a:r>
          </a:p>
          <a:p xmlns:a="http://schemas.openxmlformats.org/drawingml/2006/main">
            <a:r>
              <a:t>최초 조건이 같다는 점과 추가 관측·최종 판단의 차이를 비교한다. 교차 지지를 인과 확정으로 설명하지 않는다.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연결한 조회와 문서</a:t>
            </a:r>
          </a:p>
          <a:p xmlns:a="http://schemas.openxmlformats.org/drawingml/2006/main">
            <a:r>
              <a:t>SKALA 광주 2반 · G066 · 정준용</a:t>
            </a:r>
          </a:p>
          <a:p xmlns:a="http://schemas.openxmlformats.org/drawingml/2006/main">
            <a:r>
              <a:t>발표 시간 20초 / 2:50~3:10</a:t>
            </a:r>
          </a:p>
          <a:p xmlns:a="http://schemas.openxmlformats.org/drawingml/2006/main">
            <a:r>
              <a:t/>
            </a:r>
          </a:p>
          <a:p xmlns:a="http://schemas.openxmlformats.org/drawingml/2006/main">
            <a:r>
              <a:t>발표 멘트</a:t>
            </a:r>
          </a:p>
          <a:p xmlns:a="http://schemas.openxmlformats.org/drawingml/2006/main">
            <a:r>
              <a:t>MCP의 Tool은 지표와 로그, 추가 관측을 조회합니다. Resource는 런북 원문을 제공하고, Prompt는 대상과 증상을 포함한 공통 조사 절차를 전달합니다. 모든 도구는 읽기 전용입니다.</a:t>
            </a:r>
          </a:p>
          <a:p xmlns:a="http://schemas.openxmlformats.org/drawingml/2006/main">
            <a:r>
              <a:t/>
            </a:r>
          </a:p>
          <a:p xmlns:a="http://schemas.openxmlformats.org/drawingml/2006/main">
            <a:r>
              <a:t>슬라이드 연결 멘트</a:t>
            </a:r>
          </a:p>
          <a:p xmlns:a="http://schemas.openxmlformats.org/drawingml/2006/main">
            <a:r>
              <a:t>여러 런북 중 관련 문서를 찾는 역할은 RAG가 담당합니다.</a:t>
            </a:r>
          </a:p>
          <a:p xmlns:a="http://schemas.openxmlformats.org/drawingml/2006/main">
            <a:r>
              <a:t/>
            </a:r>
          </a:p>
          <a:p xmlns:a="http://schemas.openxmlformats.org/drawingml/2006/main">
            <a:r>
              <a:t>화면 진행</a:t>
            </a:r>
          </a:p>
          <a:p xmlns:a="http://schemas.openxmlformats.org/drawingml/2006/main">
            <a:r>
              <a:t>Tool·Resource·Prompt의 역할을 한 번씩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https://github.com/beshurl/skala-ai-mini-project/blob/main/agent/deps.py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관측을 반영하는 RAG 검색</a:t>
            </a:r>
          </a:p>
          <a:p xmlns:a="http://schemas.openxmlformats.org/drawingml/2006/main">
            <a:r>
              <a:t>SKALA 광주 2반 · G066 · 정준용</a:t>
            </a:r>
          </a:p>
          <a:p xmlns:a="http://schemas.openxmlformats.org/drawingml/2006/main">
            <a:r>
              <a:t>발표 시간 25초 / 3:10~3:35</a:t>
            </a:r>
          </a:p>
          <a:p xmlns:a="http://schemas.openxmlformats.org/drawingml/2006/main">
            <a:r>
              <a:t/>
            </a:r>
          </a:p>
          <a:p xmlns:a="http://schemas.openxmlformats.org/drawingml/2006/main">
            <a:r>
              <a:t>발표 멘트</a:t>
            </a:r>
          </a:p>
          <a:p xmlns:a="http://schemas.openxmlformats.org/drawingml/2006/main">
            <a:r>
              <a:t>RAG는 질문에 지표와 알림을 더해 검색합니다. 매뉴얼 여섯 종을 임베딩하고 최대 세 문서를 선택한 뒤 MCP 원문과 대조합니다. 벡터는 SQLite에 저장하고 NumPy로 유사도를 계산했습니다. 현재 문서 규모에 맞춘 로컬 구성입니다. 모델과 도구 연결은 모듈과 의존성 주입으로 분리했습니다.</a:t>
            </a:r>
          </a:p>
          <a:p xmlns:a="http://schemas.openxmlformats.org/drawingml/2006/main">
            <a:r>
              <a:t/>
            </a:r>
          </a:p>
          <a:p xmlns:a="http://schemas.openxmlformats.org/drawingml/2006/main">
            <a:r>
              <a:t>슬라이드 연결 멘트</a:t>
            </a:r>
          </a:p>
          <a:p xmlns:a="http://schemas.openxmlformats.org/drawingml/2006/main">
            <a:r>
              <a:t>검색한 근거가 실제 보고서 검증으로 이어진 결과입니다.</a:t>
            </a:r>
          </a:p>
          <a:p xmlns:a="http://schemas.openxmlformats.org/drawingml/2006/main">
            <a:r>
              <a:t/>
            </a:r>
          </a:p>
          <a:p xmlns:a="http://schemas.openxmlformats.org/drawingml/2006/main">
            <a:r>
              <a:t>화면 진행</a:t>
            </a:r>
          </a:p>
          <a:p xmlns:a="http://schemas.openxmlformats.org/drawingml/2006/main">
            <a:r>
              <a:t>질의 구성·벡터 검색·원문 대조를 따라 설명하고 저장·검색 구현을 한 문장으로 소개한다.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보고서 검증 화면</a:t>
            </a:r>
          </a:p>
          <a:p xmlns:a="http://schemas.openxmlformats.org/drawingml/2006/main">
            <a:r>
              <a:t>SKALA 광주 2반 · G066 · 정준용</a:t>
            </a:r>
          </a:p>
          <a:p xmlns:a="http://schemas.openxmlformats.org/drawingml/2006/main">
            <a:r>
              <a:t>발표 시간 30초 / 3:35~4:05</a:t>
            </a:r>
          </a:p>
          <a:p xmlns:a="http://schemas.openxmlformats.org/drawingml/2006/main">
            <a:r>
              <a:t/>
            </a:r>
          </a:p>
          <a:p xmlns:a="http://schemas.openxmlformats.org/drawingml/2006/main">
            <a:r>
              <a:t>발표 멘트</a:t>
            </a:r>
          </a:p>
          <a:p xmlns:a="http://schemas.openxmlformats.org/drawingml/2006/main">
            <a:r>
              <a:t>보고서 후보는 프롬프트·모델·파서를 연결해 작성합니다. 오른쪽은 실제 Ollama로 재실행한 프론트 화면입니다. 첫 초안은 다음 행동이 빠져 코드 검사에서 불합격했습니다. 피드백을 반영한 두 번째 작성은 통과했고, 화면에도 작성 두 회와 재작성 한 회가 표시됩니다.</a:t>
            </a:r>
          </a:p>
          <a:p xmlns:a="http://schemas.openxmlformats.org/drawingml/2006/main">
            <a:r>
              <a:t/>
            </a:r>
          </a:p>
          <a:p xmlns:a="http://schemas.openxmlformats.org/drawingml/2006/main">
            <a:r>
              <a:t>슬라이드 연결 멘트</a:t>
            </a:r>
          </a:p>
          <a:p xmlns:a="http://schemas.openxmlformats.org/drawingml/2006/main">
            <a:r>
              <a:t>이 코드 검사와 별도로 답변 품질도 평가했습니다.</a:t>
            </a:r>
          </a:p>
          <a:p xmlns:a="http://schemas.openxmlformats.org/drawingml/2006/main">
            <a:r>
              <a:t/>
            </a:r>
          </a:p>
          <a:p xmlns:a="http://schemas.openxmlformats.org/drawingml/2006/main">
            <a:r>
              <a:t>화면 진행</a:t>
            </a:r>
          </a:p>
          <a:p xmlns:a="http://schemas.openxmlformats.org/drawingml/2006/main">
            <a:r>
              <a:t>왼쪽 1차 불합격·2차 통과와 오른쪽 실제 최종 검증 상태를 연결한다. 불합격 사유는 저장된 실행 이벤트 근거다.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
            </a:r>
          </a:p>
          <a:p xmlns:a="http://schemas.openxmlformats.org/drawingml/2006/main">
            <a:r>
              <a:t>해석 범위</a:t>
            </a:r>
          </a:p>
          <a:p xmlns:a="http://schemas.openxmlformats.org/drawingml/2006/main">
            <a:r>
              <a:t>2026-10-22 실제 Ollama qwen3.5:2b 재실행 캡처다. Judge 재평가와 원격 추적 재조회는 이 실행의 검증 범위에 포함하지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기능 검사와 Judge 평가</a:t>
            </a:r>
          </a:p>
          <a:p xmlns:a="http://schemas.openxmlformats.org/drawingml/2006/main">
            <a:r>
              <a:t>SKALA 광주 2반 · G066 · 정준용</a:t>
            </a:r>
          </a:p>
          <a:p xmlns:a="http://schemas.openxmlformats.org/drawingml/2006/main">
            <a:r>
              <a:t>발표 시간 35초 / 4:05~4:40</a:t>
            </a:r>
          </a:p>
          <a:p xmlns:a="http://schemas.openxmlformats.org/drawingml/2006/main">
            <a:r>
              <a:t/>
            </a:r>
          </a:p>
          <a:p xmlns:a="http://schemas.openxmlformats.org/drawingml/2006/main">
            <a:r>
              <a:t>발표 멘트</a:t>
            </a:r>
          </a:p>
          <a:p xmlns:a="http://schemas.openxmlformats.org/drawingml/2006/main">
            <a:r>
              <a:t>실제 LLM의 가설 조사 여섯 사례는 기능 검사를 모두 통과했습니다. 별도 Judge는 근거 충실성과 수치 정확성 등 다섯 항목을 평가했고, 종합 결과는 여섯 건 중 다섯 건이었습니다. 릴리스 사례는 기능 조건을 충족했지만 Judge 점수가 낮아 검토 대상으로 남겼습니다. 코드 분기와 오류 처리를 검사한 자동 테스트 99개 통과 기록도 보존했습니다.</a:t>
            </a:r>
          </a:p>
          <a:p xmlns:a="http://schemas.openxmlformats.org/drawingml/2006/main">
            <a:r>
              <a:t/>
            </a:r>
          </a:p>
          <a:p xmlns:a="http://schemas.openxmlformats.org/drawingml/2006/main">
            <a:r>
              <a:t>슬라이드 연결 멘트</a:t>
            </a:r>
          </a:p>
          <a:p xmlns:a="http://schemas.openxmlformats.org/drawingml/2006/main">
            <a:r>
              <a:t>실행 과정과 평가 점수가 실제로 저장됐는지도 확인했습니다.</a:t>
            </a:r>
          </a:p>
          <a:p xmlns:a="http://schemas.openxmlformats.org/drawingml/2006/main">
            <a:r>
              <a:t/>
            </a:r>
          </a:p>
          <a:p xmlns:a="http://schemas.openxmlformats.org/drawingml/2006/main">
            <a:r>
              <a:t>화면 진행</a:t>
            </a:r>
          </a:p>
          <a:p xmlns:a="http://schemas.openxmlformats.org/drawingml/2006/main">
            <a:r>
              <a:t>6/6 기능 검사와 5/6 종합을 비교한다. 99개 자동 테스트와 실제 모델 6건 평가를 구분한다.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LangSmith 추적과 저장 확인</a:t>
            </a:r>
          </a:p>
          <a:p xmlns:a="http://schemas.openxmlformats.org/drawingml/2006/main">
            <a:r>
              <a:t>SKALA 광주 2반 · G066 · 정준용</a:t>
            </a:r>
          </a:p>
          <a:p xmlns:a="http://schemas.openxmlformats.org/drawingml/2006/main">
            <a:r>
              <a:t>발표 시간 20초 / 4:40~5:00</a:t>
            </a:r>
          </a:p>
          <a:p xmlns:a="http://schemas.openxmlformats.org/drawingml/2006/main">
            <a:r>
              <a:t/>
            </a:r>
          </a:p>
          <a:p xmlns:a="http://schemas.openxmlformats.org/drawingml/2006/main">
            <a:r>
              <a:t>발표 멘트</a:t>
            </a:r>
          </a:p>
          <a:p xmlns:a="http://schemas.openxmlformats.org/drawingml/2006/main">
            <a:r>
              <a:t>LangSmith에 저장한 실행 여섯 건과 평가 점수 서른 개를 다시 조회해 원격 저장을 확인했습니다. 별도의 입력 검사에서는 거절 다섯 건의 LLM·MCP 호출과 생성 토큰이 0임을 검증했습니다.</a:t>
            </a:r>
          </a:p>
          <a:p xmlns:a="http://schemas.openxmlformats.org/drawingml/2006/main">
            <a:r>
              <a:t/>
            </a:r>
          </a:p>
          <a:p xmlns:a="http://schemas.openxmlformats.org/drawingml/2006/main">
            <a:r>
              <a:t>슬라이드 연결 멘트</a:t>
            </a:r>
          </a:p>
          <a:p xmlns:a="http://schemas.openxmlformats.org/drawingml/2006/main">
            <a:r>
              <a:t>마지막으로 현재 한계와 배운 점입니다.</a:t>
            </a:r>
          </a:p>
          <a:p xmlns:a="http://schemas.openxmlformats.org/drawingml/2006/main">
            <a:r>
              <a:t/>
            </a:r>
          </a:p>
          <a:p xmlns:a="http://schemas.openxmlformats.org/drawingml/2006/main">
            <a:r>
              <a:t>화면 진행</a:t>
            </a:r>
          </a:p>
          <a:p xmlns:a="http://schemas.openxmlformats.org/drawingml/2006/main">
            <a:r>
              <a:t>원격 실행 6건과 평가 점수 30개를 짚고 입력 검사는 보조 비용 통제로 짧게 언급한다.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5:00~5:30</a:t>
            </a:r>
          </a:p>
          <a:p xmlns:a="http://schemas.openxmlformats.org/drawingml/2006/main">
            <a:r>
              <a:t/>
            </a:r>
          </a:p>
          <a:p xmlns:a="http://schemas.openxmlformats.org/drawingml/2006/main">
            <a:r>
              <a:t>발표 멘트</a:t>
            </a:r>
          </a:p>
          <a:p xmlns:a="http://schemas.openxmlformats.org/drawingml/2006/main">
            <a:r>
              <a:t>현재는 CPU 세 가설과 합성 관측에 한정됩니다. 조회 한도는 비용을 통제하지만 미확인 가설을 남길 수 있고, Judge에도 오판 가능성이 있습니다. 앞으로 실제 모니터링과 다른 계열 모델·사람 평가를 연결하고 전체 비용을 계측하겠습니다. 판단 조건과 근거를 함께 남겨야 진단이 달라진 이유까지 설명할 수 있다는 점을 배웠습니다. 감사합니다.</a:t>
            </a:r>
          </a:p>
          <a:p xmlns:a="http://schemas.openxmlformats.org/drawingml/2006/main">
            <a:r>
              <a:t/>
            </a:r>
          </a:p>
          <a:p xmlns:a="http://schemas.openxmlformats.org/drawingml/2006/main">
            <a:r>
              <a:t>슬라이드 연결 멘트</a:t>
            </a:r>
          </a:p>
          <a:p xmlns:a="http://schemas.openxmlformats.org/drawingml/2006/main">
            <a:r>
              <a:t/>
            </a:r>
          </a:p>
          <a:p xmlns:a="http://schemas.openxmlformats.org/drawingml/2006/main">
            <a:r>
              <a:t/>
            </a:r>
          </a:p>
          <a:p xmlns:a="http://schemas.openxmlformats.org/drawingml/2006/main">
            <a:r>
              <a:t>화면 진행</a:t>
            </a:r>
          </a:p>
          <a:p xmlns:a="http://schemas.openxmlformats.org/drawingml/2006/main">
            <a:r>
              <a:t>조회 범위와 비용·품질의 트레이드오프를 다음 개선과 연결하고 교훈으로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59b72a600340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7c869ce10f4b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068bcdc2a44d5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aaea27b6c044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f3c8d2d6f2464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bad93f6c1c42a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3f9ca709c1e4f2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dca9114704a448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c1a65b861364fc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5abbfb92183404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c8b8be800744f49"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83029e79e74292" /><Relationship Type="http://schemas.openxmlformats.org/officeDocument/2006/relationships/slideLayout" Target="/ppt/slideLayouts/slideLayout1.xml" Id="Raa845eba3b144d66" /><Relationship Type="http://schemas.openxmlformats.org/officeDocument/2006/relationships/slideLayout" Target="/ppt/slideLayouts/slideLayout2.xml" Id="R121a2a04a15a4b28" /><Relationship Type="http://schemas.openxmlformats.org/officeDocument/2006/relationships/slideLayout" Target="/ppt/slideLayouts/slideLayout3.xml" Id="R9c63dd5362804774" /><Relationship Type="http://schemas.openxmlformats.org/officeDocument/2006/relationships/slideLayout" Target="/ppt/slideLayouts/slideLayout4.xml" Id="R9c53c7831d4a4a46" /><Relationship Type="http://schemas.openxmlformats.org/officeDocument/2006/relationships/slideLayout" Target="/ppt/slideLayouts/slideLayout5.xml" Id="R3c177a63f19a4efd" /><Relationship Type="http://schemas.openxmlformats.org/officeDocument/2006/relationships/slideLayout" Target="/ppt/slideLayouts/slideLayout6.xml" Id="R6236205844c84652" /><Relationship Type="http://schemas.openxmlformats.org/officeDocument/2006/relationships/slideLayout" Target="/ppt/slideLayouts/slideLayout7.xml" Id="Rd76cc01c49a749de" /><Relationship Type="http://schemas.openxmlformats.org/officeDocument/2006/relationships/slideLayout" Target="/ppt/slideLayouts/slideLayout8.xml" Id="Rd7eca860b7ae489b" /><Relationship Type="http://schemas.openxmlformats.org/officeDocument/2006/relationships/slideLayout" Target="/ppt/slideLayouts/slideLayout9.xml" Id="R31ee84114ac74b88" /><Relationship Type="http://schemas.openxmlformats.org/officeDocument/2006/relationships/slideLayout" Target="/ppt/slideLayouts/slideLayout10.xml" Id="Re9c3b5a76d7e45b4" /><Relationship Type="http://schemas.openxmlformats.org/officeDocument/2006/relationships/slideLayout" Target="/ppt/slideLayouts/slideLayout11.xml" Id="Rc1c8efa066d64e9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845eba3b144d66"/>
    <p:sldLayoutId xmlns:r="http://schemas.openxmlformats.org/officeDocument/2006/relationships" id="2147483650" r:id="R121a2a04a15a4b28"/>
    <p:sldLayoutId xmlns:r="http://schemas.openxmlformats.org/officeDocument/2006/relationships" id="2147483651" r:id="R9c63dd5362804774"/>
    <p:sldLayoutId xmlns:r="http://schemas.openxmlformats.org/officeDocument/2006/relationships" id="2147483652" r:id="R9c53c7831d4a4a46"/>
    <p:sldLayoutId xmlns:r="http://schemas.openxmlformats.org/officeDocument/2006/relationships" id="2147483653" r:id="R3c177a63f19a4efd"/>
    <p:sldLayoutId xmlns:r="http://schemas.openxmlformats.org/officeDocument/2006/relationships" id="2147483654" r:id="R6236205844c84652"/>
    <p:sldLayoutId xmlns:r="http://schemas.openxmlformats.org/officeDocument/2006/relationships" id="2147483655" r:id="Rd76cc01c49a749de"/>
    <p:sldLayoutId xmlns:r="http://schemas.openxmlformats.org/officeDocument/2006/relationships" id="2147483656" r:id="Rd7eca860b7ae489b"/>
    <p:sldLayoutId xmlns:r="http://schemas.openxmlformats.org/officeDocument/2006/relationships" id="2147483657" r:id="R31ee84114ac74b88"/>
    <p:sldLayoutId xmlns:r="http://schemas.openxmlformats.org/officeDocument/2006/relationships" id="2147483658" r:id="Re9c3b5a76d7e45b4"/>
    <p:sldLayoutId xmlns:r="http://schemas.openxmlformats.org/officeDocument/2006/relationships" id="2147483659" r:id="Rc1c8efa066d64e99"/>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0b700c65e3f74819" /><Relationship Type="http://schemas.openxmlformats.org/officeDocument/2006/relationships/image" Target="/ppt/media/image.jpeg" Id="R74fe838e3eb94793" /><Relationship Type="http://schemas.openxmlformats.org/officeDocument/2006/relationships/notesSlide" Target="/ppt/notesSlides/notesSlide1.xml" Id="R5f8656edbacf4e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2ee232dd911c41c5" /><Relationship Type="http://schemas.openxmlformats.org/officeDocument/2006/relationships/notesSlide" Target="/ppt/notesSlides/notesSlide2.xml" Id="Rf3cecaf23d064a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4c431eda765b4b58" /><Relationship Type="http://schemas.openxmlformats.org/officeDocument/2006/relationships/notesSlide" Target="/ppt/notesSlides/notesSlide3.xml" Id="R39c840e071d04e3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6d687c11c6b4743" /><Relationship Type="http://schemas.openxmlformats.org/officeDocument/2006/relationships/notesSlide" Target="/ppt/notesSlides/notesSlide4.xml" Id="R9d3c35863ad14d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29ebaf0a15474cb1" /><Relationship Type="http://schemas.openxmlformats.org/officeDocument/2006/relationships/image" Target="/ppt/media/image2.jpeg" Id="R671e6c0e6ce743b3" /><Relationship Type="http://schemas.openxmlformats.org/officeDocument/2006/relationships/notesSlide" Target="/ppt/notesSlides/notesSlide5.xml" Id="R4d7f9c67530142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e8fd6c07082481a" /><Relationship Type="http://schemas.openxmlformats.org/officeDocument/2006/relationships/notesSlide" Target="/ppt/notesSlides/notesSlide6.xml" Id="R60b41ade86ae47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8b21959941af4af2" /><Relationship Type="http://schemas.openxmlformats.org/officeDocument/2006/relationships/notesSlide" Target="/ppt/notesSlides/notesSlide7.xml" Id="Re1ef8543d39441a0"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f9dab837b2174ed7" /><Relationship Type="http://schemas.openxmlformats.org/officeDocument/2006/relationships/notesSlide" Target="/ppt/notesSlides/notesSlide8.xml" Id="R0fa55f5ce51f4c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f70e243a5514409b" /><Relationship Type="http://schemas.openxmlformats.org/officeDocument/2006/relationships/image" Target="/ppt/media/image3.jpeg" Id="R4e0c2d9724904459" /><Relationship Type="http://schemas.openxmlformats.org/officeDocument/2006/relationships/notesSlide" Target="/ppt/notesSlides/notesSlide9.xml" Id="Rca1aa19a138e46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31fe7ab0fdd343c9" /><Relationship Type="http://schemas.openxmlformats.org/officeDocument/2006/relationships/notesSlide" Target="/ppt/notesSlides/notesSlide10.xml" Id="Rf98d26fa765d47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e0142879c19d4dbc" /><Relationship Type="http://schemas.openxmlformats.org/officeDocument/2006/relationships/notesSlide" Target="/ppt/notesSlides/notesSlide11.xml" Id="R9644ab712a854c1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e4c46ea384334d7d" /><Relationship Type="http://schemas.openxmlformats.org/officeDocument/2006/relationships/notesSlide" Target="/ppt/notesSlides/notesSlide12.xml" Id="Rb326dba5d59b41a9"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CD254716-2825-4393-A036-29E4F266B2FD}"/>
              </a:ext>
            </a:extLst>
          </p:cNvPr>
          <p:cNvPicPr>
            <a:picLocks xmlns:a="http://schemas.openxmlformats.org/drawingml/2006/main" noChangeAspect="1"/>
          </p:cNvPicPr>
          <p:nvPr/>
        </p:nvPicPr>
        <p:blipFill>
          <a:blip xmlns:r="http://schemas.openxmlformats.org/officeDocument/2006/relationships" xmlns:a="http://schemas.openxmlformats.org/drawingml/2006/main" r:embed="R74fe838e3eb94793"/>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FCC7B2F8-3657-46B6-80D4-28722F929AF2}"/>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39DB3D09-FB4A-49FA-86B4-090A0447CB41}"/>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핵심 개선</a:t>
            </a:r>
          </a:p>
        </p:txBody>
      </p:sp>
      <p:sp>
        <p:nvSpPr>
          <p:cNvPr id="2" name="page-number">
            <a:extLst xmlns:a="http://schemas.openxmlformats.org/drawingml/2006/main">
              <a:ext uri="{FF2B5EF4-FFF2-40B4-BE49-F238E27FC236}">
                <a16:creationId xmlns:a16="http://schemas.microsoft.com/office/drawing/2014/main" id="{700D1A25-54EF-4B56-B52D-2FA2663A3BB4}"/>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12</a:t>
            </a:r>
          </a:p>
        </p:txBody>
      </p:sp>
      <p:sp>
        <p:nvSpPr>
          <p:cNvPr id="3" name="slide-title">
            <a:extLst xmlns:a="http://schemas.openxmlformats.org/drawingml/2006/main">
              <a:ext uri="{FF2B5EF4-FFF2-40B4-BE49-F238E27FC236}">
                <a16:creationId xmlns:a16="http://schemas.microsoft.com/office/drawing/2014/main" id="{91A8BC6B-33EA-40AE-A9EC-6B0E3981FC76}"/>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개선한 두 가지 문제</a:t>
            </a:r>
          </a:p>
        </p:txBody>
      </p:sp>
      <p:sp>
        <p:nvSpPr>
          <p:cNvPr id="4" name="slide-subtitle">
            <a:extLst xmlns:a="http://schemas.openxmlformats.org/drawingml/2006/main">
              <a:ext uri="{FF2B5EF4-FFF2-40B4-BE49-F238E27FC236}">
                <a16:creationId xmlns:a16="http://schemas.microsoft.com/office/drawing/2014/main" id="{580BE431-D059-415C-AE9E-0F8D7739D3E8}"/>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원인을 구별하는 조사와, 보고서의 근거 검증을 개선했습니다.</a:t>
            </a:r>
          </a:p>
        </p:txBody>
      </p:sp>
      <p:sp>
        <p:nvSpPr>
          <p:cNvPr id="5" name="scope-note">
            <a:extLst xmlns:a="http://schemas.openxmlformats.org/drawingml/2006/main">
              <a:ext uri="{FF2B5EF4-FFF2-40B4-BE49-F238E27FC236}">
                <a16:creationId xmlns:a16="http://schemas.microsoft.com/office/drawing/2014/main" id="{E6BA759E-D6F8-4CDE-8C63-30C41EC92D6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보조 안정성: 대상 확인·입력 검사·부분 실패 격리·기록 복원</a:t>
            </a:r>
          </a:p>
        </p:txBody>
      </p:sp>
      <p:cxnSp>
        <p:nvCxnSpPr>
          <p:cNvPr id="6" name="footer-rule">
            <a:extLst xmlns:a="http://schemas.openxmlformats.org/drawingml/2006/main">
              <a:ext uri="{FF2B5EF4-FFF2-40B4-BE49-F238E27FC236}">
                <a16:creationId xmlns:a16="http://schemas.microsoft.com/office/drawing/2014/main" id="{5D658461-BB9F-4C7C-9C7F-1FC3D33E99B9}"/>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552035BF-536B-464F-95C7-3022FEC1E002}"/>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3B891466-EE1A-4E29-885B-6DA3CB0C0545}"/>
              </a:ext>
            </a:extLst>
          </p:cNvPr>
          <p:cNvGraphicFramePr/>
          <p:nvPr/>
        </p:nvGraphicFramePr>
        <p:xfrm>
          <a:off xmlns:a="http://schemas.openxmlformats.org/drawingml/2006/main" x="1143000" y="3810000"/>
          <a:ext xmlns:a="http://schemas.openxmlformats.org/drawingml/2006/main" cx="16002000" cy="3448050"/>
        </p:xfrm>
        <a:graphic xmlns:a="http://schemas.openxmlformats.org/drawingml/2006/main">
          <a:graphicData uri="http://schemas.openxmlformats.org/drawingml/2006/table">
            <a:tbl>
              <a:tblPr firstRow="0" bandRow="0"/>
              <a:tblGrid>
                <a:gridCol w="8001000"/>
                <a:gridCol w="8001000"/>
              </a:tblGrid>
              <a:tr h="685800">
                <a:tc>
                  <a:txBody>
                    <a:bodyPr/>
                    <a:lstStyle/>
                    <a:p>
                      <a:r>
                        <a:rPr sz="2400" b="1">
                          <a:solidFill>
                            <a:srgbClr val="FFFFFF"/>
                          </a:solidFill>
                          <a:latin typeface="Noto Sans Bold"/>
                          <a:ea typeface="Noto Sans Bold"/>
                          <a:cs typeface="Noto Sans Bold"/>
                        </a:rPr>
                        <a:t>기존 한계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핵심 개선</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381125">
                <a:tc>
                  <a:txBody>
                    <a:bodyPr/>
                    <a:lstStyle/>
                    <a:p>
                      <a:r>
                        <a:rPr sz="2700">
                          <a:solidFill>
                            <a:srgbClr val="122C46"/>
                          </a:solidFill>
                          <a:latin typeface="Noto Sans Kr"/>
                          <a:ea typeface="Noto Sans Kr"/>
                          <a:cs typeface="Noto Sans Kr"/>
                        </a:rPr>
                        <a:t>초기 경고만으로 원인 추정</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경쟁 가설을 구별할 추가 관측</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381125">
                <a:tc>
                  <a:txBody>
                    <a:bodyPr/>
                    <a:lstStyle/>
                    <a:p>
                      <a:r>
                        <a:rPr sz="2700">
                          <a:solidFill>
                            <a:srgbClr val="122C46"/>
                          </a:solidFill>
                          <a:latin typeface="Noto Sans Kr"/>
                          <a:ea typeface="Noto Sans Kr"/>
                          <a:cs typeface="Noto Sans Kr"/>
                        </a:rPr>
                        <a:t>답변의 수치·출처 확인이 어려움</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코드 검증 후 재작성·사실 안내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improvement-message">
            <a:extLst xmlns:a="http://schemas.openxmlformats.org/drawingml/2006/main">
              <a:ext uri="{FF2B5EF4-FFF2-40B4-BE49-F238E27FC236}">
                <a16:creationId xmlns:a16="http://schemas.microsoft.com/office/drawing/2014/main" id="{D1EA6FDC-5779-4DA7-99AB-45C336266110}"/>
              </a:ext>
            </a:extLst>
          </p:cNvPr>
          <p:cNvSpPr>
            <a:spLocks xmlns:a="http://schemas.openxmlformats.org/drawingml/2006/main" noGrp="1"/>
          </p:cNvSpPr>
          <p:nvPr/>
        </p:nvSpPr>
        <p:spPr>
          <a:xfrm xmlns:a="http://schemas.openxmlformats.org/drawingml/2006/main">
            <a:off x="1143000" y="785812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150" b="1">
                <a:solidFill>
                  <a:srgbClr val="2B5BEB"/>
                </a:solidFill>
                <a:latin typeface="Noto Sans Bold"/>
                <a:ea typeface="Noto Sans Bold"/>
                <a:cs typeface="Noto Sans Bold"/>
              </a:defRPr>
            </a:defPPr>
            <a:lvl1pPr algn="l">
              <a:defRPr sz="3150" b="1">
                <a:solidFill>
                  <a:srgbClr val="2B5BEB"/>
                </a:solidFill>
                <a:latin typeface="Noto Sans Bold"/>
                <a:ea typeface="Noto Sans Bold"/>
                <a:cs typeface="Noto Sans Bold"/>
              </a:defRPr>
            </a:lvl1pPr>
            <a:lvl2pPr algn="l">
              <a:defRPr sz="3150" b="1">
                <a:solidFill>
                  <a:srgbClr val="2B5BEB"/>
                </a:solidFill>
                <a:latin typeface="Noto Sans Bold"/>
                <a:ea typeface="Noto Sans Bold"/>
                <a:cs typeface="Noto Sans Bold"/>
              </a:defRPr>
            </a:lvl2pPr>
            <a:lvl3pPr algn="l">
              <a:defRPr sz="3150" b="1">
                <a:solidFill>
                  <a:srgbClr val="2B5BEB"/>
                </a:solidFill>
                <a:latin typeface="Noto Sans Bold"/>
                <a:ea typeface="Noto Sans Bold"/>
                <a:cs typeface="Noto Sans Bold"/>
              </a:defRPr>
            </a:lvl3pPr>
            <a:lvl4pPr algn="l">
              <a:defRPr sz="3150" b="1">
                <a:solidFill>
                  <a:srgbClr val="2B5BEB"/>
                </a:solidFill>
                <a:latin typeface="Noto Sans Bold"/>
                <a:ea typeface="Noto Sans Bold"/>
                <a:cs typeface="Noto Sans Bold"/>
              </a:defRPr>
            </a:lvl4pPr>
            <a:lvl5pPr algn="l">
              <a:defRPr sz="3150" b="1">
                <a:solidFill>
                  <a:srgbClr val="2B5BEB"/>
                </a:solidFill>
                <a:latin typeface="Noto Sans Bold"/>
                <a:ea typeface="Noto Sans Bold"/>
                <a:cs typeface="Noto Sans Bold"/>
              </a:defRPr>
            </a:lvl5pPr>
            <a:lvl6pPr algn="l">
              <a:defRPr sz="3150" b="1">
                <a:solidFill>
                  <a:srgbClr val="2B5BEB"/>
                </a:solidFill>
                <a:latin typeface="Noto Sans Bold"/>
                <a:ea typeface="Noto Sans Bold"/>
                <a:cs typeface="Noto Sans Bold"/>
              </a:defRPr>
            </a:lvl6pPr>
            <a:lvl7pPr algn="l">
              <a:defRPr sz="3150" b="1">
                <a:solidFill>
                  <a:srgbClr val="2B5BEB"/>
                </a:solidFill>
                <a:latin typeface="Noto Sans Bold"/>
                <a:ea typeface="Noto Sans Bold"/>
                <a:cs typeface="Noto Sans Bold"/>
              </a:defRPr>
            </a:lvl7pPr>
            <a:lvl8pPr algn="l">
              <a:defRPr sz="3150" b="1">
                <a:solidFill>
                  <a:srgbClr val="2B5BEB"/>
                </a:solidFill>
                <a:latin typeface="Noto Sans Bold"/>
                <a:ea typeface="Noto Sans Bold"/>
                <a:cs typeface="Noto Sans Bold"/>
              </a:defRPr>
            </a:lvl8pPr>
            <a:lvl9pPr algn="l">
              <a:defRPr sz="3150" b="1">
                <a:solidFill>
                  <a:srgbClr val="2B5BEB"/>
                </a:solidFill>
                <a:latin typeface="Noto Sans Bold"/>
                <a:ea typeface="Noto Sans Bold"/>
                <a:cs typeface="Noto Sans Bold"/>
              </a:defRPr>
            </a:lvl9pPr>
          </a:lstStyle>
          <a:p xmlns:a="http://schemas.openxmlformats.org/drawingml/2006/main">
            <a:pPr algn="l">
              <a:defRPr sz="3150" b="1">
                <a:solidFill>
                  <a:srgbClr val="2B5BEB"/>
                </a:solidFill>
                <a:latin typeface="Noto Sans Bold"/>
                <a:ea typeface="Noto Sans Bold"/>
                <a:cs typeface="Noto Sans Bold"/>
              </a:defRPr>
            </a:pPr>
            <a:r>
              <a:rPr sz="3150" b="1">
                <a:solidFill>
                  <a:srgbClr val="2B5BEB"/>
                </a:solidFill>
                <a:latin typeface="Noto Sans Bold"/>
                <a:ea typeface="Noto Sans Bold"/>
                <a:cs typeface="Noto Sans Bold"/>
              </a:rPr>
              <a:t>조사 과정과 보고서의 신뢰성을 함께 확인</a:t>
            </a:r>
          </a:p>
        </p:txBody>
      </p:sp>
    </p:spTree>
    <p:extLst>
      <p:ext uri="{BB962C8B-B14F-4D97-AF65-F5344CB8AC3E}">
        <p14:creationId xmlns:p14="http://schemas.microsoft.com/office/powerpoint/2010/main" val="571331820"/>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12</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Supervisor가 전문 조회·추가 조사를 조정하고, 진행 상황과 근거를 기록합니다.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C40E4B04-F7F6-48FD-B467-2C44B54114F2}"/>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C07D86C2-1E6A-4CF1-B436-B02FAE0C1029}"/>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004CFB26-78C1-4222-A848-E596155E15B5}"/>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D190D733-EDE6-4857-86B7-D9BC68548D6F}"/>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CC6C85DB-99EA-4185-988C-D7300BF8583C}"/>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F7DF0B71-2D70-4627-AC0B-7A7BFE4E60C9}"/>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2BFC9E38-E04B-49C0-B3C9-88D84B6D4C9D}"/>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E1128387-FCC2-4621-AD42-28AF06F98536}"/>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18BE9324-C01A-4F91-8324-82E252C75C7E}"/>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Supervisor · 전문 조회 조정</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가설 조사·보고서 근거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10EED478-3352-40FC-8C4B-2B8C69FF5B74}"/>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기능: 조사 원리</a:t>
            </a:r>
          </a:p>
        </p:txBody>
      </p:sp>
      <p:sp>
        <p:nvSpPr>
          <p:cNvPr id="2" name="page-number">
            <a:extLst xmlns:a="http://schemas.openxmlformats.org/drawingml/2006/main">
              <a:ext uri="{FF2B5EF4-FFF2-40B4-BE49-F238E27FC236}">
                <a16:creationId xmlns:a16="http://schemas.microsoft.com/office/drawing/2014/main" id="{5FB67FDA-676D-4638-9B58-62D509033B54}"/>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12</a:t>
            </a:r>
          </a:p>
        </p:txBody>
      </p:sp>
      <p:sp>
        <p:nvSpPr>
          <p:cNvPr id="3" name="slide-title">
            <a:extLst xmlns:a="http://schemas.openxmlformats.org/drawingml/2006/main">
              <a:ext uri="{FF2B5EF4-FFF2-40B4-BE49-F238E27FC236}">
                <a16:creationId xmlns:a16="http://schemas.microsoft.com/office/drawing/2014/main" id="{EC1FD576-3B66-484E-9C69-28C2B30A773B}"/>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가설을 구별하는 조사 규칙</a:t>
            </a:r>
          </a:p>
        </p:txBody>
      </p:sp>
      <p:sp>
        <p:nvSpPr>
          <p:cNvPr id="4" name="slide-subtitle">
            <a:extLst xmlns:a="http://schemas.openxmlformats.org/drawingml/2006/main">
              <a:ext uri="{FF2B5EF4-FFF2-40B4-BE49-F238E27FC236}">
                <a16:creationId xmlns:a16="http://schemas.microsoft.com/office/drawing/2014/main" id="{1EC78954-8C70-490E-9AB1-6A578DAFEDAB}"/>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관측을 읽기 전에 지지·반증 조건을 고정합니다.</a:t>
            </a:r>
          </a:p>
        </p:txBody>
      </p:sp>
      <p:sp>
        <p:nvSpPr>
          <p:cNvPr id="5" name="scope-note">
            <a:extLst xmlns:a="http://schemas.openxmlformats.org/drawingml/2006/main">
              <a:ext uri="{FF2B5EF4-FFF2-40B4-BE49-F238E27FC236}">
                <a16:creationId xmlns:a16="http://schemas.microsoft.com/office/drawing/2014/main" id="{6FD3E9EB-E475-46AF-9173-29A1900B3EDE}"/>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856A2643-8624-4980-9489-3AF1C540A0B5}"/>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E43C2D18-E063-4B19-BFBB-75E16FA26AD8}"/>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ule-number-0">
            <a:extLst xmlns:a="http://schemas.openxmlformats.org/drawingml/2006/main">
              <a:ext uri="{FF2B5EF4-FFF2-40B4-BE49-F238E27FC236}">
                <a16:creationId xmlns:a16="http://schemas.microsoft.com/office/drawing/2014/main" id="{7819BE29-39F5-4C0C-89D7-4D2CE587E862}"/>
              </a:ext>
            </a:extLst>
          </p:cNvPr>
          <p:cNvSpPr>
            <a:spLocks xmlns:a="http://schemas.openxmlformats.org/drawingml/2006/main" noGrp="1"/>
          </p:cNvSpPr>
          <p:nvPr/>
        </p:nvSpPr>
        <p:spPr>
          <a:xfrm xmlns:a="http://schemas.openxmlformats.org/drawingml/2006/main">
            <a:off x="1143000" y="352425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01</a:t>
            </a:r>
          </a:p>
        </p:txBody>
      </p:sp>
      <p:sp>
        <p:nvSpPr>
          <p:cNvPr id="9" name="rule-title-0">
            <a:extLst xmlns:a="http://schemas.openxmlformats.org/drawingml/2006/main">
              <a:ext uri="{FF2B5EF4-FFF2-40B4-BE49-F238E27FC236}">
                <a16:creationId xmlns:a16="http://schemas.microsoft.com/office/drawing/2014/main" id="{1DA88FFC-5460-45F9-BBE8-53FFD31811BE}"/>
              </a:ext>
            </a:extLst>
          </p:cNvPr>
          <p:cNvSpPr>
            <a:spLocks xmlns:a="http://schemas.openxmlformats.org/drawingml/2006/main" noGrp="1"/>
          </p:cNvSpPr>
          <p:nvPr/>
        </p:nvSpPr>
        <p:spPr>
          <a:xfrm xmlns:a="http://schemas.openxmlformats.org/drawingml/2006/main">
            <a:off x="2381250" y="352425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사전 조건 고정</a:t>
            </a:r>
          </a:p>
        </p:txBody>
      </p:sp>
      <p:sp>
        <p:nvSpPr>
          <p:cNvPr id="10" name="rule-body-0">
            <a:extLst xmlns:a="http://schemas.openxmlformats.org/drawingml/2006/main">
              <a:ext uri="{FF2B5EF4-FFF2-40B4-BE49-F238E27FC236}">
                <a16:creationId xmlns:a16="http://schemas.microsoft.com/office/drawing/2014/main" id="{6A7D3AC1-4C44-414C-BF7E-424B48A37E5D}"/>
              </a:ext>
            </a:extLst>
          </p:cNvPr>
          <p:cNvSpPr>
            <a:spLocks xmlns:a="http://schemas.openxmlformats.org/drawingml/2006/main" noGrp="1"/>
          </p:cNvSpPr>
          <p:nvPr/>
        </p:nvSpPr>
        <p:spPr>
          <a:xfrm xmlns:a="http://schemas.openxmlformats.org/drawingml/2006/main">
            <a:off x="8096250" y="360045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예: 작업 CPU 기여 70% 이상이면 지지</a:t>
            </a:r>
          </a:p>
        </p:txBody>
      </p:sp>
      <p:sp>
        <p:nvSpPr>
          <p:cNvPr id="11" name="rule-number-1">
            <a:extLst xmlns:a="http://schemas.openxmlformats.org/drawingml/2006/main">
              <a:ext uri="{FF2B5EF4-FFF2-40B4-BE49-F238E27FC236}">
                <a16:creationId xmlns:a16="http://schemas.microsoft.com/office/drawing/2014/main" id="{A074F22B-F98D-4C3F-9FDE-C52281504FCC}"/>
              </a:ext>
            </a:extLst>
          </p:cNvPr>
          <p:cNvSpPr>
            <a:spLocks xmlns:a="http://schemas.openxmlformats.org/drawingml/2006/main" noGrp="1"/>
          </p:cNvSpPr>
          <p:nvPr/>
        </p:nvSpPr>
        <p:spPr>
          <a:xfrm xmlns:a="http://schemas.openxmlformats.org/drawingml/2006/main">
            <a:off x="1143000" y="5095875"/>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02</a:t>
            </a:r>
          </a:p>
        </p:txBody>
      </p:sp>
      <p:sp>
        <p:nvSpPr>
          <p:cNvPr id="12" name="rule-title-1">
            <a:extLst xmlns:a="http://schemas.openxmlformats.org/drawingml/2006/main">
              <a:ext uri="{FF2B5EF4-FFF2-40B4-BE49-F238E27FC236}">
                <a16:creationId xmlns:a16="http://schemas.microsoft.com/office/drawing/2014/main" id="{4AE73513-EABA-4B72-908B-46E4ECB6C8BD}"/>
              </a:ext>
            </a:extLst>
          </p:cNvPr>
          <p:cNvSpPr>
            <a:spLocks xmlns:a="http://schemas.openxmlformats.org/drawingml/2006/main" noGrp="1"/>
          </p:cNvSpPr>
          <p:nvPr/>
        </p:nvSpPr>
        <p:spPr>
          <a:xfrm xmlns:a="http://schemas.openxmlformats.org/drawingml/2006/main">
            <a:off x="2381250" y="50958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LLM의 질문 선택</a:t>
            </a:r>
          </a:p>
        </p:txBody>
      </p:sp>
      <p:sp>
        <p:nvSpPr>
          <p:cNvPr id="13" name="rule-body-1">
            <a:extLst xmlns:a="http://schemas.openxmlformats.org/drawingml/2006/main">
              <a:ext uri="{FF2B5EF4-FFF2-40B4-BE49-F238E27FC236}">
                <a16:creationId xmlns:a16="http://schemas.microsoft.com/office/drawing/2014/main" id="{875151A5-C5C6-4A05-A025-6DCB6E354E51}"/>
              </a:ext>
            </a:extLst>
          </p:cNvPr>
          <p:cNvSpPr>
            <a:spLocks xmlns:a="http://schemas.openxmlformats.org/drawingml/2006/main" noGrp="1"/>
          </p:cNvSpPr>
          <p:nvPr/>
        </p:nvSpPr>
        <p:spPr>
          <a:xfrm xmlns:a="http://schemas.openxmlformats.org/drawingml/2006/main">
            <a:off x="8096250" y="517207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허용된 미수행 질문 중 다음 조사 선택</a:t>
            </a:r>
          </a:p>
        </p:txBody>
      </p:sp>
      <p:sp>
        <p:nvSpPr>
          <p:cNvPr id="14" name="rule-number-2">
            <a:extLst xmlns:a="http://schemas.openxmlformats.org/drawingml/2006/main">
              <a:ext uri="{FF2B5EF4-FFF2-40B4-BE49-F238E27FC236}">
                <a16:creationId xmlns:a16="http://schemas.microsoft.com/office/drawing/2014/main" id="{E1939D0C-800A-404E-BEA0-64251C3AF20F}"/>
              </a:ext>
            </a:extLst>
          </p:cNvPr>
          <p:cNvSpPr>
            <a:spLocks xmlns:a="http://schemas.openxmlformats.org/drawingml/2006/main" noGrp="1"/>
          </p:cNvSpPr>
          <p:nvPr/>
        </p:nvSpPr>
        <p:spPr>
          <a:xfrm xmlns:a="http://schemas.openxmlformats.org/drawingml/2006/main">
            <a:off x="1143000" y="666750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03</a:t>
            </a:r>
          </a:p>
        </p:txBody>
      </p:sp>
      <p:sp>
        <p:nvSpPr>
          <p:cNvPr id="15" name="rule-title-2">
            <a:extLst xmlns:a="http://schemas.openxmlformats.org/drawingml/2006/main">
              <a:ext uri="{FF2B5EF4-FFF2-40B4-BE49-F238E27FC236}">
                <a16:creationId xmlns:a16="http://schemas.microsoft.com/office/drawing/2014/main" id="{364C5610-1E05-4059-9E0F-83AB3BE841FA}"/>
              </a:ext>
            </a:extLst>
          </p:cNvPr>
          <p:cNvSpPr>
            <a:spLocks xmlns:a="http://schemas.openxmlformats.org/drawingml/2006/main" noGrp="1"/>
          </p:cNvSpPr>
          <p:nvPr/>
        </p:nvSpPr>
        <p:spPr>
          <a:xfrm xmlns:a="http://schemas.openxmlformats.org/drawingml/2006/main">
            <a:off x="2381250" y="66675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코드의 판정·종료</a:t>
            </a:r>
          </a:p>
        </p:txBody>
      </p:sp>
      <p:sp>
        <p:nvSpPr>
          <p:cNvPr id="16" name="rule-body-2">
            <a:extLst xmlns:a="http://schemas.openxmlformats.org/drawingml/2006/main">
              <a:ext uri="{FF2B5EF4-FFF2-40B4-BE49-F238E27FC236}">
                <a16:creationId xmlns:a16="http://schemas.microsoft.com/office/drawing/2014/main" id="{5F9A023E-FF9C-4604-B017-2CB92B6008A9}"/>
              </a:ext>
            </a:extLst>
          </p:cNvPr>
          <p:cNvSpPr>
            <a:spLocks xmlns:a="http://schemas.openxmlformats.org/drawingml/2006/main" noGrp="1"/>
          </p:cNvSpPr>
          <p:nvPr/>
        </p:nvSpPr>
        <p:spPr>
          <a:xfrm xmlns:a="http://schemas.openxmlformats.org/drawingml/2006/main">
            <a:off x="8096250" y="674370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관측 대조 후 반복·종료·판단 보류</a:t>
            </a:r>
          </a:p>
        </p:txBody>
      </p:sp>
      <p:sp>
        <p:nvSpPr>
          <p:cNvPr id="17" name="investigation-stop-policy">
            <a:extLst xmlns:a="http://schemas.openxmlformats.org/drawingml/2006/main">
              <a:ext uri="{FF2B5EF4-FFF2-40B4-BE49-F238E27FC236}">
                <a16:creationId xmlns:a16="http://schemas.microsoft.com/office/drawing/2014/main" id="{21DB25F7-3662-4426-8844-FF58592EAFB2}"/>
              </a:ext>
            </a:extLst>
          </p:cNvPr>
          <p:cNvSpPr>
            <a:spLocks xmlns:a="http://schemas.openxmlformats.org/drawingml/2006/main" noGrp="1"/>
          </p:cNvSpPr>
          <p:nvPr/>
        </p:nvSpPr>
        <p:spPr>
          <a:xfrm xmlns:a="http://schemas.openxmlformats.org/drawingml/2006/main">
            <a:off x="1143000" y="823912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defRPr sz="2550" b="1">
                <a:solidFill>
                  <a:srgbClr val="087F7A"/>
                </a:solidFill>
                <a:latin typeface="Noto Sans Bold"/>
                <a:ea typeface="Noto Sans Bold"/>
                <a:cs typeface="Noto Sans Bold"/>
              </a:defRPr>
            </a:lvl1pPr>
            <a:lvl2pPr algn="l">
              <a:defRPr sz="2550" b="1">
                <a:solidFill>
                  <a:srgbClr val="087F7A"/>
                </a:solidFill>
                <a:latin typeface="Noto Sans Bold"/>
                <a:ea typeface="Noto Sans Bold"/>
                <a:cs typeface="Noto Sans Bold"/>
              </a:defRPr>
            </a:lvl2pPr>
            <a:lvl3pPr algn="l">
              <a:defRPr sz="2550" b="1">
                <a:solidFill>
                  <a:srgbClr val="087F7A"/>
                </a:solidFill>
                <a:latin typeface="Noto Sans Bold"/>
                <a:ea typeface="Noto Sans Bold"/>
                <a:cs typeface="Noto Sans Bold"/>
              </a:defRPr>
            </a:lvl3pPr>
            <a:lvl4pPr algn="l">
              <a:defRPr sz="2550" b="1">
                <a:solidFill>
                  <a:srgbClr val="087F7A"/>
                </a:solidFill>
                <a:latin typeface="Noto Sans Bold"/>
                <a:ea typeface="Noto Sans Bold"/>
                <a:cs typeface="Noto Sans Bold"/>
              </a:defRPr>
            </a:lvl4pPr>
            <a:lvl5pPr algn="l">
              <a:defRPr sz="2550" b="1">
                <a:solidFill>
                  <a:srgbClr val="087F7A"/>
                </a:solidFill>
                <a:latin typeface="Noto Sans Bold"/>
                <a:ea typeface="Noto Sans Bold"/>
                <a:cs typeface="Noto Sans Bold"/>
              </a:defRPr>
            </a:lvl5pPr>
            <a:lvl6pPr algn="l">
              <a:defRPr sz="2550" b="1">
                <a:solidFill>
                  <a:srgbClr val="087F7A"/>
                </a:solidFill>
                <a:latin typeface="Noto Sans Bold"/>
                <a:ea typeface="Noto Sans Bold"/>
                <a:cs typeface="Noto Sans Bold"/>
              </a:defRPr>
            </a:lvl6pPr>
            <a:lvl7pPr algn="l">
              <a:defRPr sz="2550" b="1">
                <a:solidFill>
                  <a:srgbClr val="087F7A"/>
                </a:solidFill>
                <a:latin typeface="Noto Sans Bold"/>
                <a:ea typeface="Noto Sans Bold"/>
                <a:cs typeface="Noto Sans Bold"/>
              </a:defRPr>
            </a:lvl7pPr>
            <a:lvl8pPr algn="l">
              <a:defRPr sz="2550" b="1">
                <a:solidFill>
                  <a:srgbClr val="087F7A"/>
                </a:solidFill>
                <a:latin typeface="Noto Sans Bold"/>
                <a:ea typeface="Noto Sans Bold"/>
                <a:cs typeface="Noto Sans Bold"/>
              </a:defRPr>
            </a:lvl8pPr>
            <a:lvl9pPr algn="l">
              <a:defRPr sz="2550" b="1">
                <a:solidFill>
                  <a:srgbClr val="087F7A"/>
                </a:solidFill>
                <a:latin typeface="Noto Sans Bold"/>
                <a:ea typeface="Noto Sans Bold"/>
                <a:cs typeface="Noto Sans Bold"/>
              </a:defRPr>
            </a:lvl9pPr>
          </a:lstStyle>
          <a:p xmlns:a="http://schemas.openxmlformats.org/drawingml/2006/main">
            <a:pPr algn="l">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충분한 구별 근거가 확보되면 한도 전에 종료</a:t>
            </a:r>
          </a:p>
        </p:txBody>
      </p:sp>
    </p:spTree>
    <p:extLst>
      <p:ext uri="{BB962C8B-B14F-4D97-AF65-F5344CB8AC3E}">
        <p14:creationId xmlns:p14="http://schemas.microsoft.com/office/powerpoint/2010/main" val="2119773544"/>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423DF070-77A4-47AA-983A-D306DAF3CA7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조사 과정</a:t>
            </a:r>
          </a:p>
        </p:txBody>
      </p:sp>
      <p:sp>
        <p:nvSpPr>
          <p:cNvPr id="2" name="page-number">
            <a:extLst xmlns:a="http://schemas.openxmlformats.org/drawingml/2006/main">
              <a:ext uri="{FF2B5EF4-FFF2-40B4-BE49-F238E27FC236}">
                <a16:creationId xmlns:a16="http://schemas.microsoft.com/office/drawing/2014/main" id="{60E569DE-9EEE-438E-9A78-A454EE61F4A9}"/>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12</a:t>
            </a:r>
          </a:p>
        </p:txBody>
      </p:sp>
      <p:sp>
        <p:nvSpPr>
          <p:cNvPr id="3" name="slide-title">
            <a:extLst xmlns:a="http://schemas.openxmlformats.org/drawingml/2006/main">
              <a:ext uri="{FF2B5EF4-FFF2-40B4-BE49-F238E27FC236}">
                <a16:creationId xmlns:a16="http://schemas.microsoft.com/office/drawing/2014/main" id="{03BD915F-2267-47A2-8197-218937985EFD}"/>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추가 조사 화면</a:t>
            </a:r>
          </a:p>
        </p:txBody>
      </p:sp>
      <p:sp>
        <p:nvSpPr>
          <p:cNvPr id="4" name="slide-subtitle">
            <a:extLst xmlns:a="http://schemas.openxmlformats.org/drawingml/2006/main">
              <a:ext uri="{FF2B5EF4-FFF2-40B4-BE49-F238E27FC236}">
                <a16:creationId xmlns:a16="http://schemas.microsoft.com/office/drawing/2014/main" id="{C3E494CC-268A-4996-9194-B873CE8E2DBC}"/>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CPU 귀속을 확인하고, 요청량 관측으로 교차 확인했습니다.</a:t>
            </a:r>
          </a:p>
        </p:txBody>
      </p:sp>
      <p:sp>
        <p:nvSpPr>
          <p:cNvPr id="5" name="scope-note">
            <a:extLst xmlns:a="http://schemas.openxmlformats.org/drawingml/2006/main">
              <a:ext uri="{FF2B5EF4-FFF2-40B4-BE49-F238E27FC236}">
                <a16:creationId xmlns:a16="http://schemas.microsoft.com/office/drawing/2014/main" id="{41C033BB-804F-4ED8-93C3-AA9EFBA78AD5}"/>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Ollama 보존 실행 / 교육용 합성 관측 / 원본 화면의 결과 영역 발췌</a:t>
            </a:r>
          </a:p>
        </p:txBody>
      </p:sp>
      <p:cxnSp>
        <p:nvCxnSpPr>
          <p:cNvPr id="6" name="footer-rule">
            <a:extLst xmlns:a="http://schemas.openxmlformats.org/drawingml/2006/main">
              <a:ext uri="{FF2B5EF4-FFF2-40B4-BE49-F238E27FC236}">
                <a16:creationId xmlns:a16="http://schemas.microsoft.com/office/drawing/2014/main" id="{971AEEBD-1B2D-4EF9-A609-EEE3DCD7859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789BC838-A1A3-481C-9C36-74A84E464C6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pic>
        <p:nvPicPr>
          <p:cNvPr id="8" name="">
            <a:extLst xmlns:a="http://schemas.openxmlformats.org/drawingml/2006/main">
              <a:ext uri="{FF2B5EF4-FFF2-40B4-BE49-F238E27FC236}">
                <a16:creationId xmlns:a16="http://schemas.microsoft.com/office/drawing/2014/main" id="{86E47AD2-9D87-48D6-8770-FE6E75C5B819}"/>
              </a:ext>
            </a:extLst>
          </p:cNvPr>
          <p:cNvPicPr>
            <a:picLocks xmlns:a="http://schemas.openxmlformats.org/drawingml/2006/main" noChangeAspect="1"/>
          </p:cNvPicPr>
          <p:nvPr/>
        </p:nvPicPr>
        <p:blipFill>
          <a:blip xmlns:r="http://schemas.openxmlformats.org/officeDocument/2006/relationships" xmlns:a="http://schemas.openxmlformats.org/drawingml/2006/main" r:embed="R671e6c0e6ce743b3"/>
          <a:srcRect xmlns:a="http://schemas.openxmlformats.org/drawingml/2006/main" l="19531" t="55833" r="25781" b="13611"/>
          <a:stretch xmlns:a="http://schemas.openxmlformats.org/drawingml/2006/main"/>
        </p:blipFill>
        <p:spPr>
          <a:xfrm xmlns:a="http://schemas.openxmlformats.org/drawingml/2006/main">
            <a:off x="1428750" y="3238500"/>
            <a:ext cx="15430500" cy="4849559"/>
          </a:xfrm>
          <a:prstGeom xmlns:a="http://schemas.openxmlformats.org/drawingml/2006/main" prst="rect">
            <a:avLst/>
          </a:prstGeom>
        </p:spPr>
      </p:pic>
      <p:sp>
        <p:nvSpPr>
          <p:cNvPr id="9" name="actual-stop-reason">
            <a:extLst xmlns:a="http://schemas.openxmlformats.org/drawingml/2006/main">
              <a:ext uri="{FF2B5EF4-FFF2-40B4-BE49-F238E27FC236}">
                <a16:creationId xmlns:a16="http://schemas.microsoft.com/office/drawing/2014/main" id="{2B9F6A61-154B-48CB-B80C-42BB09735B37}"/>
              </a:ext>
            </a:extLst>
          </p:cNvPr>
          <p:cNvSpPr>
            <a:spLocks xmlns:a="http://schemas.openxmlformats.org/drawingml/2006/main" noGrp="1"/>
          </p:cNvSpPr>
          <p:nvPr/>
        </p:nvSpPr>
        <p:spPr>
          <a:xfrm xmlns:a="http://schemas.openxmlformats.org/drawingml/2006/main">
            <a:off x="1143000" y="8372475"/>
            <a:ext cx="1600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defRPr sz="2550" b="1">
                <a:solidFill>
                  <a:srgbClr val="087F7A"/>
                </a:solidFill>
                <a:latin typeface="Noto Sans Bold"/>
                <a:ea typeface="Noto Sans Bold"/>
                <a:cs typeface="Noto Sans Bold"/>
              </a:defRPr>
            </a:lvl1pPr>
            <a:lvl2pPr algn="l">
              <a:defRPr sz="2550" b="1">
                <a:solidFill>
                  <a:srgbClr val="087F7A"/>
                </a:solidFill>
                <a:latin typeface="Noto Sans Bold"/>
                <a:ea typeface="Noto Sans Bold"/>
                <a:cs typeface="Noto Sans Bold"/>
              </a:defRPr>
            </a:lvl2pPr>
            <a:lvl3pPr algn="l">
              <a:defRPr sz="2550" b="1">
                <a:solidFill>
                  <a:srgbClr val="087F7A"/>
                </a:solidFill>
                <a:latin typeface="Noto Sans Bold"/>
                <a:ea typeface="Noto Sans Bold"/>
                <a:cs typeface="Noto Sans Bold"/>
              </a:defRPr>
            </a:lvl3pPr>
            <a:lvl4pPr algn="l">
              <a:defRPr sz="2550" b="1">
                <a:solidFill>
                  <a:srgbClr val="087F7A"/>
                </a:solidFill>
                <a:latin typeface="Noto Sans Bold"/>
                <a:ea typeface="Noto Sans Bold"/>
                <a:cs typeface="Noto Sans Bold"/>
              </a:defRPr>
            </a:lvl4pPr>
            <a:lvl5pPr algn="l">
              <a:defRPr sz="2550" b="1">
                <a:solidFill>
                  <a:srgbClr val="087F7A"/>
                </a:solidFill>
                <a:latin typeface="Noto Sans Bold"/>
                <a:ea typeface="Noto Sans Bold"/>
                <a:cs typeface="Noto Sans Bold"/>
              </a:defRPr>
            </a:lvl5pPr>
            <a:lvl6pPr algn="l">
              <a:defRPr sz="2550" b="1">
                <a:solidFill>
                  <a:srgbClr val="087F7A"/>
                </a:solidFill>
                <a:latin typeface="Noto Sans Bold"/>
                <a:ea typeface="Noto Sans Bold"/>
                <a:cs typeface="Noto Sans Bold"/>
              </a:defRPr>
            </a:lvl6pPr>
            <a:lvl7pPr algn="l">
              <a:defRPr sz="2550" b="1">
                <a:solidFill>
                  <a:srgbClr val="087F7A"/>
                </a:solidFill>
                <a:latin typeface="Noto Sans Bold"/>
                <a:ea typeface="Noto Sans Bold"/>
                <a:cs typeface="Noto Sans Bold"/>
              </a:defRPr>
            </a:lvl7pPr>
            <a:lvl8pPr algn="l">
              <a:defRPr sz="2550" b="1">
                <a:solidFill>
                  <a:srgbClr val="087F7A"/>
                </a:solidFill>
                <a:latin typeface="Noto Sans Bold"/>
                <a:ea typeface="Noto Sans Bold"/>
                <a:cs typeface="Noto Sans Bold"/>
              </a:defRPr>
            </a:lvl8pPr>
            <a:lvl9pPr algn="l">
              <a:defRPr sz="2550" b="1">
                <a:solidFill>
                  <a:srgbClr val="087F7A"/>
                </a:solidFill>
                <a:latin typeface="Noto Sans Bold"/>
                <a:ea typeface="Noto Sans Bold"/>
                <a:cs typeface="Noto Sans Bold"/>
              </a:defRPr>
            </a:lvl9pPr>
          </a:lstStyle>
          <a:p xmlns:a="http://schemas.openxmlformats.org/drawingml/2006/main">
            <a:pPr algn="l">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두 종류 관측의 교차 지지와 경쟁 가설 반증 확보 후 종료</a:t>
            </a:r>
          </a:p>
        </p:txBody>
      </p:sp>
    </p:spTree>
    <p:extLst>
      <p:ext uri="{BB962C8B-B14F-4D97-AF65-F5344CB8AC3E}">
        <p14:creationId xmlns:p14="http://schemas.microsoft.com/office/powerpoint/2010/main" val="1849582691"/>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9072E988-5ECC-4A1A-91F1-3D526CA6D9A1}"/>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가설 비교</a:t>
            </a:r>
          </a:p>
        </p:txBody>
      </p:sp>
      <p:sp>
        <p:nvSpPr>
          <p:cNvPr id="2" name="page-number">
            <a:extLst xmlns:a="http://schemas.openxmlformats.org/drawingml/2006/main">
              <a:ext uri="{FF2B5EF4-FFF2-40B4-BE49-F238E27FC236}">
                <a16:creationId xmlns:a16="http://schemas.microsoft.com/office/drawing/2014/main" id="{CCEFB3D4-65BE-4C1D-BDB4-85B01D78AE97}"/>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12</a:t>
            </a:r>
          </a:p>
        </p:txBody>
      </p:sp>
      <p:sp>
        <p:nvSpPr>
          <p:cNvPr id="3" name="slide-title">
            <a:extLst xmlns:a="http://schemas.openxmlformats.org/drawingml/2006/main">
              <a:ext uri="{FF2B5EF4-FFF2-40B4-BE49-F238E27FC236}">
                <a16:creationId xmlns:a16="http://schemas.microsoft.com/office/drawing/2014/main" id="{12D3B2E8-207E-467A-9A6A-26E3E26CF308}"/>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같은 경고에서 달라진 판단</a:t>
            </a:r>
          </a:p>
        </p:txBody>
      </p:sp>
      <p:sp>
        <p:nvSpPr>
          <p:cNvPr id="4" name="slide-subtitle">
            <a:extLst xmlns:a="http://schemas.openxmlformats.org/drawingml/2006/main">
              <a:ext uri="{FF2B5EF4-FFF2-40B4-BE49-F238E27FC236}">
                <a16:creationId xmlns:a16="http://schemas.microsoft.com/office/drawing/2014/main" id="{F61D6165-5B3B-42DE-B993-C8153BD0EE31}"/>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최초 조건은 동일: CPU 91%와 중복 배치 경고</a:t>
            </a:r>
          </a:p>
        </p:txBody>
      </p:sp>
      <p:sp>
        <p:nvSpPr>
          <p:cNvPr id="5" name="scope-note">
            <a:extLst xmlns:a="http://schemas.openxmlformats.org/drawingml/2006/main">
              <a:ext uri="{FF2B5EF4-FFF2-40B4-BE49-F238E27FC236}">
                <a16:creationId xmlns:a16="http://schemas.microsoft.com/office/drawing/2014/main" id="{6C48287C-AF43-4072-8B27-4709332514F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LLM 실행 발췌 / 교육용 합성 관측 / 교차 지지는 인과 확정과 구분</a:t>
            </a:r>
          </a:p>
        </p:txBody>
      </p:sp>
      <p:cxnSp>
        <p:nvCxnSpPr>
          <p:cNvPr id="6" name="footer-rule">
            <a:extLst xmlns:a="http://schemas.openxmlformats.org/drawingml/2006/main">
              <a:ext uri="{FF2B5EF4-FFF2-40B4-BE49-F238E27FC236}">
                <a16:creationId xmlns:a16="http://schemas.microsoft.com/office/drawing/2014/main" id="{71EF6EE3-1145-4B46-889A-92D081FCA99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162589DA-5560-463C-AD0F-8149283C159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2742E36E-9375-491E-8A68-D149CB2598FC}"/>
              </a:ext>
            </a:extLst>
          </p:cNvPr>
          <p:cNvGraphicFramePr/>
          <p:nvPr/>
        </p:nvGraphicFramePr>
        <p:xfrm>
          <a:off xmlns:a="http://schemas.openxmlformats.org/drawingml/2006/main" x="1143000" y="3714750"/>
          <a:ext xmlns:a="http://schemas.openxmlformats.org/drawingml/2006/main" cx="16002000" cy="3590925"/>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A · 배치 가설 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B · 요청량 가설 사례</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524000">
                <a:tc>
                  <a:txBody>
                    <a:bodyPr/>
                    <a:lstStyle/>
                    <a:p>
                      <a:r>
                        <a:rPr sz="2700">
                          <a:solidFill>
                            <a:srgbClr val="122C46"/>
                          </a:solidFill>
                          <a:latin typeface="Noto Sans Kr"/>
                          <a:ea typeface="Noto Sans Kr"/>
                          <a:cs typeface="Noto Sans Kr"/>
                        </a:rPr>
                        <a:t>배치 CPU 기여 86%</a:t>
                      </a:r>
                    </a:p>
                    <a:p>
                      <a:r>
                        <a:rPr sz="2700">
                          <a:solidFill>
                            <a:srgbClr val="122C46"/>
                          </a:solidFill>
                          <a:latin typeface="Noto Sans Kr"/>
                          <a:ea typeface="Noto Sans Kr"/>
                          <a:cs typeface="Noto Sans Kr"/>
                        </a:rPr>
                        <a:t>중복 작업 2개·4분 겹침</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배치 CPU 5%·요청 처리 88%</a:t>
                      </a:r>
                    </a:p>
                    <a:p>
                      <a:r>
                        <a:rPr sz="2700">
                          <a:solidFill>
                            <a:srgbClr val="122C46"/>
                          </a:solidFill>
                          <a:latin typeface="Noto Sans Kr"/>
                          <a:ea typeface="Noto Sans Kr"/>
                          <a:cs typeface="Noto Sans Kr"/>
                        </a:rPr>
                        <a:t>요청량 100 → 320 RPS (3.20배)</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381125">
                <a:tc>
                  <a:txBody>
                    <a:bodyPr/>
                    <a:lstStyle/>
                    <a:p>
                      <a:r>
                        <a:rPr sz="2700" b="1">
                          <a:solidFill>
                            <a:srgbClr val="087F7A"/>
                          </a:solidFill>
                          <a:latin typeface="Noto Sans Bold"/>
                          <a:ea typeface="Noto Sans Bold"/>
                          <a:cs typeface="Noto Sans Bold"/>
                        </a:rPr>
                        <a:t>배치 가설 교차 지지</a:t>
                      </a:r>
                    </a:p>
                    <a:p>
                      <a:r>
                        <a:rPr sz="2700" b="1">
                          <a:solidFill>
                            <a:srgbClr val="087F7A"/>
                          </a:solidFill>
                          <a:latin typeface="Noto Sans Bold"/>
                          <a:ea typeface="Noto Sans Bold"/>
                          <a:cs typeface="Noto Sans Bold"/>
                        </a:rPr>
                        <a:t>추가 조회 3회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b="1">
                          <a:solidFill>
                            <a:srgbClr val="2B5BEB"/>
                          </a:solidFill>
                          <a:latin typeface="Noto Sans Bold"/>
                          <a:ea typeface="Noto Sans Bold"/>
                          <a:cs typeface="Noto Sans Bold"/>
                        </a:rPr>
                        <a:t>요청량 가설 교차 지지</a:t>
                      </a:r>
                    </a:p>
                    <a:p>
                      <a:r>
                        <a:rPr sz="2700" b="1">
                          <a:solidFill>
                            <a:srgbClr val="2B5BEB"/>
                          </a:solidFill>
                          <a:latin typeface="Noto Sans Bold"/>
                          <a:ea typeface="Noto Sans Bold"/>
                          <a:cs typeface="Noto Sans Bold"/>
                        </a:rPr>
                        <a:t>추가 조회 2회</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comparison-message">
            <a:extLst xmlns:a="http://schemas.openxmlformats.org/drawingml/2006/main">
              <a:ext uri="{FF2B5EF4-FFF2-40B4-BE49-F238E27FC236}">
                <a16:creationId xmlns:a16="http://schemas.microsoft.com/office/drawing/2014/main" id="{498E2CF4-2A38-4DAD-A88F-FA8FD2BB9B94}"/>
              </a:ext>
            </a:extLst>
          </p:cNvPr>
          <p:cNvSpPr>
            <a:spLocks xmlns:a="http://schemas.openxmlformats.org/drawingml/2006/main" noGrp="1"/>
          </p:cNvSpPr>
          <p:nvPr/>
        </p:nvSpPr>
        <p:spPr>
          <a:xfrm xmlns:a="http://schemas.openxmlformats.org/drawingml/2006/main">
            <a:off x="1143000" y="79533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추가 관측이 최종 판단을 바꿉니다</a:t>
            </a:r>
          </a:p>
        </p:txBody>
      </p:sp>
    </p:spTree>
    <p:extLst>
      <p:ext uri="{BB962C8B-B14F-4D97-AF65-F5344CB8AC3E}">
        <p14:creationId xmlns:p14="http://schemas.microsoft.com/office/powerpoint/2010/main" val="126919471"/>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04D2D927-6F4D-46BC-A6EC-594CA75BB44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적용 기술: 표준 인터페이스</a:t>
            </a:r>
          </a:p>
        </p:txBody>
      </p:sp>
      <p:sp>
        <p:nvSpPr>
          <p:cNvPr id="2" name="page-number">
            <a:extLst xmlns:a="http://schemas.openxmlformats.org/drawingml/2006/main">
              <a:ext uri="{FF2B5EF4-FFF2-40B4-BE49-F238E27FC236}">
                <a16:creationId xmlns:a16="http://schemas.microsoft.com/office/drawing/2014/main" id="{1EC50B37-4F57-47AF-A7EE-1FEFFE59C2A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12</a:t>
            </a:r>
          </a:p>
        </p:txBody>
      </p:sp>
      <p:sp>
        <p:nvSpPr>
          <p:cNvPr id="3" name="slide-title">
            <a:extLst xmlns:a="http://schemas.openxmlformats.org/drawingml/2006/main">
              <a:ext uri="{FF2B5EF4-FFF2-40B4-BE49-F238E27FC236}">
                <a16:creationId xmlns:a16="http://schemas.microsoft.com/office/drawing/2014/main" id="{0BAA5C63-2427-47B3-B4AB-B23A3467049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MCP로 연결한 조회와 문서</a:t>
            </a:r>
          </a:p>
        </p:txBody>
      </p:sp>
      <p:sp>
        <p:nvSpPr>
          <p:cNvPr id="4" name="slide-subtitle">
            <a:extLst xmlns:a="http://schemas.openxmlformats.org/drawingml/2006/main">
              <a:ext uri="{FF2B5EF4-FFF2-40B4-BE49-F238E27FC236}">
                <a16:creationId xmlns:a16="http://schemas.microsoft.com/office/drawing/2014/main" id="{E6A6788F-48E8-4C8A-99B6-B926F0FF944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관측·문서·조사 절차를 표준 인터페이스로 연결했습니다.</a:t>
            </a:r>
          </a:p>
        </p:txBody>
      </p:sp>
      <p:sp>
        <p:nvSpPr>
          <p:cNvPr id="5" name="scope-note">
            <a:extLst xmlns:a="http://schemas.openxmlformats.org/drawingml/2006/main">
              <a:ext uri="{FF2B5EF4-FFF2-40B4-BE49-F238E27FC236}">
                <a16:creationId xmlns:a16="http://schemas.microsoft.com/office/drawing/2014/main" id="{CDFB69EF-A47C-4B7B-A690-37F7AF792C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모든 도구는 읽기 전용 / 시스템 재시작·배포·설정 변경은 실행하지 않음</a:t>
            </a:r>
          </a:p>
        </p:txBody>
      </p:sp>
      <p:cxnSp>
        <p:nvCxnSpPr>
          <p:cNvPr id="6" name="footer-rule">
            <a:extLst xmlns:a="http://schemas.openxmlformats.org/drawingml/2006/main">
              <a:ext uri="{FF2B5EF4-FFF2-40B4-BE49-F238E27FC236}">
                <a16:creationId xmlns:a16="http://schemas.microsoft.com/office/drawing/2014/main" id="{BCBCBFAF-093C-433B-967D-A1B25E5450C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152C6484-4584-4199-B48E-9614075E0D8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953970A7-5E17-4B72-A3D0-FB18C433A019}"/>
              </a:ext>
            </a:extLst>
          </p:cNvPr>
          <p:cNvGraphicFramePr/>
          <p:nvPr/>
        </p:nvGraphicFramePr>
        <p:xfrm>
          <a:off xmlns:a="http://schemas.openxmlformats.org/drawingml/2006/main" x="1143000" y="4048125"/>
          <a:ext xmlns:a="http://schemas.openxmlformats.org/drawingml/2006/main" cx="16002000" cy="2667000"/>
        </p:xfrm>
        <a:graphic xmlns:a="http://schemas.openxmlformats.org/drawingml/2006/main">
          <a:graphicData uri="http://schemas.openxmlformats.org/drawingml/2006/table">
            <a:tbl>
              <a:tblPr firstRow="0" bandRow="0"/>
              <a:tblGrid>
                <a:gridCol w="5334000"/>
                <a:gridCol w="5334000"/>
                <a:gridCol w="5334000"/>
              </a:tblGrid>
              <a:tr h="857250">
                <a:tc>
                  <a:txBody>
                    <a:bodyPr/>
                    <a:lstStyle/>
                    <a:p>
                      <a:r>
                        <a:rPr sz="3150" b="1">
                          <a:solidFill>
                            <a:srgbClr val="FFFFFF"/>
                          </a:solidFill>
                          <a:latin typeface="Noto Sans Bold"/>
                          <a:ea typeface="Noto Sans Bold"/>
                          <a:cs typeface="Noto Sans Bold"/>
                        </a:rPr>
                        <a:t>Tool</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3150" b="1">
                          <a:solidFill>
                            <a:srgbClr val="FFFFFF"/>
                          </a:solidFill>
                          <a:latin typeface="Noto Sans Bold"/>
                          <a:ea typeface="Noto Sans Bold"/>
                          <a:cs typeface="Noto Sans Bold"/>
                        </a:rPr>
                        <a:t>Resource</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3150" b="1">
                          <a:solidFill>
                            <a:srgbClr val="FFFFFF"/>
                          </a:solidFill>
                          <a:latin typeface="Noto Sans Bold"/>
                          <a:ea typeface="Noto Sans Bold"/>
                          <a:cs typeface="Noto Sans Bold"/>
                        </a:rPr>
                        <a:t>Prompt</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809750">
                <a:tc>
                  <a:txBody>
                    <a:bodyPr/>
                    <a:lstStyle/>
                    <a:p>
                      <a:r>
                        <a:rPr sz="2700">
                          <a:solidFill>
                            <a:srgbClr val="122C46"/>
                          </a:solidFill>
                          <a:latin typeface="Noto Sans Kr"/>
                          <a:ea typeface="Noto Sans Kr"/>
                          <a:cs typeface="Noto Sans Kr"/>
                        </a:rPr>
                        <a:t>지표·로그·추가 관측 조회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런북 원문 제공</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대상·증상을 포함한</a:t>
                      </a:r>
                    </a:p>
                    <a:p>
                      <a:r>
                        <a:rPr sz="2700">
                          <a:solidFill>
                            <a:srgbClr val="122C46"/>
                          </a:solidFill>
                          <a:latin typeface="Noto Sans Kr"/>
                          <a:ea typeface="Noto Sans Kr"/>
                          <a:cs typeface="Noto Sans Kr"/>
                        </a:rPr>
                        <a:t>공통 조사 절차</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mcp-message">
            <a:extLst xmlns:a="http://schemas.openxmlformats.org/drawingml/2006/main">
              <a:ext uri="{FF2B5EF4-FFF2-40B4-BE49-F238E27FC236}">
                <a16:creationId xmlns:a16="http://schemas.microsoft.com/office/drawing/2014/main" id="{A25FB5D7-E8B8-42C7-80EB-71C3B193BA41}"/>
              </a:ext>
            </a:extLst>
          </p:cNvPr>
          <p:cNvSpPr>
            <a:spLocks xmlns:a="http://schemas.openxmlformats.org/drawingml/2006/main" noGrp="1"/>
          </p:cNvSpPr>
          <p:nvPr/>
        </p:nvSpPr>
        <p:spPr>
          <a:xfrm xmlns:a="http://schemas.openxmlformats.org/drawingml/2006/main">
            <a:off x="1143000" y="785812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150" b="1">
                <a:solidFill>
                  <a:srgbClr val="2B5BEB"/>
                </a:solidFill>
                <a:latin typeface="Noto Sans Bold"/>
                <a:ea typeface="Noto Sans Bold"/>
                <a:cs typeface="Noto Sans Bold"/>
              </a:defRPr>
            </a:defPPr>
            <a:lvl1pPr algn="l">
              <a:defRPr sz="3150" b="1">
                <a:solidFill>
                  <a:srgbClr val="2B5BEB"/>
                </a:solidFill>
                <a:latin typeface="Noto Sans Bold"/>
                <a:ea typeface="Noto Sans Bold"/>
                <a:cs typeface="Noto Sans Bold"/>
              </a:defRPr>
            </a:lvl1pPr>
            <a:lvl2pPr algn="l">
              <a:defRPr sz="3150" b="1">
                <a:solidFill>
                  <a:srgbClr val="2B5BEB"/>
                </a:solidFill>
                <a:latin typeface="Noto Sans Bold"/>
                <a:ea typeface="Noto Sans Bold"/>
                <a:cs typeface="Noto Sans Bold"/>
              </a:defRPr>
            </a:lvl2pPr>
            <a:lvl3pPr algn="l">
              <a:defRPr sz="3150" b="1">
                <a:solidFill>
                  <a:srgbClr val="2B5BEB"/>
                </a:solidFill>
                <a:latin typeface="Noto Sans Bold"/>
                <a:ea typeface="Noto Sans Bold"/>
                <a:cs typeface="Noto Sans Bold"/>
              </a:defRPr>
            </a:lvl3pPr>
            <a:lvl4pPr algn="l">
              <a:defRPr sz="3150" b="1">
                <a:solidFill>
                  <a:srgbClr val="2B5BEB"/>
                </a:solidFill>
                <a:latin typeface="Noto Sans Bold"/>
                <a:ea typeface="Noto Sans Bold"/>
                <a:cs typeface="Noto Sans Bold"/>
              </a:defRPr>
            </a:lvl4pPr>
            <a:lvl5pPr algn="l">
              <a:defRPr sz="3150" b="1">
                <a:solidFill>
                  <a:srgbClr val="2B5BEB"/>
                </a:solidFill>
                <a:latin typeface="Noto Sans Bold"/>
                <a:ea typeface="Noto Sans Bold"/>
                <a:cs typeface="Noto Sans Bold"/>
              </a:defRPr>
            </a:lvl5pPr>
            <a:lvl6pPr algn="l">
              <a:defRPr sz="3150" b="1">
                <a:solidFill>
                  <a:srgbClr val="2B5BEB"/>
                </a:solidFill>
                <a:latin typeface="Noto Sans Bold"/>
                <a:ea typeface="Noto Sans Bold"/>
                <a:cs typeface="Noto Sans Bold"/>
              </a:defRPr>
            </a:lvl6pPr>
            <a:lvl7pPr algn="l">
              <a:defRPr sz="3150" b="1">
                <a:solidFill>
                  <a:srgbClr val="2B5BEB"/>
                </a:solidFill>
                <a:latin typeface="Noto Sans Bold"/>
                <a:ea typeface="Noto Sans Bold"/>
                <a:cs typeface="Noto Sans Bold"/>
              </a:defRPr>
            </a:lvl7pPr>
            <a:lvl8pPr algn="l">
              <a:defRPr sz="3150" b="1">
                <a:solidFill>
                  <a:srgbClr val="2B5BEB"/>
                </a:solidFill>
                <a:latin typeface="Noto Sans Bold"/>
                <a:ea typeface="Noto Sans Bold"/>
                <a:cs typeface="Noto Sans Bold"/>
              </a:defRPr>
            </a:lvl8pPr>
            <a:lvl9pPr algn="l">
              <a:defRPr sz="3150" b="1">
                <a:solidFill>
                  <a:srgbClr val="2B5BEB"/>
                </a:solidFill>
                <a:latin typeface="Noto Sans Bold"/>
                <a:ea typeface="Noto Sans Bold"/>
                <a:cs typeface="Noto Sans Bold"/>
              </a:defRPr>
            </a:lvl9pPr>
          </a:lstStyle>
          <a:p xmlns:a="http://schemas.openxmlformats.org/drawingml/2006/main">
            <a:pPr algn="l">
              <a:defRPr sz="3150" b="1">
                <a:solidFill>
                  <a:srgbClr val="2B5BEB"/>
                </a:solidFill>
                <a:latin typeface="Noto Sans Bold"/>
                <a:ea typeface="Noto Sans Bold"/>
                <a:cs typeface="Noto Sans Bold"/>
              </a:defRPr>
            </a:pPr>
            <a:r>
              <a:rPr sz="3150" b="1">
                <a:solidFill>
                  <a:srgbClr val="2B5BEB"/>
                </a:solidFill>
                <a:latin typeface="Noto Sans Bold"/>
                <a:ea typeface="Noto Sans Bold"/>
                <a:cs typeface="Noto Sans Bold"/>
              </a:rPr>
              <a:t>조회와 문서의 출처를 같은 흐름에서 확인</a:t>
            </a:r>
          </a:p>
        </p:txBody>
      </p:sp>
    </p:spTree>
    <p:extLst>
      <p:ext uri="{BB962C8B-B14F-4D97-AF65-F5344CB8AC3E}">
        <p14:creationId xmlns:p14="http://schemas.microsoft.com/office/powerpoint/2010/main" val="1313214799"/>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2D64C0F0-6B35-4386-8725-F93C6178EFC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적용 기술: 의미 검색</a:t>
            </a:r>
          </a:p>
        </p:txBody>
      </p:sp>
      <p:sp>
        <p:nvSpPr>
          <p:cNvPr id="2" name="page-number">
            <a:extLst xmlns:a="http://schemas.openxmlformats.org/drawingml/2006/main">
              <a:ext uri="{FF2B5EF4-FFF2-40B4-BE49-F238E27FC236}">
                <a16:creationId xmlns:a16="http://schemas.microsoft.com/office/drawing/2014/main" id="{2521C8CF-83B7-4305-93E7-B134A6CF10E2}"/>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12</a:t>
            </a:r>
          </a:p>
        </p:txBody>
      </p:sp>
      <p:sp>
        <p:nvSpPr>
          <p:cNvPr id="3" name="slide-title">
            <a:extLst xmlns:a="http://schemas.openxmlformats.org/drawingml/2006/main">
              <a:ext uri="{FF2B5EF4-FFF2-40B4-BE49-F238E27FC236}">
                <a16:creationId xmlns:a16="http://schemas.microsoft.com/office/drawing/2014/main" id="{A2E07FBA-B118-474F-9E33-2050AB51FA4A}"/>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관측을 반영하는 RAG 검색</a:t>
            </a:r>
          </a:p>
        </p:txBody>
      </p:sp>
      <p:sp>
        <p:nvSpPr>
          <p:cNvPr id="4" name="slide-subtitle">
            <a:extLst xmlns:a="http://schemas.openxmlformats.org/drawingml/2006/main">
              <a:ext uri="{FF2B5EF4-FFF2-40B4-BE49-F238E27FC236}">
                <a16:creationId xmlns:a16="http://schemas.microsoft.com/office/drawing/2014/main" id="{FA6A1CC9-410D-41CE-B9BA-3F1D00F4FEE3}"/>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사용자 질문에 실제 조회한 지표·알림을 더해 검색합니다.</a:t>
            </a:r>
          </a:p>
        </p:txBody>
      </p:sp>
      <p:sp>
        <p:nvSpPr>
          <p:cNvPr id="5" name="scope-note">
            <a:extLst xmlns:a="http://schemas.openxmlformats.org/drawingml/2006/main">
              <a:ext uri="{FF2B5EF4-FFF2-40B4-BE49-F238E27FC236}">
                <a16:creationId xmlns:a16="http://schemas.microsoft.com/office/drawing/2014/main" id="{98700258-3786-43AB-999C-181111AA64F4}"/>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모듈 분리·의존성 주입으로 모델·도구·검색기 교체 / 관련 원문이 없으면 정보 부족 표시</a:t>
            </a:r>
          </a:p>
        </p:txBody>
      </p:sp>
      <p:cxnSp>
        <p:nvCxnSpPr>
          <p:cNvPr id="6" name="footer-rule">
            <a:extLst xmlns:a="http://schemas.openxmlformats.org/drawingml/2006/main">
              <a:ext uri="{FF2B5EF4-FFF2-40B4-BE49-F238E27FC236}">
                <a16:creationId xmlns:a16="http://schemas.microsoft.com/office/drawing/2014/main" id="{4C07647D-D549-45EB-AD81-A1931D6B2E4A}"/>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ABD06849-BFF3-4120-9793-B2EDCAB4272D}"/>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ag-number-0">
            <a:extLst xmlns:a="http://schemas.openxmlformats.org/drawingml/2006/main">
              <a:ext uri="{FF2B5EF4-FFF2-40B4-BE49-F238E27FC236}">
                <a16:creationId xmlns:a16="http://schemas.microsoft.com/office/drawing/2014/main" id="{E7CB5A35-C4BB-461F-93A7-04FDB74804E6}"/>
              </a:ext>
            </a:extLst>
          </p:cNvPr>
          <p:cNvSpPr>
            <a:spLocks xmlns:a="http://schemas.openxmlformats.org/drawingml/2006/main" noGrp="1"/>
          </p:cNvSpPr>
          <p:nvPr/>
        </p:nvSpPr>
        <p:spPr>
          <a:xfrm xmlns:a="http://schemas.openxmlformats.org/drawingml/2006/main">
            <a:off x="1143000" y="3476625"/>
            <a:ext cx="90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defRPr sz="3300" b="1">
                <a:solidFill>
                  <a:srgbClr val="2B5BEB"/>
                </a:solidFill>
                <a:latin typeface="Noto Sans Bold"/>
                <a:ea typeface="Noto Sans Bold"/>
                <a:cs typeface="Noto Sans Bold"/>
              </a:defRPr>
            </a:lvl1pPr>
            <a:lvl2pPr algn="l">
              <a:defRPr sz="3300" b="1">
                <a:solidFill>
                  <a:srgbClr val="2B5BEB"/>
                </a:solidFill>
                <a:latin typeface="Noto Sans Bold"/>
                <a:ea typeface="Noto Sans Bold"/>
                <a:cs typeface="Noto Sans Bold"/>
              </a:defRPr>
            </a:lvl2pPr>
            <a:lvl3pPr algn="l">
              <a:defRPr sz="3300" b="1">
                <a:solidFill>
                  <a:srgbClr val="2B5BEB"/>
                </a:solidFill>
                <a:latin typeface="Noto Sans Bold"/>
                <a:ea typeface="Noto Sans Bold"/>
                <a:cs typeface="Noto Sans Bold"/>
              </a:defRPr>
            </a:lvl3pPr>
            <a:lvl4pPr algn="l">
              <a:defRPr sz="3300" b="1">
                <a:solidFill>
                  <a:srgbClr val="2B5BEB"/>
                </a:solidFill>
                <a:latin typeface="Noto Sans Bold"/>
                <a:ea typeface="Noto Sans Bold"/>
                <a:cs typeface="Noto Sans Bold"/>
              </a:defRPr>
            </a:lvl4pPr>
            <a:lvl5pPr algn="l">
              <a:defRPr sz="3300" b="1">
                <a:solidFill>
                  <a:srgbClr val="2B5BEB"/>
                </a:solidFill>
                <a:latin typeface="Noto Sans Bold"/>
                <a:ea typeface="Noto Sans Bold"/>
                <a:cs typeface="Noto Sans Bold"/>
              </a:defRPr>
            </a:lvl5pPr>
            <a:lvl6pPr algn="l">
              <a:defRPr sz="3300" b="1">
                <a:solidFill>
                  <a:srgbClr val="2B5BEB"/>
                </a:solidFill>
                <a:latin typeface="Noto Sans Bold"/>
                <a:ea typeface="Noto Sans Bold"/>
                <a:cs typeface="Noto Sans Bold"/>
              </a:defRPr>
            </a:lvl6pPr>
            <a:lvl7pPr algn="l">
              <a:defRPr sz="3300" b="1">
                <a:solidFill>
                  <a:srgbClr val="2B5BEB"/>
                </a:solidFill>
                <a:latin typeface="Noto Sans Bold"/>
                <a:ea typeface="Noto Sans Bold"/>
                <a:cs typeface="Noto Sans Bold"/>
              </a:defRPr>
            </a:lvl7pPr>
            <a:lvl8pPr algn="l">
              <a:defRPr sz="3300" b="1">
                <a:solidFill>
                  <a:srgbClr val="2B5BEB"/>
                </a:solidFill>
                <a:latin typeface="Noto Sans Bold"/>
                <a:ea typeface="Noto Sans Bold"/>
                <a:cs typeface="Noto Sans Bold"/>
              </a:defRPr>
            </a:lvl8pPr>
            <a:lvl9pPr algn="l">
              <a:defRPr sz="3300" b="1">
                <a:solidFill>
                  <a:srgbClr val="2B5BEB"/>
                </a:solidFill>
                <a:latin typeface="Noto Sans Bold"/>
                <a:ea typeface="Noto Sans Bold"/>
                <a:cs typeface="Noto Sans Bold"/>
              </a:defRPr>
            </a:lvl9pPr>
          </a:lstStyle>
          <a:p xmlns:a="http://schemas.openxmlformats.org/drawingml/2006/main">
            <a:pPr algn="l">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01</a:t>
            </a:r>
          </a:p>
        </p:txBody>
      </p:sp>
      <p:sp>
        <p:nvSpPr>
          <p:cNvPr id="9" name="rag-title-0">
            <a:extLst xmlns:a="http://schemas.openxmlformats.org/drawingml/2006/main">
              <a:ext uri="{FF2B5EF4-FFF2-40B4-BE49-F238E27FC236}">
                <a16:creationId xmlns:a16="http://schemas.microsoft.com/office/drawing/2014/main" id="{A415DCB1-9A52-4853-9E35-2BFE5A459268}"/>
              </a:ext>
            </a:extLst>
          </p:cNvPr>
          <p:cNvSpPr>
            <a:spLocks xmlns:a="http://schemas.openxmlformats.org/drawingml/2006/main" noGrp="1"/>
          </p:cNvSpPr>
          <p:nvPr/>
        </p:nvSpPr>
        <p:spPr>
          <a:xfrm xmlns:a="http://schemas.openxmlformats.org/drawingml/2006/main">
            <a:off x="2381250" y="34766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질의 구성</a:t>
            </a:r>
          </a:p>
        </p:txBody>
      </p:sp>
      <p:sp>
        <p:nvSpPr>
          <p:cNvPr id="10" name="rag-body-0">
            <a:extLst xmlns:a="http://schemas.openxmlformats.org/drawingml/2006/main">
              <a:ext uri="{FF2B5EF4-FFF2-40B4-BE49-F238E27FC236}">
                <a16:creationId xmlns:a16="http://schemas.microsoft.com/office/drawing/2014/main" id="{8651A37B-90D8-41BC-933F-F2E34770F39C}"/>
              </a:ext>
            </a:extLst>
          </p:cNvPr>
          <p:cNvSpPr>
            <a:spLocks xmlns:a="http://schemas.openxmlformats.org/drawingml/2006/main" noGrp="1"/>
          </p:cNvSpPr>
          <p:nvPr/>
        </p:nvSpPr>
        <p:spPr>
          <a:xfrm xmlns:a="http://schemas.openxmlformats.org/drawingml/2006/main">
            <a:off x="8096250" y="353377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증상과 지표·알림을 함께 사용</a:t>
            </a:r>
          </a:p>
        </p:txBody>
      </p:sp>
      <p:sp>
        <p:nvSpPr>
          <p:cNvPr id="11" name="rag-number-1">
            <a:extLst xmlns:a="http://schemas.openxmlformats.org/drawingml/2006/main">
              <a:ext uri="{FF2B5EF4-FFF2-40B4-BE49-F238E27FC236}">
                <a16:creationId xmlns:a16="http://schemas.microsoft.com/office/drawing/2014/main" id="{3F5FE370-4E11-4C0A-B689-BD662E04D016}"/>
              </a:ext>
            </a:extLst>
          </p:cNvPr>
          <p:cNvSpPr>
            <a:spLocks xmlns:a="http://schemas.openxmlformats.org/drawingml/2006/main" noGrp="1"/>
          </p:cNvSpPr>
          <p:nvPr/>
        </p:nvSpPr>
        <p:spPr>
          <a:xfrm xmlns:a="http://schemas.openxmlformats.org/drawingml/2006/main">
            <a:off x="1143000" y="4905375"/>
            <a:ext cx="90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defRPr sz="3300" b="1">
                <a:solidFill>
                  <a:srgbClr val="2B5BEB"/>
                </a:solidFill>
                <a:latin typeface="Noto Sans Bold"/>
                <a:ea typeface="Noto Sans Bold"/>
                <a:cs typeface="Noto Sans Bold"/>
              </a:defRPr>
            </a:lvl1pPr>
            <a:lvl2pPr algn="l">
              <a:defRPr sz="3300" b="1">
                <a:solidFill>
                  <a:srgbClr val="2B5BEB"/>
                </a:solidFill>
                <a:latin typeface="Noto Sans Bold"/>
                <a:ea typeface="Noto Sans Bold"/>
                <a:cs typeface="Noto Sans Bold"/>
              </a:defRPr>
            </a:lvl2pPr>
            <a:lvl3pPr algn="l">
              <a:defRPr sz="3300" b="1">
                <a:solidFill>
                  <a:srgbClr val="2B5BEB"/>
                </a:solidFill>
                <a:latin typeface="Noto Sans Bold"/>
                <a:ea typeface="Noto Sans Bold"/>
                <a:cs typeface="Noto Sans Bold"/>
              </a:defRPr>
            </a:lvl3pPr>
            <a:lvl4pPr algn="l">
              <a:defRPr sz="3300" b="1">
                <a:solidFill>
                  <a:srgbClr val="2B5BEB"/>
                </a:solidFill>
                <a:latin typeface="Noto Sans Bold"/>
                <a:ea typeface="Noto Sans Bold"/>
                <a:cs typeface="Noto Sans Bold"/>
              </a:defRPr>
            </a:lvl4pPr>
            <a:lvl5pPr algn="l">
              <a:defRPr sz="3300" b="1">
                <a:solidFill>
                  <a:srgbClr val="2B5BEB"/>
                </a:solidFill>
                <a:latin typeface="Noto Sans Bold"/>
                <a:ea typeface="Noto Sans Bold"/>
                <a:cs typeface="Noto Sans Bold"/>
              </a:defRPr>
            </a:lvl5pPr>
            <a:lvl6pPr algn="l">
              <a:defRPr sz="3300" b="1">
                <a:solidFill>
                  <a:srgbClr val="2B5BEB"/>
                </a:solidFill>
                <a:latin typeface="Noto Sans Bold"/>
                <a:ea typeface="Noto Sans Bold"/>
                <a:cs typeface="Noto Sans Bold"/>
              </a:defRPr>
            </a:lvl6pPr>
            <a:lvl7pPr algn="l">
              <a:defRPr sz="3300" b="1">
                <a:solidFill>
                  <a:srgbClr val="2B5BEB"/>
                </a:solidFill>
                <a:latin typeface="Noto Sans Bold"/>
                <a:ea typeface="Noto Sans Bold"/>
                <a:cs typeface="Noto Sans Bold"/>
              </a:defRPr>
            </a:lvl7pPr>
            <a:lvl8pPr algn="l">
              <a:defRPr sz="3300" b="1">
                <a:solidFill>
                  <a:srgbClr val="2B5BEB"/>
                </a:solidFill>
                <a:latin typeface="Noto Sans Bold"/>
                <a:ea typeface="Noto Sans Bold"/>
                <a:cs typeface="Noto Sans Bold"/>
              </a:defRPr>
            </a:lvl8pPr>
            <a:lvl9pPr algn="l">
              <a:defRPr sz="3300" b="1">
                <a:solidFill>
                  <a:srgbClr val="2B5BEB"/>
                </a:solidFill>
                <a:latin typeface="Noto Sans Bold"/>
                <a:ea typeface="Noto Sans Bold"/>
                <a:cs typeface="Noto Sans Bold"/>
              </a:defRPr>
            </a:lvl9pPr>
          </a:lstStyle>
          <a:p xmlns:a="http://schemas.openxmlformats.org/drawingml/2006/main">
            <a:pPr algn="l">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02</a:t>
            </a:r>
          </a:p>
        </p:txBody>
      </p:sp>
      <p:sp>
        <p:nvSpPr>
          <p:cNvPr id="12" name="rag-title-1">
            <a:extLst xmlns:a="http://schemas.openxmlformats.org/drawingml/2006/main">
              <a:ext uri="{FF2B5EF4-FFF2-40B4-BE49-F238E27FC236}">
                <a16:creationId xmlns:a16="http://schemas.microsoft.com/office/drawing/2014/main" id="{CA0EA46B-9134-4F42-8DA5-D1043E0CAB40}"/>
              </a:ext>
            </a:extLst>
          </p:cNvPr>
          <p:cNvSpPr>
            <a:spLocks xmlns:a="http://schemas.openxmlformats.org/drawingml/2006/main" noGrp="1"/>
          </p:cNvSpPr>
          <p:nvPr/>
        </p:nvSpPr>
        <p:spPr>
          <a:xfrm xmlns:a="http://schemas.openxmlformats.org/drawingml/2006/main">
            <a:off x="2381250" y="49053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벡터 의미 검색</a:t>
            </a:r>
          </a:p>
        </p:txBody>
      </p:sp>
      <p:sp>
        <p:nvSpPr>
          <p:cNvPr id="13" name="rag-body-1">
            <a:extLst xmlns:a="http://schemas.openxmlformats.org/drawingml/2006/main">
              <a:ext uri="{FF2B5EF4-FFF2-40B4-BE49-F238E27FC236}">
                <a16:creationId xmlns:a16="http://schemas.microsoft.com/office/drawing/2014/main" id="{730A1F29-7816-46C7-86E8-B08925672EC5}"/>
              </a:ext>
            </a:extLst>
          </p:cNvPr>
          <p:cNvSpPr>
            <a:spLocks xmlns:a="http://schemas.openxmlformats.org/drawingml/2006/main" noGrp="1"/>
          </p:cNvSpPr>
          <p:nvPr/>
        </p:nvSpPr>
        <p:spPr>
          <a:xfrm xmlns:a="http://schemas.openxmlformats.org/drawingml/2006/main">
            <a:off x="8096250" y="496252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매뉴얼 6종 임베딩·최대 3종 선택</a:t>
            </a:r>
          </a:p>
        </p:txBody>
      </p:sp>
      <p:sp>
        <p:nvSpPr>
          <p:cNvPr id="14" name="rag-number-2">
            <a:extLst xmlns:a="http://schemas.openxmlformats.org/drawingml/2006/main">
              <a:ext uri="{FF2B5EF4-FFF2-40B4-BE49-F238E27FC236}">
                <a16:creationId xmlns:a16="http://schemas.microsoft.com/office/drawing/2014/main" id="{259FA2B8-4911-49E9-9F7A-2859014B2DE3}"/>
              </a:ext>
            </a:extLst>
          </p:cNvPr>
          <p:cNvSpPr>
            <a:spLocks xmlns:a="http://schemas.openxmlformats.org/drawingml/2006/main" noGrp="1"/>
          </p:cNvSpPr>
          <p:nvPr/>
        </p:nvSpPr>
        <p:spPr>
          <a:xfrm xmlns:a="http://schemas.openxmlformats.org/drawingml/2006/main">
            <a:off x="1143000" y="6334125"/>
            <a:ext cx="90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defRPr sz="3300" b="1">
                <a:solidFill>
                  <a:srgbClr val="2B5BEB"/>
                </a:solidFill>
                <a:latin typeface="Noto Sans Bold"/>
                <a:ea typeface="Noto Sans Bold"/>
                <a:cs typeface="Noto Sans Bold"/>
              </a:defRPr>
            </a:lvl1pPr>
            <a:lvl2pPr algn="l">
              <a:defRPr sz="3300" b="1">
                <a:solidFill>
                  <a:srgbClr val="2B5BEB"/>
                </a:solidFill>
                <a:latin typeface="Noto Sans Bold"/>
                <a:ea typeface="Noto Sans Bold"/>
                <a:cs typeface="Noto Sans Bold"/>
              </a:defRPr>
            </a:lvl2pPr>
            <a:lvl3pPr algn="l">
              <a:defRPr sz="3300" b="1">
                <a:solidFill>
                  <a:srgbClr val="2B5BEB"/>
                </a:solidFill>
                <a:latin typeface="Noto Sans Bold"/>
                <a:ea typeface="Noto Sans Bold"/>
                <a:cs typeface="Noto Sans Bold"/>
              </a:defRPr>
            </a:lvl3pPr>
            <a:lvl4pPr algn="l">
              <a:defRPr sz="3300" b="1">
                <a:solidFill>
                  <a:srgbClr val="2B5BEB"/>
                </a:solidFill>
                <a:latin typeface="Noto Sans Bold"/>
                <a:ea typeface="Noto Sans Bold"/>
                <a:cs typeface="Noto Sans Bold"/>
              </a:defRPr>
            </a:lvl4pPr>
            <a:lvl5pPr algn="l">
              <a:defRPr sz="3300" b="1">
                <a:solidFill>
                  <a:srgbClr val="2B5BEB"/>
                </a:solidFill>
                <a:latin typeface="Noto Sans Bold"/>
                <a:ea typeface="Noto Sans Bold"/>
                <a:cs typeface="Noto Sans Bold"/>
              </a:defRPr>
            </a:lvl5pPr>
            <a:lvl6pPr algn="l">
              <a:defRPr sz="3300" b="1">
                <a:solidFill>
                  <a:srgbClr val="2B5BEB"/>
                </a:solidFill>
                <a:latin typeface="Noto Sans Bold"/>
                <a:ea typeface="Noto Sans Bold"/>
                <a:cs typeface="Noto Sans Bold"/>
              </a:defRPr>
            </a:lvl6pPr>
            <a:lvl7pPr algn="l">
              <a:defRPr sz="3300" b="1">
                <a:solidFill>
                  <a:srgbClr val="2B5BEB"/>
                </a:solidFill>
                <a:latin typeface="Noto Sans Bold"/>
                <a:ea typeface="Noto Sans Bold"/>
                <a:cs typeface="Noto Sans Bold"/>
              </a:defRPr>
            </a:lvl7pPr>
            <a:lvl8pPr algn="l">
              <a:defRPr sz="3300" b="1">
                <a:solidFill>
                  <a:srgbClr val="2B5BEB"/>
                </a:solidFill>
                <a:latin typeface="Noto Sans Bold"/>
                <a:ea typeface="Noto Sans Bold"/>
                <a:cs typeface="Noto Sans Bold"/>
              </a:defRPr>
            </a:lvl8pPr>
            <a:lvl9pPr algn="l">
              <a:defRPr sz="3300" b="1">
                <a:solidFill>
                  <a:srgbClr val="2B5BEB"/>
                </a:solidFill>
                <a:latin typeface="Noto Sans Bold"/>
                <a:ea typeface="Noto Sans Bold"/>
                <a:cs typeface="Noto Sans Bold"/>
              </a:defRPr>
            </a:lvl9pPr>
          </a:lstStyle>
          <a:p xmlns:a="http://schemas.openxmlformats.org/drawingml/2006/main">
            <a:pPr algn="l">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03</a:t>
            </a:r>
          </a:p>
        </p:txBody>
      </p:sp>
      <p:sp>
        <p:nvSpPr>
          <p:cNvPr id="15" name="rag-title-2">
            <a:extLst xmlns:a="http://schemas.openxmlformats.org/drawingml/2006/main">
              <a:ext uri="{FF2B5EF4-FFF2-40B4-BE49-F238E27FC236}">
                <a16:creationId xmlns:a16="http://schemas.microsoft.com/office/drawing/2014/main" id="{7509996B-9347-40B9-AF41-434FA386FD32}"/>
              </a:ext>
            </a:extLst>
          </p:cNvPr>
          <p:cNvSpPr>
            <a:spLocks xmlns:a="http://schemas.openxmlformats.org/drawingml/2006/main" noGrp="1"/>
          </p:cNvSpPr>
          <p:nvPr/>
        </p:nvSpPr>
        <p:spPr>
          <a:xfrm xmlns:a="http://schemas.openxmlformats.org/drawingml/2006/main">
            <a:off x="2381250" y="63341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원문 대조</a:t>
            </a:r>
          </a:p>
        </p:txBody>
      </p:sp>
      <p:sp>
        <p:nvSpPr>
          <p:cNvPr id="16" name="rag-body-2">
            <a:extLst xmlns:a="http://schemas.openxmlformats.org/drawingml/2006/main">
              <a:ext uri="{FF2B5EF4-FFF2-40B4-BE49-F238E27FC236}">
                <a16:creationId xmlns:a16="http://schemas.microsoft.com/office/drawing/2014/main" id="{18508049-E091-4561-B00C-FE51EF0BD940}"/>
              </a:ext>
            </a:extLst>
          </p:cNvPr>
          <p:cNvSpPr>
            <a:spLocks xmlns:a="http://schemas.openxmlformats.org/drawingml/2006/main" noGrp="1"/>
          </p:cNvSpPr>
          <p:nvPr/>
        </p:nvSpPr>
        <p:spPr>
          <a:xfrm xmlns:a="http://schemas.openxmlformats.org/drawingml/2006/main">
            <a:off x="8096250" y="639127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MCP 원문 일치 확인 후 근거 주입</a:t>
            </a:r>
          </a:p>
        </p:txBody>
      </p:sp>
      <p:sp>
        <p:nvSpPr>
          <p:cNvPr id="17" name="rag-storage">
            <a:extLst xmlns:a="http://schemas.openxmlformats.org/drawingml/2006/main">
              <a:ext uri="{FF2B5EF4-FFF2-40B4-BE49-F238E27FC236}">
                <a16:creationId xmlns:a16="http://schemas.microsoft.com/office/drawing/2014/main" id="{143F0773-BFB4-486F-8C00-5804D1215EAC}"/>
              </a:ext>
            </a:extLst>
          </p:cNvPr>
          <p:cNvSpPr>
            <a:spLocks xmlns:a="http://schemas.openxmlformats.org/drawingml/2006/main" noGrp="1"/>
          </p:cNvSpPr>
          <p:nvPr/>
        </p:nvSpPr>
        <p:spPr>
          <a:xfrm xmlns:a="http://schemas.openxmlformats.org/drawingml/2006/main">
            <a:off x="1143000" y="8096250"/>
            <a:ext cx="1600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1">
                <a:solidFill>
                  <a:srgbClr val="087F7A"/>
                </a:solidFill>
                <a:latin typeface="Noto Sans Bold"/>
                <a:ea typeface="Noto Sans Bold"/>
                <a:cs typeface="Noto Sans Bold"/>
              </a:defRPr>
            </a:defPPr>
            <a:lvl1pPr algn="l">
              <a:defRPr sz="2850" b="1">
                <a:solidFill>
                  <a:srgbClr val="087F7A"/>
                </a:solidFill>
                <a:latin typeface="Noto Sans Bold"/>
                <a:ea typeface="Noto Sans Bold"/>
                <a:cs typeface="Noto Sans Bold"/>
              </a:defRPr>
            </a:lvl1pPr>
            <a:lvl2pPr algn="l">
              <a:defRPr sz="2850" b="1">
                <a:solidFill>
                  <a:srgbClr val="087F7A"/>
                </a:solidFill>
                <a:latin typeface="Noto Sans Bold"/>
                <a:ea typeface="Noto Sans Bold"/>
                <a:cs typeface="Noto Sans Bold"/>
              </a:defRPr>
            </a:lvl2pPr>
            <a:lvl3pPr algn="l">
              <a:defRPr sz="2850" b="1">
                <a:solidFill>
                  <a:srgbClr val="087F7A"/>
                </a:solidFill>
                <a:latin typeface="Noto Sans Bold"/>
                <a:ea typeface="Noto Sans Bold"/>
                <a:cs typeface="Noto Sans Bold"/>
              </a:defRPr>
            </a:lvl3pPr>
            <a:lvl4pPr algn="l">
              <a:defRPr sz="2850" b="1">
                <a:solidFill>
                  <a:srgbClr val="087F7A"/>
                </a:solidFill>
                <a:latin typeface="Noto Sans Bold"/>
                <a:ea typeface="Noto Sans Bold"/>
                <a:cs typeface="Noto Sans Bold"/>
              </a:defRPr>
            </a:lvl4pPr>
            <a:lvl5pPr algn="l">
              <a:defRPr sz="2850" b="1">
                <a:solidFill>
                  <a:srgbClr val="087F7A"/>
                </a:solidFill>
                <a:latin typeface="Noto Sans Bold"/>
                <a:ea typeface="Noto Sans Bold"/>
                <a:cs typeface="Noto Sans Bold"/>
              </a:defRPr>
            </a:lvl5pPr>
            <a:lvl6pPr algn="l">
              <a:defRPr sz="2850" b="1">
                <a:solidFill>
                  <a:srgbClr val="087F7A"/>
                </a:solidFill>
                <a:latin typeface="Noto Sans Bold"/>
                <a:ea typeface="Noto Sans Bold"/>
                <a:cs typeface="Noto Sans Bold"/>
              </a:defRPr>
            </a:lvl6pPr>
            <a:lvl7pPr algn="l">
              <a:defRPr sz="2850" b="1">
                <a:solidFill>
                  <a:srgbClr val="087F7A"/>
                </a:solidFill>
                <a:latin typeface="Noto Sans Bold"/>
                <a:ea typeface="Noto Sans Bold"/>
                <a:cs typeface="Noto Sans Bold"/>
              </a:defRPr>
            </a:lvl7pPr>
            <a:lvl8pPr algn="l">
              <a:defRPr sz="2850" b="1">
                <a:solidFill>
                  <a:srgbClr val="087F7A"/>
                </a:solidFill>
                <a:latin typeface="Noto Sans Bold"/>
                <a:ea typeface="Noto Sans Bold"/>
                <a:cs typeface="Noto Sans Bold"/>
              </a:defRPr>
            </a:lvl8pPr>
            <a:lvl9pPr algn="l">
              <a:defRPr sz="2850" b="1">
                <a:solidFill>
                  <a:srgbClr val="087F7A"/>
                </a:solidFill>
                <a:latin typeface="Noto Sans Bold"/>
                <a:ea typeface="Noto Sans Bold"/>
                <a:cs typeface="Noto Sans Bold"/>
              </a:defRPr>
            </a:lvl9pPr>
          </a:lstStyle>
          <a:p xmlns:a="http://schemas.openxmlformats.org/drawingml/2006/main">
            <a:pPr algn="l">
              <a:defRPr sz="2850" b="1">
                <a:solidFill>
                  <a:srgbClr val="087F7A"/>
                </a:solidFill>
                <a:latin typeface="Noto Sans Bold"/>
                <a:ea typeface="Noto Sans Bold"/>
                <a:cs typeface="Noto Sans Bold"/>
              </a:defRPr>
            </a:pPr>
            <a:r>
              <a:rPr sz="2850" b="1">
                <a:solidFill>
                  <a:srgbClr val="087F7A"/>
                </a:solidFill>
                <a:latin typeface="Noto Sans Bold"/>
                <a:ea typeface="Noto Sans Bold"/>
                <a:cs typeface="Noto Sans Bold"/>
              </a:rPr>
              <a:t>SQLite 벡터 저장·NumPy 유사도 계산</a:t>
            </a:r>
          </a:p>
        </p:txBody>
      </p:sp>
    </p:spTree>
    <p:extLst>
      <p:ext uri="{BB962C8B-B14F-4D97-AF65-F5344CB8AC3E}">
        <p14:creationId xmlns:p14="http://schemas.microsoft.com/office/powerpoint/2010/main" val="1643803215"/>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A738C02C-AA04-4A7A-80C1-845A0231374F}"/>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보고서 검증</a:t>
            </a:r>
          </a:p>
        </p:txBody>
      </p:sp>
      <p:sp>
        <p:nvSpPr>
          <p:cNvPr id="2" name="page-number">
            <a:extLst xmlns:a="http://schemas.openxmlformats.org/drawingml/2006/main">
              <a:ext uri="{FF2B5EF4-FFF2-40B4-BE49-F238E27FC236}">
                <a16:creationId xmlns:a16="http://schemas.microsoft.com/office/drawing/2014/main" id="{802FB6AC-D147-4A57-B2E5-8BF4576CF27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09 / 12</a:t>
            </a:r>
          </a:p>
        </p:txBody>
      </p:sp>
      <p:sp>
        <p:nvSpPr>
          <p:cNvPr id="3" name="slide-title">
            <a:extLst xmlns:a="http://schemas.openxmlformats.org/drawingml/2006/main">
              <a:ext uri="{FF2B5EF4-FFF2-40B4-BE49-F238E27FC236}">
                <a16:creationId xmlns:a16="http://schemas.microsoft.com/office/drawing/2014/main" id="{11795942-A1CA-495C-9A5D-4B0805255EF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보고서 검증 화면</a:t>
            </a:r>
          </a:p>
        </p:txBody>
      </p:sp>
      <p:sp>
        <p:nvSpPr>
          <p:cNvPr id="4" name="slide-subtitle">
            <a:extLst xmlns:a="http://schemas.openxmlformats.org/drawingml/2006/main">
              <a:ext uri="{FF2B5EF4-FFF2-40B4-BE49-F238E27FC236}">
                <a16:creationId xmlns:a16="http://schemas.microsoft.com/office/drawing/2014/main" id="{0DE9F5DA-A0C2-4E4F-9B2A-3D860E91838D}"/>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후보 보고서를 검사하고, 누락을 보완해 다시 작성합니다.</a:t>
            </a:r>
          </a:p>
        </p:txBody>
      </p:sp>
      <p:sp>
        <p:nvSpPr>
          <p:cNvPr id="5" name="scope-note">
            <a:extLst xmlns:a="http://schemas.openxmlformats.org/drawingml/2006/main">
              <a:ext uri="{FF2B5EF4-FFF2-40B4-BE49-F238E27FC236}">
                <a16:creationId xmlns:a16="http://schemas.microsoft.com/office/drawing/2014/main" id="{51FFC7C0-4B47-4D38-8A0A-C071CB661999}"/>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2026-10-22 실제 Ollama 재실행·프론트 캡처 / 교육용 합성 관측 / Judge는 별도 평가</a:t>
            </a:r>
          </a:p>
        </p:txBody>
      </p:sp>
      <p:cxnSp>
        <p:nvCxnSpPr>
          <p:cNvPr id="6" name="footer-rule">
            <a:extLst xmlns:a="http://schemas.openxmlformats.org/drawingml/2006/main">
              <a:ext uri="{FF2B5EF4-FFF2-40B4-BE49-F238E27FC236}">
                <a16:creationId xmlns:a16="http://schemas.microsoft.com/office/drawing/2014/main" id="{38EBB03F-DB16-4990-8942-7ABF2EAECA6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BE492E55-E8AA-42FE-A221-03329341C73B}"/>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validation-first-title">
            <a:extLst xmlns:a="http://schemas.openxmlformats.org/drawingml/2006/main">
              <a:ext uri="{FF2B5EF4-FFF2-40B4-BE49-F238E27FC236}">
                <a16:creationId xmlns:a16="http://schemas.microsoft.com/office/drawing/2014/main" id="{74861BB8-908E-4949-BEB6-03C4438A8FDC}"/>
              </a:ext>
            </a:extLst>
          </p:cNvPr>
          <p:cNvSpPr>
            <a:spLocks xmlns:a="http://schemas.openxmlformats.org/drawingml/2006/main" noGrp="1"/>
          </p:cNvSpPr>
          <p:nvPr/>
        </p:nvSpPr>
        <p:spPr>
          <a:xfrm xmlns:a="http://schemas.openxmlformats.org/drawingml/2006/main">
            <a:off x="1143000" y="37147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defRPr sz="3300" b="1">
                <a:solidFill>
                  <a:srgbClr val="2B5BEB"/>
                </a:solidFill>
                <a:latin typeface="Noto Sans Bold"/>
                <a:ea typeface="Noto Sans Bold"/>
                <a:cs typeface="Noto Sans Bold"/>
              </a:defRPr>
            </a:lvl1pPr>
            <a:lvl2pPr algn="l">
              <a:defRPr sz="3300" b="1">
                <a:solidFill>
                  <a:srgbClr val="2B5BEB"/>
                </a:solidFill>
                <a:latin typeface="Noto Sans Bold"/>
                <a:ea typeface="Noto Sans Bold"/>
                <a:cs typeface="Noto Sans Bold"/>
              </a:defRPr>
            </a:lvl2pPr>
            <a:lvl3pPr algn="l">
              <a:defRPr sz="3300" b="1">
                <a:solidFill>
                  <a:srgbClr val="2B5BEB"/>
                </a:solidFill>
                <a:latin typeface="Noto Sans Bold"/>
                <a:ea typeface="Noto Sans Bold"/>
                <a:cs typeface="Noto Sans Bold"/>
              </a:defRPr>
            </a:lvl3pPr>
            <a:lvl4pPr algn="l">
              <a:defRPr sz="3300" b="1">
                <a:solidFill>
                  <a:srgbClr val="2B5BEB"/>
                </a:solidFill>
                <a:latin typeface="Noto Sans Bold"/>
                <a:ea typeface="Noto Sans Bold"/>
                <a:cs typeface="Noto Sans Bold"/>
              </a:defRPr>
            </a:lvl4pPr>
            <a:lvl5pPr algn="l">
              <a:defRPr sz="3300" b="1">
                <a:solidFill>
                  <a:srgbClr val="2B5BEB"/>
                </a:solidFill>
                <a:latin typeface="Noto Sans Bold"/>
                <a:ea typeface="Noto Sans Bold"/>
                <a:cs typeface="Noto Sans Bold"/>
              </a:defRPr>
            </a:lvl5pPr>
            <a:lvl6pPr algn="l">
              <a:defRPr sz="3300" b="1">
                <a:solidFill>
                  <a:srgbClr val="2B5BEB"/>
                </a:solidFill>
                <a:latin typeface="Noto Sans Bold"/>
                <a:ea typeface="Noto Sans Bold"/>
                <a:cs typeface="Noto Sans Bold"/>
              </a:defRPr>
            </a:lvl6pPr>
            <a:lvl7pPr algn="l">
              <a:defRPr sz="3300" b="1">
                <a:solidFill>
                  <a:srgbClr val="2B5BEB"/>
                </a:solidFill>
                <a:latin typeface="Noto Sans Bold"/>
                <a:ea typeface="Noto Sans Bold"/>
                <a:cs typeface="Noto Sans Bold"/>
              </a:defRPr>
            </a:lvl7pPr>
            <a:lvl8pPr algn="l">
              <a:defRPr sz="3300" b="1">
                <a:solidFill>
                  <a:srgbClr val="2B5BEB"/>
                </a:solidFill>
                <a:latin typeface="Noto Sans Bold"/>
                <a:ea typeface="Noto Sans Bold"/>
                <a:cs typeface="Noto Sans Bold"/>
              </a:defRPr>
            </a:lvl8pPr>
            <a:lvl9pPr algn="l">
              <a:defRPr sz="3300" b="1">
                <a:solidFill>
                  <a:srgbClr val="2B5BEB"/>
                </a:solidFill>
                <a:latin typeface="Noto Sans Bold"/>
                <a:ea typeface="Noto Sans Bold"/>
                <a:cs typeface="Noto Sans Bold"/>
              </a:defRPr>
            </a:lvl9pPr>
          </a:lstStyle>
          <a:p xmlns:a="http://schemas.openxmlformats.org/drawingml/2006/main">
            <a:pPr algn="l">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1차 작성</a:t>
            </a:r>
          </a:p>
        </p:txBody>
      </p:sp>
      <p:sp>
        <p:nvSpPr>
          <p:cNvPr id="9" name="validation-first-body">
            <a:extLst xmlns:a="http://schemas.openxmlformats.org/drawingml/2006/main">
              <a:ext uri="{FF2B5EF4-FFF2-40B4-BE49-F238E27FC236}">
                <a16:creationId xmlns:a16="http://schemas.microsoft.com/office/drawing/2014/main" id="{CD9E3C17-72EB-4281-AFBD-C3DF365BAEB5}"/>
              </a:ext>
            </a:extLst>
          </p:cNvPr>
          <p:cNvSpPr>
            <a:spLocks xmlns:a="http://schemas.openxmlformats.org/drawingml/2006/main" noGrp="1"/>
          </p:cNvSpPr>
          <p:nvPr/>
        </p:nvSpPr>
        <p:spPr>
          <a:xfrm xmlns:a="http://schemas.openxmlformats.org/drawingml/2006/main">
            <a:off x="1143000" y="4524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다음 행동 누락으로 불합격</a:t>
            </a:r>
          </a:p>
        </p:txBody>
      </p:sp>
      <p:sp>
        <p:nvSpPr>
          <p:cNvPr id="10" name="validation-second-title">
            <a:extLst xmlns:a="http://schemas.openxmlformats.org/drawingml/2006/main">
              <a:ext uri="{FF2B5EF4-FFF2-40B4-BE49-F238E27FC236}">
                <a16:creationId xmlns:a16="http://schemas.microsoft.com/office/drawing/2014/main" id="{D20D96DA-F7B3-4599-84A4-408D6F193C65}"/>
              </a:ext>
            </a:extLst>
          </p:cNvPr>
          <p:cNvSpPr>
            <a:spLocks xmlns:a="http://schemas.openxmlformats.org/drawingml/2006/main" noGrp="1"/>
          </p:cNvSpPr>
          <p:nvPr/>
        </p:nvSpPr>
        <p:spPr>
          <a:xfrm xmlns:a="http://schemas.openxmlformats.org/drawingml/2006/main">
            <a:off x="1143000" y="6191250"/>
            <a:ext cx="714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087F7A"/>
                </a:solidFill>
                <a:latin typeface="Noto Sans Bold"/>
                <a:ea typeface="Noto Sans Bold"/>
                <a:cs typeface="Noto Sans Bold"/>
              </a:defRPr>
            </a:defPPr>
            <a:lvl1pPr algn="l">
              <a:defRPr sz="3300" b="1">
                <a:solidFill>
                  <a:srgbClr val="087F7A"/>
                </a:solidFill>
                <a:latin typeface="Noto Sans Bold"/>
                <a:ea typeface="Noto Sans Bold"/>
                <a:cs typeface="Noto Sans Bold"/>
              </a:defRPr>
            </a:lvl1pPr>
            <a:lvl2pPr algn="l">
              <a:defRPr sz="3300" b="1">
                <a:solidFill>
                  <a:srgbClr val="087F7A"/>
                </a:solidFill>
                <a:latin typeface="Noto Sans Bold"/>
                <a:ea typeface="Noto Sans Bold"/>
                <a:cs typeface="Noto Sans Bold"/>
              </a:defRPr>
            </a:lvl2pPr>
            <a:lvl3pPr algn="l">
              <a:defRPr sz="3300" b="1">
                <a:solidFill>
                  <a:srgbClr val="087F7A"/>
                </a:solidFill>
                <a:latin typeface="Noto Sans Bold"/>
                <a:ea typeface="Noto Sans Bold"/>
                <a:cs typeface="Noto Sans Bold"/>
              </a:defRPr>
            </a:lvl3pPr>
            <a:lvl4pPr algn="l">
              <a:defRPr sz="3300" b="1">
                <a:solidFill>
                  <a:srgbClr val="087F7A"/>
                </a:solidFill>
                <a:latin typeface="Noto Sans Bold"/>
                <a:ea typeface="Noto Sans Bold"/>
                <a:cs typeface="Noto Sans Bold"/>
              </a:defRPr>
            </a:lvl4pPr>
            <a:lvl5pPr algn="l">
              <a:defRPr sz="3300" b="1">
                <a:solidFill>
                  <a:srgbClr val="087F7A"/>
                </a:solidFill>
                <a:latin typeface="Noto Sans Bold"/>
                <a:ea typeface="Noto Sans Bold"/>
                <a:cs typeface="Noto Sans Bold"/>
              </a:defRPr>
            </a:lvl5pPr>
            <a:lvl6pPr algn="l">
              <a:defRPr sz="3300" b="1">
                <a:solidFill>
                  <a:srgbClr val="087F7A"/>
                </a:solidFill>
                <a:latin typeface="Noto Sans Bold"/>
                <a:ea typeface="Noto Sans Bold"/>
                <a:cs typeface="Noto Sans Bold"/>
              </a:defRPr>
            </a:lvl6pPr>
            <a:lvl7pPr algn="l">
              <a:defRPr sz="3300" b="1">
                <a:solidFill>
                  <a:srgbClr val="087F7A"/>
                </a:solidFill>
                <a:latin typeface="Noto Sans Bold"/>
                <a:ea typeface="Noto Sans Bold"/>
                <a:cs typeface="Noto Sans Bold"/>
              </a:defRPr>
            </a:lvl7pPr>
            <a:lvl8pPr algn="l">
              <a:defRPr sz="3300" b="1">
                <a:solidFill>
                  <a:srgbClr val="087F7A"/>
                </a:solidFill>
                <a:latin typeface="Noto Sans Bold"/>
                <a:ea typeface="Noto Sans Bold"/>
                <a:cs typeface="Noto Sans Bold"/>
              </a:defRPr>
            </a:lvl8pPr>
            <a:lvl9pPr algn="l">
              <a:defRPr sz="3300" b="1">
                <a:solidFill>
                  <a:srgbClr val="087F7A"/>
                </a:solidFill>
                <a:latin typeface="Noto Sans Bold"/>
                <a:ea typeface="Noto Sans Bold"/>
                <a:cs typeface="Noto Sans Bold"/>
              </a:defRPr>
            </a:lvl9pPr>
          </a:lstStyle>
          <a:p xmlns:a="http://schemas.openxmlformats.org/drawingml/2006/main">
            <a:pPr algn="l">
              <a:defRPr sz="3300" b="1">
                <a:solidFill>
                  <a:srgbClr val="087F7A"/>
                </a:solidFill>
                <a:latin typeface="Noto Sans Bold"/>
                <a:ea typeface="Noto Sans Bold"/>
                <a:cs typeface="Noto Sans Bold"/>
              </a:defRPr>
            </a:pPr>
            <a:r>
              <a:rPr sz="3300" b="1">
                <a:solidFill>
                  <a:srgbClr val="087F7A"/>
                </a:solidFill>
                <a:latin typeface="Noto Sans Bold"/>
                <a:ea typeface="Noto Sans Bold"/>
                <a:cs typeface="Noto Sans Bold"/>
              </a:rPr>
              <a:t>재작성 후 2차 통과</a:t>
            </a:r>
          </a:p>
        </p:txBody>
      </p:sp>
      <p:sp>
        <p:nvSpPr>
          <p:cNvPr id="11" name="validation-second-body">
            <a:extLst xmlns:a="http://schemas.openxmlformats.org/drawingml/2006/main">
              <a:ext uri="{FF2B5EF4-FFF2-40B4-BE49-F238E27FC236}">
                <a16:creationId xmlns:a16="http://schemas.microsoft.com/office/drawing/2014/main" id="{2B854578-1238-4BE6-97BD-CC29841474ED}"/>
              </a:ext>
            </a:extLst>
          </p:cNvPr>
          <p:cNvSpPr>
            <a:spLocks xmlns:a="http://schemas.openxmlformats.org/drawingml/2006/main" noGrp="1"/>
          </p:cNvSpPr>
          <p:nvPr/>
        </p:nvSpPr>
        <p:spPr>
          <a:xfrm xmlns:a="http://schemas.openxmlformats.org/drawingml/2006/main">
            <a:off x="1143000" y="7000875"/>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작성·재작성 횟수를 화면에 기록</a:t>
            </a:r>
          </a:p>
        </p:txBody>
      </p:sp>
      <p:pic>
        <p:nvPicPr>
          <p:cNvPr id="12" name="">
            <a:extLst xmlns:a="http://schemas.openxmlformats.org/drawingml/2006/main">
              <a:ext uri="{FF2B5EF4-FFF2-40B4-BE49-F238E27FC236}">
                <a16:creationId xmlns:a16="http://schemas.microsoft.com/office/drawing/2014/main" id="{13343CF6-B2F3-4014-8340-05094D72435F}"/>
              </a:ext>
            </a:extLst>
          </p:cNvPr>
          <p:cNvPicPr>
            <a:picLocks xmlns:a="http://schemas.openxmlformats.org/drawingml/2006/main" noChangeAspect="1"/>
          </p:cNvPicPr>
          <p:nvPr/>
        </p:nvPicPr>
        <p:blipFill>
          <a:blip xmlns:r="http://schemas.openxmlformats.org/officeDocument/2006/relationships" xmlns:a="http://schemas.openxmlformats.org/drawingml/2006/main" r:embed="R4e0c2d9724904459"/>
          <a:srcRect xmlns:a="http://schemas.openxmlformats.org/drawingml/2006/main" l="78516" t="35833" r="1953" b="41944"/>
          <a:stretch xmlns:a="http://schemas.openxmlformats.org/drawingml/2006/main"/>
        </p:blipFill>
        <p:spPr>
          <a:xfrm xmlns:a="http://schemas.openxmlformats.org/drawingml/2006/main">
            <a:off x="9525000" y="3619500"/>
            <a:ext cx="7239000" cy="4632960"/>
          </a:xfrm>
          <a:prstGeom xmlns:a="http://schemas.openxmlformats.org/drawingml/2006/main" prst="rect">
            <a:avLst/>
          </a:prstGeom>
        </p:spPr>
      </p:pic>
    </p:spTree>
    <p:extLst>
      <p:ext uri="{BB962C8B-B14F-4D97-AF65-F5344CB8AC3E}">
        <p14:creationId xmlns:p14="http://schemas.microsoft.com/office/powerpoint/2010/main" val="1386597113"/>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C8E51EB3-BCAF-49CE-804C-6892DD76068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구현 결과: 품질 평가</a:t>
            </a:r>
          </a:p>
        </p:txBody>
      </p:sp>
      <p:sp>
        <p:nvSpPr>
          <p:cNvPr id="2" name="page-number">
            <a:extLst xmlns:a="http://schemas.openxmlformats.org/drawingml/2006/main">
              <a:ext uri="{FF2B5EF4-FFF2-40B4-BE49-F238E27FC236}">
                <a16:creationId xmlns:a16="http://schemas.microsoft.com/office/drawing/2014/main" id="{F124DD70-FE2D-49A2-B338-7133D464CD43}"/>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10 / 12</a:t>
            </a:r>
          </a:p>
        </p:txBody>
      </p:sp>
      <p:sp>
        <p:nvSpPr>
          <p:cNvPr id="3" name="slide-title">
            <a:extLst xmlns:a="http://schemas.openxmlformats.org/drawingml/2006/main">
              <a:ext uri="{FF2B5EF4-FFF2-40B4-BE49-F238E27FC236}">
                <a16:creationId xmlns:a16="http://schemas.microsoft.com/office/drawing/2014/main" id="{F5F3761C-985F-4EF8-A0CB-6FC7E4D82C05}"/>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기능 검사와 Judge 평가</a:t>
            </a:r>
          </a:p>
        </p:txBody>
      </p:sp>
      <p:sp>
        <p:nvSpPr>
          <p:cNvPr id="4" name="slide-subtitle">
            <a:extLst xmlns:a="http://schemas.openxmlformats.org/drawingml/2006/main">
              <a:ext uri="{FF2B5EF4-FFF2-40B4-BE49-F238E27FC236}">
                <a16:creationId xmlns:a16="http://schemas.microsoft.com/office/drawing/2014/main" id="{909A0315-72A8-42AC-959C-4AFCD11AB485}"/>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기능 동작과 근거 충실성 등 5개 품질 항목을 별도로 평가합니다.</a:t>
            </a:r>
          </a:p>
        </p:txBody>
      </p:sp>
      <p:sp>
        <p:nvSpPr>
          <p:cNvPr id="5" name="scope-note">
            <a:extLst xmlns:a="http://schemas.openxmlformats.org/drawingml/2006/main">
              <a:ext uri="{FF2B5EF4-FFF2-40B4-BE49-F238E27FC236}">
                <a16:creationId xmlns:a16="http://schemas.microsoft.com/office/drawing/2014/main" id="{865D1558-A922-4E36-B396-8E362C8C6DB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자동 테스트 99개 통과 / 입력 검사 도입 전 실제 Ollama 6개 사례 평가 / 2026-10-21 보존 기록</a:t>
            </a:r>
          </a:p>
        </p:txBody>
      </p:sp>
      <p:cxnSp>
        <p:nvCxnSpPr>
          <p:cNvPr id="6" name="footer-rule">
            <a:extLst xmlns:a="http://schemas.openxmlformats.org/drawingml/2006/main">
              <a:ext uri="{FF2B5EF4-FFF2-40B4-BE49-F238E27FC236}">
                <a16:creationId xmlns:a16="http://schemas.microsoft.com/office/drawing/2014/main" id="{BA0F36BF-ADEA-4587-9D27-B9BBF7FD6ADB}"/>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6FFB8263-0188-4BE3-B763-E6CBDD7E8932}"/>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valuation-metric-0">
            <a:extLst xmlns:a="http://schemas.openxmlformats.org/drawingml/2006/main">
              <a:ext uri="{FF2B5EF4-FFF2-40B4-BE49-F238E27FC236}">
                <a16:creationId xmlns:a16="http://schemas.microsoft.com/office/drawing/2014/main" id="{0DD427A1-3782-45DB-AF76-6D8E6535E97F}"/>
              </a:ext>
            </a:extLst>
          </p:cNvPr>
          <p:cNvSpPr>
            <a:spLocks xmlns:a="http://schemas.openxmlformats.org/drawingml/2006/main" noGrp="1"/>
          </p:cNvSpPr>
          <p:nvPr/>
        </p:nvSpPr>
        <p:spPr>
          <a:xfrm xmlns:a="http://schemas.openxmlformats.org/drawingml/2006/main">
            <a:off x="1143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087F7A"/>
                </a:solidFill>
                <a:latin typeface="Noto Sans Bold"/>
                <a:ea typeface="Noto Sans Bold"/>
                <a:cs typeface="Noto Sans Bold"/>
              </a:defRPr>
            </a:defPPr>
            <a:lvl1pPr algn="l">
              <a:defRPr sz="8700" b="1">
                <a:solidFill>
                  <a:srgbClr val="087F7A"/>
                </a:solidFill>
                <a:latin typeface="Noto Sans Bold"/>
                <a:ea typeface="Noto Sans Bold"/>
                <a:cs typeface="Noto Sans Bold"/>
              </a:defRPr>
            </a:lvl1pPr>
            <a:lvl2pPr algn="l">
              <a:defRPr sz="8700" b="1">
                <a:solidFill>
                  <a:srgbClr val="087F7A"/>
                </a:solidFill>
                <a:latin typeface="Noto Sans Bold"/>
                <a:ea typeface="Noto Sans Bold"/>
                <a:cs typeface="Noto Sans Bold"/>
              </a:defRPr>
            </a:lvl2pPr>
            <a:lvl3pPr algn="l">
              <a:defRPr sz="8700" b="1">
                <a:solidFill>
                  <a:srgbClr val="087F7A"/>
                </a:solidFill>
                <a:latin typeface="Noto Sans Bold"/>
                <a:ea typeface="Noto Sans Bold"/>
                <a:cs typeface="Noto Sans Bold"/>
              </a:defRPr>
            </a:lvl3pPr>
            <a:lvl4pPr algn="l">
              <a:defRPr sz="8700" b="1">
                <a:solidFill>
                  <a:srgbClr val="087F7A"/>
                </a:solidFill>
                <a:latin typeface="Noto Sans Bold"/>
                <a:ea typeface="Noto Sans Bold"/>
                <a:cs typeface="Noto Sans Bold"/>
              </a:defRPr>
            </a:lvl4pPr>
            <a:lvl5pPr algn="l">
              <a:defRPr sz="8700" b="1">
                <a:solidFill>
                  <a:srgbClr val="087F7A"/>
                </a:solidFill>
                <a:latin typeface="Noto Sans Bold"/>
                <a:ea typeface="Noto Sans Bold"/>
                <a:cs typeface="Noto Sans Bold"/>
              </a:defRPr>
            </a:lvl5pPr>
            <a:lvl6pPr algn="l">
              <a:defRPr sz="8700" b="1">
                <a:solidFill>
                  <a:srgbClr val="087F7A"/>
                </a:solidFill>
                <a:latin typeface="Noto Sans Bold"/>
                <a:ea typeface="Noto Sans Bold"/>
                <a:cs typeface="Noto Sans Bold"/>
              </a:defRPr>
            </a:lvl6pPr>
            <a:lvl7pPr algn="l">
              <a:defRPr sz="8700" b="1">
                <a:solidFill>
                  <a:srgbClr val="087F7A"/>
                </a:solidFill>
                <a:latin typeface="Noto Sans Bold"/>
                <a:ea typeface="Noto Sans Bold"/>
                <a:cs typeface="Noto Sans Bold"/>
              </a:defRPr>
            </a:lvl7pPr>
            <a:lvl8pPr algn="l">
              <a:defRPr sz="8700" b="1">
                <a:solidFill>
                  <a:srgbClr val="087F7A"/>
                </a:solidFill>
                <a:latin typeface="Noto Sans Bold"/>
                <a:ea typeface="Noto Sans Bold"/>
                <a:cs typeface="Noto Sans Bold"/>
              </a:defRPr>
            </a:lvl8pPr>
            <a:lvl9pPr algn="l">
              <a:defRPr sz="8700" b="1">
                <a:solidFill>
                  <a:srgbClr val="087F7A"/>
                </a:solidFill>
                <a:latin typeface="Noto Sans Bold"/>
                <a:ea typeface="Noto Sans Bold"/>
                <a:cs typeface="Noto Sans Bold"/>
              </a:defRPr>
            </a:lvl9pPr>
          </a:lstStyle>
          <a:p xmlns:a="http://schemas.openxmlformats.org/drawingml/2006/main">
            <a:pPr algn="l">
              <a:defRPr sz="8700" b="1">
                <a:solidFill>
                  <a:srgbClr val="087F7A"/>
                </a:solidFill>
                <a:latin typeface="Noto Sans Bold"/>
                <a:ea typeface="Noto Sans Bold"/>
                <a:cs typeface="Noto Sans Bold"/>
              </a:defRPr>
            </a:pPr>
            <a:r>
              <a:rPr sz="8700" b="1">
                <a:solidFill>
                  <a:srgbClr val="087F7A"/>
                </a:solidFill>
                <a:latin typeface="Noto Sans Bold"/>
                <a:ea typeface="Noto Sans Bold"/>
                <a:cs typeface="Noto Sans Bold"/>
              </a:rPr>
              <a:t>6/6</a:t>
            </a:r>
          </a:p>
        </p:txBody>
      </p:sp>
      <p:sp>
        <p:nvSpPr>
          <p:cNvPr id="9" name="evaluation-label-0">
            <a:extLst xmlns:a="http://schemas.openxmlformats.org/drawingml/2006/main">
              <a:ext uri="{FF2B5EF4-FFF2-40B4-BE49-F238E27FC236}">
                <a16:creationId xmlns:a16="http://schemas.microsoft.com/office/drawing/2014/main" id="{0BDA8FFC-5EBC-4D42-B60E-17283EA1DADC}"/>
              </a:ext>
            </a:extLst>
          </p:cNvPr>
          <p:cNvSpPr>
            <a:spLocks xmlns:a="http://schemas.openxmlformats.org/drawingml/2006/main" noGrp="1"/>
          </p:cNvSpPr>
          <p:nvPr/>
        </p:nvSpPr>
        <p:spPr>
          <a:xfrm xmlns:a="http://schemas.openxmlformats.org/drawingml/2006/main">
            <a:off x="1143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가설 조사 기능 통과</a:t>
            </a:r>
          </a:p>
        </p:txBody>
      </p:sp>
      <p:sp>
        <p:nvSpPr>
          <p:cNvPr id="10" name="evaluation-metric-1">
            <a:extLst xmlns:a="http://schemas.openxmlformats.org/drawingml/2006/main">
              <a:ext uri="{FF2B5EF4-FFF2-40B4-BE49-F238E27FC236}">
                <a16:creationId xmlns:a16="http://schemas.microsoft.com/office/drawing/2014/main" id="{7B5B3FB0-14FD-45A1-8AFA-EE826CD1DE52}"/>
              </a:ext>
            </a:extLst>
          </p:cNvPr>
          <p:cNvSpPr>
            <a:spLocks xmlns:a="http://schemas.openxmlformats.org/drawingml/2006/main" noGrp="1"/>
          </p:cNvSpPr>
          <p:nvPr/>
        </p:nvSpPr>
        <p:spPr>
          <a:xfrm xmlns:a="http://schemas.openxmlformats.org/drawingml/2006/main">
            <a:off x="9144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B66A19"/>
                </a:solidFill>
                <a:latin typeface="Noto Sans Bold"/>
                <a:ea typeface="Noto Sans Bold"/>
                <a:cs typeface="Noto Sans Bold"/>
              </a:defRPr>
            </a:defPPr>
            <a:lvl1pPr algn="l">
              <a:defRPr sz="8700" b="1">
                <a:solidFill>
                  <a:srgbClr val="B66A19"/>
                </a:solidFill>
                <a:latin typeface="Noto Sans Bold"/>
                <a:ea typeface="Noto Sans Bold"/>
                <a:cs typeface="Noto Sans Bold"/>
              </a:defRPr>
            </a:lvl1pPr>
            <a:lvl2pPr algn="l">
              <a:defRPr sz="8700" b="1">
                <a:solidFill>
                  <a:srgbClr val="B66A19"/>
                </a:solidFill>
                <a:latin typeface="Noto Sans Bold"/>
                <a:ea typeface="Noto Sans Bold"/>
                <a:cs typeface="Noto Sans Bold"/>
              </a:defRPr>
            </a:lvl2pPr>
            <a:lvl3pPr algn="l">
              <a:defRPr sz="8700" b="1">
                <a:solidFill>
                  <a:srgbClr val="B66A19"/>
                </a:solidFill>
                <a:latin typeface="Noto Sans Bold"/>
                <a:ea typeface="Noto Sans Bold"/>
                <a:cs typeface="Noto Sans Bold"/>
              </a:defRPr>
            </a:lvl3pPr>
            <a:lvl4pPr algn="l">
              <a:defRPr sz="8700" b="1">
                <a:solidFill>
                  <a:srgbClr val="B66A19"/>
                </a:solidFill>
                <a:latin typeface="Noto Sans Bold"/>
                <a:ea typeface="Noto Sans Bold"/>
                <a:cs typeface="Noto Sans Bold"/>
              </a:defRPr>
            </a:lvl4pPr>
            <a:lvl5pPr algn="l">
              <a:defRPr sz="8700" b="1">
                <a:solidFill>
                  <a:srgbClr val="B66A19"/>
                </a:solidFill>
                <a:latin typeface="Noto Sans Bold"/>
                <a:ea typeface="Noto Sans Bold"/>
                <a:cs typeface="Noto Sans Bold"/>
              </a:defRPr>
            </a:lvl5pPr>
            <a:lvl6pPr algn="l">
              <a:defRPr sz="8700" b="1">
                <a:solidFill>
                  <a:srgbClr val="B66A19"/>
                </a:solidFill>
                <a:latin typeface="Noto Sans Bold"/>
                <a:ea typeface="Noto Sans Bold"/>
                <a:cs typeface="Noto Sans Bold"/>
              </a:defRPr>
            </a:lvl6pPr>
            <a:lvl7pPr algn="l">
              <a:defRPr sz="8700" b="1">
                <a:solidFill>
                  <a:srgbClr val="B66A19"/>
                </a:solidFill>
                <a:latin typeface="Noto Sans Bold"/>
                <a:ea typeface="Noto Sans Bold"/>
                <a:cs typeface="Noto Sans Bold"/>
              </a:defRPr>
            </a:lvl7pPr>
            <a:lvl8pPr algn="l">
              <a:defRPr sz="8700" b="1">
                <a:solidFill>
                  <a:srgbClr val="B66A19"/>
                </a:solidFill>
                <a:latin typeface="Noto Sans Bold"/>
                <a:ea typeface="Noto Sans Bold"/>
                <a:cs typeface="Noto Sans Bold"/>
              </a:defRPr>
            </a:lvl8pPr>
            <a:lvl9pPr algn="l">
              <a:defRPr sz="8700" b="1">
                <a:solidFill>
                  <a:srgbClr val="B66A19"/>
                </a:solidFill>
                <a:latin typeface="Noto Sans Bold"/>
                <a:ea typeface="Noto Sans Bold"/>
                <a:cs typeface="Noto Sans Bold"/>
              </a:defRPr>
            </a:lvl9pPr>
          </a:lstStyle>
          <a:p xmlns:a="http://schemas.openxmlformats.org/drawingml/2006/main">
            <a:pPr algn="l">
              <a:defRPr sz="8700" b="1">
                <a:solidFill>
                  <a:srgbClr val="B66A19"/>
                </a:solidFill>
                <a:latin typeface="Noto Sans Bold"/>
                <a:ea typeface="Noto Sans Bold"/>
                <a:cs typeface="Noto Sans Bold"/>
              </a:defRPr>
            </a:pPr>
            <a:r>
              <a:rPr sz="8700" b="1">
                <a:solidFill>
                  <a:srgbClr val="B66A19"/>
                </a:solidFill>
                <a:latin typeface="Noto Sans Bold"/>
                <a:ea typeface="Noto Sans Bold"/>
                <a:cs typeface="Noto Sans Bold"/>
              </a:rPr>
              <a:t>5/6</a:t>
            </a:r>
          </a:p>
        </p:txBody>
      </p:sp>
      <p:sp>
        <p:nvSpPr>
          <p:cNvPr id="11" name="evaluation-label-1">
            <a:extLst xmlns:a="http://schemas.openxmlformats.org/drawingml/2006/main">
              <a:ext uri="{FF2B5EF4-FFF2-40B4-BE49-F238E27FC236}">
                <a16:creationId xmlns:a16="http://schemas.microsoft.com/office/drawing/2014/main" id="{1CCCA570-4F21-459B-A14F-422440A26576}"/>
              </a:ext>
            </a:extLst>
          </p:cNvPr>
          <p:cNvSpPr>
            <a:spLocks xmlns:a="http://schemas.openxmlformats.org/drawingml/2006/main" noGrp="1"/>
          </p:cNvSpPr>
          <p:nvPr/>
        </p:nvSpPr>
        <p:spPr>
          <a:xfrm xmlns:a="http://schemas.openxmlformats.org/drawingml/2006/main">
            <a:off x="9144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Judge 포함 종합 통과</a:t>
            </a:r>
          </a:p>
        </p:txBody>
      </p:sp>
      <p:graphicFrame>
        <p:nvGraphicFramePr>
          <p:cNvPr id="12" name="">
            <a:extLst xmlns:a="http://schemas.openxmlformats.org/drawingml/2006/main">
              <a:ext uri="{FF2B5EF4-FFF2-40B4-BE49-F238E27FC236}">
                <a16:creationId xmlns:a16="http://schemas.microsoft.com/office/drawing/2014/main" id="{396E96E1-923A-4754-BD98-132FEFA6DB0E}"/>
              </a:ext>
            </a:extLst>
          </p:cNvPr>
          <p:cNvGraphicFramePr/>
          <p:nvPr/>
        </p:nvGraphicFramePr>
        <p:xfrm>
          <a:off xmlns:a="http://schemas.openxmlformats.org/drawingml/2006/main" x="1143000" y="6096000"/>
          <a:ext xmlns:a="http://schemas.openxmlformats.org/drawingml/2006/main" cx="16002000" cy="2305050"/>
        </p:xfrm>
        <a:graphic xmlns:a="http://schemas.openxmlformats.org/drawingml/2006/main">
          <a:graphicData uri="http://schemas.openxmlformats.org/drawingml/2006/table">
            <a:tbl>
              <a:tblPr firstRow="0" bandRow="0"/>
              <a:tblGrid>
                <a:gridCol w="4000500"/>
                <a:gridCol w="8001000"/>
                <a:gridCol w="4000500"/>
              </a:tblGrid>
              <a:tr h="590550">
                <a:tc>
                  <a:txBody>
                    <a:bodyPr/>
                    <a:lstStyle/>
                    <a:p>
                      <a:r>
                        <a:rPr sz="2400" b="1">
                          <a:solidFill>
                            <a:srgbClr val="FFFFFF"/>
                          </a:solidFill>
                          <a:latin typeface="Noto Sans Bold"/>
                          <a:ea typeface="Noto Sans Bold"/>
                          <a:cs typeface="Noto Sans Bold"/>
                        </a:rPr>
                        <a:t>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Judge 결과</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종합 판정</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857250">
                <a:tc>
                  <a:txBody>
                    <a:bodyPr/>
                    <a:lstStyle/>
                    <a:p>
                      <a:r>
                        <a:rPr sz="2550">
                          <a:solidFill>
                            <a:srgbClr val="122C46"/>
                          </a:solidFill>
                          <a:latin typeface="Noto Sans Kr"/>
                          <a:ea typeface="Noto Sans Kr"/>
                          <a:cs typeface="Noto Sans Kr"/>
                        </a:rPr>
                        <a:t>traffic</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5개 항목 모두 5/5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통과</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857250">
                <a:tc>
                  <a:txBody>
                    <a:bodyPr/>
                    <a:lstStyle/>
                    <a:p>
                      <a:r>
                        <a:rPr sz="2550">
                          <a:solidFill>
                            <a:srgbClr val="122C46"/>
                          </a:solidFill>
                          <a:latin typeface="Noto Sans Kr"/>
                          <a:ea typeface="Noto Sans Kr"/>
                          <a:cs typeface="Noto Sans Kr"/>
                        </a:rPr>
                        <a:t>release</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근거 충실성 2/5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미통과 보존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136494305"/>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1C83868C-45FD-4E0E-85A2-1CDB4D4D11B8}"/>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구현 결과: 관측 가능성</a:t>
            </a:r>
          </a:p>
        </p:txBody>
      </p:sp>
      <p:sp>
        <p:nvSpPr>
          <p:cNvPr id="2" name="page-number">
            <a:extLst xmlns:a="http://schemas.openxmlformats.org/drawingml/2006/main">
              <a:ext uri="{FF2B5EF4-FFF2-40B4-BE49-F238E27FC236}">
                <a16:creationId xmlns:a16="http://schemas.microsoft.com/office/drawing/2014/main" id="{334977EB-C72F-4F76-84A6-E903D73FB5B7}"/>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11 / 12</a:t>
            </a:r>
          </a:p>
        </p:txBody>
      </p:sp>
      <p:sp>
        <p:nvSpPr>
          <p:cNvPr id="3" name="slide-title">
            <a:extLst xmlns:a="http://schemas.openxmlformats.org/drawingml/2006/main">
              <a:ext uri="{FF2B5EF4-FFF2-40B4-BE49-F238E27FC236}">
                <a16:creationId xmlns:a16="http://schemas.microsoft.com/office/drawing/2014/main" id="{C237A8A9-07AD-435A-B4CD-59B644C50716}"/>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LangSmith 추적과 저장 확인</a:t>
            </a:r>
          </a:p>
        </p:txBody>
      </p:sp>
      <p:sp>
        <p:nvSpPr>
          <p:cNvPr id="4" name="slide-subtitle">
            <a:extLst xmlns:a="http://schemas.openxmlformats.org/drawingml/2006/main">
              <a:ext uri="{FF2B5EF4-FFF2-40B4-BE49-F238E27FC236}">
                <a16:creationId xmlns:a16="http://schemas.microsoft.com/office/drawing/2014/main" id="{BD453378-6DA9-475D-B1AA-1EE149FA4121}"/>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저장한 실행과 평가 점수를 다시 조회해 원격 저장을 확인했습니다.</a:t>
            </a:r>
          </a:p>
        </p:txBody>
      </p:sp>
      <p:sp>
        <p:nvSpPr>
          <p:cNvPr id="5" name="scope-note">
            <a:extLst xmlns:a="http://schemas.openxmlformats.org/drawingml/2006/main">
              <a:ext uri="{FF2B5EF4-FFF2-40B4-BE49-F238E27FC236}">
                <a16:creationId xmlns:a16="http://schemas.microsoft.com/office/drawing/2014/main" id="{1E814A4B-6ED6-41DE-8C8A-6BBC23A7C6F2}"/>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추적 / 입력 거절 검증은 별도 기록 / 전체 비용 절감률은 미측정</a:t>
            </a:r>
          </a:p>
        </p:txBody>
      </p:sp>
      <p:cxnSp>
        <p:nvCxnSpPr>
          <p:cNvPr id="6" name="footer-rule">
            <a:extLst xmlns:a="http://schemas.openxmlformats.org/drawingml/2006/main">
              <a:ext uri="{FF2B5EF4-FFF2-40B4-BE49-F238E27FC236}">
                <a16:creationId xmlns:a16="http://schemas.microsoft.com/office/drawing/2014/main" id="{D2C226ED-C716-46C8-A06D-0641A234106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B0349454-AE37-47E6-A053-1BAE118E52F9}"/>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race-runs">
            <a:extLst xmlns:a="http://schemas.openxmlformats.org/drawingml/2006/main">
              <a:ext uri="{FF2B5EF4-FFF2-40B4-BE49-F238E27FC236}">
                <a16:creationId xmlns:a16="http://schemas.microsoft.com/office/drawing/2014/main" id="{162C9507-311D-427B-B361-BDE3BA245D15}"/>
              </a:ext>
            </a:extLst>
          </p:cNvPr>
          <p:cNvSpPr>
            <a:spLocks xmlns:a="http://schemas.openxmlformats.org/drawingml/2006/main" noGrp="1"/>
          </p:cNvSpPr>
          <p:nvPr/>
        </p:nvSpPr>
        <p:spPr>
          <a:xfrm xmlns:a="http://schemas.openxmlformats.org/drawingml/2006/main">
            <a:off x="1143000" y="3381375"/>
            <a:ext cx="723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2B5BEB"/>
                </a:solidFill>
                <a:latin typeface="Noto Sans Bold"/>
                <a:ea typeface="Noto Sans Bold"/>
                <a:cs typeface="Noto Sans Bold"/>
              </a:defRPr>
            </a:defPPr>
            <a:lvl1pPr algn="l">
              <a:defRPr sz="8700" b="1">
                <a:solidFill>
                  <a:srgbClr val="2B5BEB"/>
                </a:solidFill>
                <a:latin typeface="Noto Sans Bold"/>
                <a:ea typeface="Noto Sans Bold"/>
                <a:cs typeface="Noto Sans Bold"/>
              </a:defRPr>
            </a:lvl1pPr>
            <a:lvl2pPr algn="l">
              <a:defRPr sz="8700" b="1">
                <a:solidFill>
                  <a:srgbClr val="2B5BEB"/>
                </a:solidFill>
                <a:latin typeface="Noto Sans Bold"/>
                <a:ea typeface="Noto Sans Bold"/>
                <a:cs typeface="Noto Sans Bold"/>
              </a:defRPr>
            </a:lvl2pPr>
            <a:lvl3pPr algn="l">
              <a:defRPr sz="8700" b="1">
                <a:solidFill>
                  <a:srgbClr val="2B5BEB"/>
                </a:solidFill>
                <a:latin typeface="Noto Sans Bold"/>
                <a:ea typeface="Noto Sans Bold"/>
                <a:cs typeface="Noto Sans Bold"/>
              </a:defRPr>
            </a:lvl3pPr>
            <a:lvl4pPr algn="l">
              <a:defRPr sz="8700" b="1">
                <a:solidFill>
                  <a:srgbClr val="2B5BEB"/>
                </a:solidFill>
                <a:latin typeface="Noto Sans Bold"/>
                <a:ea typeface="Noto Sans Bold"/>
                <a:cs typeface="Noto Sans Bold"/>
              </a:defRPr>
            </a:lvl4pPr>
            <a:lvl5pPr algn="l">
              <a:defRPr sz="8700" b="1">
                <a:solidFill>
                  <a:srgbClr val="2B5BEB"/>
                </a:solidFill>
                <a:latin typeface="Noto Sans Bold"/>
                <a:ea typeface="Noto Sans Bold"/>
                <a:cs typeface="Noto Sans Bold"/>
              </a:defRPr>
            </a:lvl5pPr>
            <a:lvl6pPr algn="l">
              <a:defRPr sz="8700" b="1">
                <a:solidFill>
                  <a:srgbClr val="2B5BEB"/>
                </a:solidFill>
                <a:latin typeface="Noto Sans Bold"/>
                <a:ea typeface="Noto Sans Bold"/>
                <a:cs typeface="Noto Sans Bold"/>
              </a:defRPr>
            </a:lvl6pPr>
            <a:lvl7pPr algn="l">
              <a:defRPr sz="8700" b="1">
                <a:solidFill>
                  <a:srgbClr val="2B5BEB"/>
                </a:solidFill>
                <a:latin typeface="Noto Sans Bold"/>
                <a:ea typeface="Noto Sans Bold"/>
                <a:cs typeface="Noto Sans Bold"/>
              </a:defRPr>
            </a:lvl7pPr>
            <a:lvl8pPr algn="l">
              <a:defRPr sz="8700" b="1">
                <a:solidFill>
                  <a:srgbClr val="2B5BEB"/>
                </a:solidFill>
                <a:latin typeface="Noto Sans Bold"/>
                <a:ea typeface="Noto Sans Bold"/>
                <a:cs typeface="Noto Sans Bold"/>
              </a:defRPr>
            </a:lvl8pPr>
            <a:lvl9pPr algn="l">
              <a:defRPr sz="8700" b="1">
                <a:solidFill>
                  <a:srgbClr val="2B5BEB"/>
                </a:solidFill>
                <a:latin typeface="Noto Sans Bold"/>
                <a:ea typeface="Noto Sans Bold"/>
                <a:cs typeface="Noto Sans Bold"/>
              </a:defRPr>
            </a:lvl9pPr>
          </a:lstStyle>
          <a:p xmlns:a="http://schemas.openxmlformats.org/drawingml/2006/main">
            <a:pPr algn="l">
              <a:defRPr sz="8700" b="1">
                <a:solidFill>
                  <a:srgbClr val="2B5BEB"/>
                </a:solidFill>
                <a:latin typeface="Noto Sans Bold"/>
                <a:ea typeface="Noto Sans Bold"/>
                <a:cs typeface="Noto Sans Bold"/>
              </a:defRPr>
            </a:pPr>
            <a:r>
              <a:rPr sz="8700" b="1">
                <a:solidFill>
                  <a:srgbClr val="2B5BEB"/>
                </a:solidFill>
                <a:latin typeface="Noto Sans Bold"/>
                <a:ea typeface="Noto Sans Bold"/>
                <a:cs typeface="Noto Sans Bold"/>
              </a:rPr>
              <a:t>6건</a:t>
            </a:r>
          </a:p>
        </p:txBody>
      </p:sp>
      <p:sp>
        <p:nvSpPr>
          <p:cNvPr id="9" name="trace-runs-label">
            <a:extLst xmlns:a="http://schemas.openxmlformats.org/drawingml/2006/main">
              <a:ext uri="{FF2B5EF4-FFF2-40B4-BE49-F238E27FC236}">
                <a16:creationId xmlns:a16="http://schemas.microsoft.com/office/drawing/2014/main" id="{204645B5-259E-4FBE-A367-AF79F1C46CD0}"/>
              </a:ext>
            </a:extLst>
          </p:cNvPr>
          <p:cNvSpPr>
            <a:spLocks xmlns:a="http://schemas.openxmlformats.org/drawingml/2006/main" noGrp="1"/>
          </p:cNvSpPr>
          <p:nvPr/>
        </p:nvSpPr>
        <p:spPr>
          <a:xfrm xmlns:a="http://schemas.openxmlformats.org/drawingml/2006/main">
            <a:off x="1143000" y="5048250"/>
            <a:ext cx="723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원격 실행 기록 재조회</a:t>
            </a:r>
          </a:p>
        </p:txBody>
      </p:sp>
      <p:sp>
        <p:nvSpPr>
          <p:cNvPr id="10" name="trace-feedback">
            <a:extLst xmlns:a="http://schemas.openxmlformats.org/drawingml/2006/main">
              <a:ext uri="{FF2B5EF4-FFF2-40B4-BE49-F238E27FC236}">
                <a16:creationId xmlns:a16="http://schemas.microsoft.com/office/drawing/2014/main" id="{A8AC38AA-9B8F-4F83-8DA6-1E5475ACEBDD}"/>
              </a:ext>
            </a:extLst>
          </p:cNvPr>
          <p:cNvSpPr>
            <a:spLocks xmlns:a="http://schemas.openxmlformats.org/drawingml/2006/main" noGrp="1"/>
          </p:cNvSpPr>
          <p:nvPr/>
        </p:nvSpPr>
        <p:spPr>
          <a:xfrm xmlns:a="http://schemas.openxmlformats.org/drawingml/2006/main">
            <a:off x="9144000" y="3381375"/>
            <a:ext cx="8001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7659BD"/>
                </a:solidFill>
                <a:latin typeface="Noto Sans Bold"/>
                <a:ea typeface="Noto Sans Bold"/>
                <a:cs typeface="Noto Sans Bold"/>
              </a:defRPr>
            </a:defPPr>
            <a:lvl1pPr algn="l">
              <a:defRPr sz="8700" b="1">
                <a:solidFill>
                  <a:srgbClr val="7659BD"/>
                </a:solidFill>
                <a:latin typeface="Noto Sans Bold"/>
                <a:ea typeface="Noto Sans Bold"/>
                <a:cs typeface="Noto Sans Bold"/>
              </a:defRPr>
            </a:lvl1pPr>
            <a:lvl2pPr algn="l">
              <a:defRPr sz="8700" b="1">
                <a:solidFill>
                  <a:srgbClr val="7659BD"/>
                </a:solidFill>
                <a:latin typeface="Noto Sans Bold"/>
                <a:ea typeface="Noto Sans Bold"/>
                <a:cs typeface="Noto Sans Bold"/>
              </a:defRPr>
            </a:lvl2pPr>
            <a:lvl3pPr algn="l">
              <a:defRPr sz="8700" b="1">
                <a:solidFill>
                  <a:srgbClr val="7659BD"/>
                </a:solidFill>
                <a:latin typeface="Noto Sans Bold"/>
                <a:ea typeface="Noto Sans Bold"/>
                <a:cs typeface="Noto Sans Bold"/>
              </a:defRPr>
            </a:lvl3pPr>
            <a:lvl4pPr algn="l">
              <a:defRPr sz="8700" b="1">
                <a:solidFill>
                  <a:srgbClr val="7659BD"/>
                </a:solidFill>
                <a:latin typeface="Noto Sans Bold"/>
                <a:ea typeface="Noto Sans Bold"/>
                <a:cs typeface="Noto Sans Bold"/>
              </a:defRPr>
            </a:lvl4pPr>
            <a:lvl5pPr algn="l">
              <a:defRPr sz="8700" b="1">
                <a:solidFill>
                  <a:srgbClr val="7659BD"/>
                </a:solidFill>
                <a:latin typeface="Noto Sans Bold"/>
                <a:ea typeface="Noto Sans Bold"/>
                <a:cs typeface="Noto Sans Bold"/>
              </a:defRPr>
            </a:lvl5pPr>
            <a:lvl6pPr algn="l">
              <a:defRPr sz="8700" b="1">
                <a:solidFill>
                  <a:srgbClr val="7659BD"/>
                </a:solidFill>
                <a:latin typeface="Noto Sans Bold"/>
                <a:ea typeface="Noto Sans Bold"/>
                <a:cs typeface="Noto Sans Bold"/>
              </a:defRPr>
            </a:lvl6pPr>
            <a:lvl7pPr algn="l">
              <a:defRPr sz="8700" b="1">
                <a:solidFill>
                  <a:srgbClr val="7659BD"/>
                </a:solidFill>
                <a:latin typeface="Noto Sans Bold"/>
                <a:ea typeface="Noto Sans Bold"/>
                <a:cs typeface="Noto Sans Bold"/>
              </a:defRPr>
            </a:lvl7pPr>
            <a:lvl8pPr algn="l">
              <a:defRPr sz="8700" b="1">
                <a:solidFill>
                  <a:srgbClr val="7659BD"/>
                </a:solidFill>
                <a:latin typeface="Noto Sans Bold"/>
                <a:ea typeface="Noto Sans Bold"/>
                <a:cs typeface="Noto Sans Bold"/>
              </a:defRPr>
            </a:lvl8pPr>
            <a:lvl9pPr algn="l">
              <a:defRPr sz="8700" b="1">
                <a:solidFill>
                  <a:srgbClr val="7659BD"/>
                </a:solidFill>
                <a:latin typeface="Noto Sans Bold"/>
                <a:ea typeface="Noto Sans Bold"/>
                <a:cs typeface="Noto Sans Bold"/>
              </a:defRPr>
            </a:lvl9pPr>
          </a:lstStyle>
          <a:p xmlns:a="http://schemas.openxmlformats.org/drawingml/2006/main">
            <a:pPr algn="l">
              <a:defRPr sz="8700" b="1">
                <a:solidFill>
                  <a:srgbClr val="7659BD"/>
                </a:solidFill>
                <a:latin typeface="Noto Sans Bold"/>
                <a:ea typeface="Noto Sans Bold"/>
                <a:cs typeface="Noto Sans Bold"/>
              </a:defRPr>
            </a:pPr>
            <a:r>
              <a:rPr sz="8700" b="1">
                <a:solidFill>
                  <a:srgbClr val="7659BD"/>
                </a:solidFill>
                <a:latin typeface="Noto Sans Bold"/>
                <a:ea typeface="Noto Sans Bold"/>
                <a:cs typeface="Noto Sans Bold"/>
              </a:rPr>
              <a:t>30개</a:t>
            </a:r>
          </a:p>
        </p:txBody>
      </p:sp>
      <p:sp>
        <p:nvSpPr>
          <p:cNvPr id="11" name="trace-feedback-label">
            <a:extLst xmlns:a="http://schemas.openxmlformats.org/drawingml/2006/main">
              <a:ext uri="{FF2B5EF4-FFF2-40B4-BE49-F238E27FC236}">
                <a16:creationId xmlns:a16="http://schemas.microsoft.com/office/drawing/2014/main" id="{FB6323BA-2D99-42B0-92D2-31B7C7D7E326}"/>
              </a:ext>
            </a:extLst>
          </p:cNvPr>
          <p:cNvSpPr>
            <a:spLocks xmlns:a="http://schemas.openxmlformats.org/drawingml/2006/main" noGrp="1"/>
          </p:cNvSpPr>
          <p:nvPr/>
        </p:nvSpPr>
        <p:spPr>
          <a:xfrm xmlns:a="http://schemas.openxmlformats.org/drawingml/2006/main">
            <a:off x="9144000" y="5048250"/>
            <a:ext cx="800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평가 점수 재조회</a:t>
            </a:r>
          </a:p>
        </p:txBody>
      </p:sp>
      <p:sp>
        <p:nvSpPr>
          <p:cNvPr id="12" name="cost-label">
            <a:extLst xmlns:a="http://schemas.openxmlformats.org/drawingml/2006/main">
              <a:ext uri="{FF2B5EF4-FFF2-40B4-BE49-F238E27FC236}">
                <a16:creationId xmlns:a16="http://schemas.microsoft.com/office/drawing/2014/main" id="{A42ECF87-133E-4FB3-A839-6A23A0384DDB}"/>
              </a:ext>
            </a:extLst>
          </p:cNvPr>
          <p:cNvSpPr>
            <a:spLocks xmlns:a="http://schemas.openxmlformats.org/drawingml/2006/main" noGrp="1"/>
          </p:cNvSpPr>
          <p:nvPr/>
        </p:nvSpPr>
        <p:spPr>
          <a:xfrm xmlns:a="http://schemas.openxmlformats.org/drawingml/2006/main">
            <a:off x="1143000" y="7143750"/>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2B5BEB"/>
                </a:solidFill>
                <a:latin typeface="Noto Sans Bold"/>
                <a:ea typeface="Noto Sans Bold"/>
                <a:cs typeface="Noto Sans Bold"/>
              </a:defRPr>
            </a:defPPr>
            <a:lvl1pPr algn="l">
              <a:defRPr sz="2400" b="1">
                <a:solidFill>
                  <a:srgbClr val="2B5BEB"/>
                </a:solidFill>
                <a:latin typeface="Noto Sans Bold"/>
                <a:ea typeface="Noto Sans Bold"/>
                <a:cs typeface="Noto Sans Bold"/>
              </a:defRPr>
            </a:lvl1pPr>
            <a:lvl2pPr algn="l">
              <a:defRPr sz="2400" b="1">
                <a:solidFill>
                  <a:srgbClr val="2B5BEB"/>
                </a:solidFill>
                <a:latin typeface="Noto Sans Bold"/>
                <a:ea typeface="Noto Sans Bold"/>
                <a:cs typeface="Noto Sans Bold"/>
              </a:defRPr>
            </a:lvl2pPr>
            <a:lvl3pPr algn="l">
              <a:defRPr sz="2400" b="1">
                <a:solidFill>
                  <a:srgbClr val="2B5BEB"/>
                </a:solidFill>
                <a:latin typeface="Noto Sans Bold"/>
                <a:ea typeface="Noto Sans Bold"/>
                <a:cs typeface="Noto Sans Bold"/>
              </a:defRPr>
            </a:lvl3pPr>
            <a:lvl4pPr algn="l">
              <a:defRPr sz="2400" b="1">
                <a:solidFill>
                  <a:srgbClr val="2B5BEB"/>
                </a:solidFill>
                <a:latin typeface="Noto Sans Bold"/>
                <a:ea typeface="Noto Sans Bold"/>
                <a:cs typeface="Noto Sans Bold"/>
              </a:defRPr>
            </a:lvl4pPr>
            <a:lvl5pPr algn="l">
              <a:defRPr sz="2400" b="1">
                <a:solidFill>
                  <a:srgbClr val="2B5BEB"/>
                </a:solidFill>
                <a:latin typeface="Noto Sans Bold"/>
                <a:ea typeface="Noto Sans Bold"/>
                <a:cs typeface="Noto Sans Bold"/>
              </a:defRPr>
            </a:lvl5pPr>
            <a:lvl6pPr algn="l">
              <a:defRPr sz="2400" b="1">
                <a:solidFill>
                  <a:srgbClr val="2B5BEB"/>
                </a:solidFill>
                <a:latin typeface="Noto Sans Bold"/>
                <a:ea typeface="Noto Sans Bold"/>
                <a:cs typeface="Noto Sans Bold"/>
              </a:defRPr>
            </a:lvl6pPr>
            <a:lvl7pPr algn="l">
              <a:defRPr sz="2400" b="1">
                <a:solidFill>
                  <a:srgbClr val="2B5BEB"/>
                </a:solidFill>
                <a:latin typeface="Noto Sans Bold"/>
                <a:ea typeface="Noto Sans Bold"/>
                <a:cs typeface="Noto Sans Bold"/>
              </a:defRPr>
            </a:lvl7pPr>
            <a:lvl8pPr algn="l">
              <a:defRPr sz="2400" b="1">
                <a:solidFill>
                  <a:srgbClr val="2B5BEB"/>
                </a:solidFill>
                <a:latin typeface="Noto Sans Bold"/>
                <a:ea typeface="Noto Sans Bold"/>
                <a:cs typeface="Noto Sans Bold"/>
              </a:defRPr>
            </a:lvl8pPr>
            <a:lvl9pPr algn="l">
              <a:defRPr sz="2400" b="1">
                <a:solidFill>
                  <a:srgbClr val="2B5BEB"/>
                </a:solidFill>
                <a:latin typeface="Noto Sans Bold"/>
                <a:ea typeface="Noto Sans Bold"/>
                <a:cs typeface="Noto Sans Bold"/>
              </a:defRPr>
            </a:lvl9pPr>
          </a:lstStyle>
          <a:p xmlns:a="http://schemas.openxmlformats.org/drawingml/2006/main">
            <a:pPr algn="l">
              <a:defRPr sz="2400" b="1">
                <a:solidFill>
                  <a:srgbClr val="2B5BEB"/>
                </a:solidFill>
                <a:latin typeface="Noto Sans Bold"/>
                <a:ea typeface="Noto Sans Bold"/>
                <a:cs typeface="Noto Sans Bold"/>
              </a:defRPr>
            </a:pPr>
            <a:r>
              <a:rPr sz="2400" b="1">
                <a:solidFill>
                  <a:srgbClr val="2B5BEB"/>
                </a:solidFill>
                <a:latin typeface="Noto Sans Bold"/>
                <a:ea typeface="Noto Sans Bold"/>
                <a:cs typeface="Noto Sans Bold"/>
              </a:rPr>
              <a:t>보조 비용 통제</a:t>
            </a:r>
          </a:p>
        </p:txBody>
      </p:sp>
      <p:sp>
        <p:nvSpPr>
          <p:cNvPr id="13" name="cost-result">
            <a:extLst xmlns:a="http://schemas.openxmlformats.org/drawingml/2006/main">
              <a:ext uri="{FF2B5EF4-FFF2-40B4-BE49-F238E27FC236}">
                <a16:creationId xmlns:a16="http://schemas.microsoft.com/office/drawing/2014/main" id="{B1BFB576-9D39-406B-BA28-CE58137083EC}"/>
              </a:ext>
            </a:extLst>
          </p:cNvPr>
          <p:cNvSpPr>
            <a:spLocks xmlns:a="http://schemas.openxmlformats.org/drawingml/2006/main" noGrp="1"/>
          </p:cNvSpPr>
          <p:nvPr/>
        </p:nvSpPr>
        <p:spPr>
          <a:xfrm xmlns:a="http://schemas.openxmlformats.org/drawingml/2006/main">
            <a:off x="1143000" y="7810500"/>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0">
                <a:solidFill>
                  <a:srgbClr val="122C46"/>
                </a:solidFill>
                <a:latin typeface="Noto Sans Kr"/>
                <a:ea typeface="Noto Sans Kr"/>
                <a:cs typeface="Noto Sans Kr"/>
              </a:defRPr>
            </a:defPPr>
            <a:lvl1pPr algn="l">
              <a:defRPr sz="2850" b="0">
                <a:solidFill>
                  <a:srgbClr val="122C46"/>
                </a:solidFill>
                <a:latin typeface="Noto Sans Kr"/>
                <a:ea typeface="Noto Sans Kr"/>
                <a:cs typeface="Noto Sans Kr"/>
              </a:defRPr>
            </a:lvl1pPr>
            <a:lvl2pPr algn="l">
              <a:defRPr sz="2850" b="0">
                <a:solidFill>
                  <a:srgbClr val="122C46"/>
                </a:solidFill>
                <a:latin typeface="Noto Sans Kr"/>
                <a:ea typeface="Noto Sans Kr"/>
                <a:cs typeface="Noto Sans Kr"/>
              </a:defRPr>
            </a:lvl2pPr>
            <a:lvl3pPr algn="l">
              <a:defRPr sz="2850" b="0">
                <a:solidFill>
                  <a:srgbClr val="122C46"/>
                </a:solidFill>
                <a:latin typeface="Noto Sans Kr"/>
                <a:ea typeface="Noto Sans Kr"/>
                <a:cs typeface="Noto Sans Kr"/>
              </a:defRPr>
            </a:lvl3pPr>
            <a:lvl4pPr algn="l">
              <a:defRPr sz="2850" b="0">
                <a:solidFill>
                  <a:srgbClr val="122C46"/>
                </a:solidFill>
                <a:latin typeface="Noto Sans Kr"/>
                <a:ea typeface="Noto Sans Kr"/>
                <a:cs typeface="Noto Sans Kr"/>
              </a:defRPr>
            </a:lvl4pPr>
            <a:lvl5pPr algn="l">
              <a:defRPr sz="2850" b="0">
                <a:solidFill>
                  <a:srgbClr val="122C46"/>
                </a:solidFill>
                <a:latin typeface="Noto Sans Kr"/>
                <a:ea typeface="Noto Sans Kr"/>
                <a:cs typeface="Noto Sans Kr"/>
              </a:defRPr>
            </a:lvl5pPr>
            <a:lvl6pPr algn="l">
              <a:defRPr sz="2850" b="0">
                <a:solidFill>
                  <a:srgbClr val="122C46"/>
                </a:solidFill>
                <a:latin typeface="Noto Sans Kr"/>
                <a:ea typeface="Noto Sans Kr"/>
                <a:cs typeface="Noto Sans Kr"/>
              </a:defRPr>
            </a:lvl6pPr>
            <a:lvl7pPr algn="l">
              <a:defRPr sz="2850" b="0">
                <a:solidFill>
                  <a:srgbClr val="122C46"/>
                </a:solidFill>
                <a:latin typeface="Noto Sans Kr"/>
                <a:ea typeface="Noto Sans Kr"/>
                <a:cs typeface="Noto Sans Kr"/>
              </a:defRPr>
            </a:lvl7pPr>
            <a:lvl8pPr algn="l">
              <a:defRPr sz="2850" b="0">
                <a:solidFill>
                  <a:srgbClr val="122C46"/>
                </a:solidFill>
                <a:latin typeface="Noto Sans Kr"/>
                <a:ea typeface="Noto Sans Kr"/>
                <a:cs typeface="Noto Sans Kr"/>
              </a:defRPr>
            </a:lvl8pPr>
            <a:lvl9pPr algn="l">
              <a:defRPr sz="2850" b="0">
                <a:solidFill>
                  <a:srgbClr val="122C46"/>
                </a:solidFill>
                <a:latin typeface="Noto Sans Kr"/>
                <a:ea typeface="Noto Sans Kr"/>
                <a:cs typeface="Noto Sans Kr"/>
              </a:defRPr>
            </a:lvl9pPr>
          </a:lstStyle>
          <a:p xmlns:a="http://schemas.openxmlformats.org/drawingml/2006/main">
            <a:pPr algn="l">
              <a:defRPr sz="2850" b="0">
                <a:solidFill>
                  <a:srgbClr val="122C46"/>
                </a:solidFill>
                <a:latin typeface="Noto Sans Kr"/>
                <a:ea typeface="Noto Sans Kr"/>
                <a:cs typeface="Noto Sans Kr"/>
              </a:defRPr>
            </a:pPr>
            <a:r>
              <a:rPr sz="2850" b="0">
                <a:solidFill>
                  <a:srgbClr val="122C46"/>
                </a:solidFill>
                <a:latin typeface="Noto Sans Kr"/>
                <a:ea typeface="Noto Sans Kr"/>
                <a:cs typeface="Noto Sans Kr"/>
              </a:rPr>
              <a:t>입력 거절 5건: LLM·MCP 호출 0 / 생성 0토큰</a:t>
            </a:r>
          </a:p>
        </p:txBody>
      </p:sp>
    </p:spTree>
    <p:extLst>
      <p:ext uri="{BB962C8B-B14F-4D97-AF65-F5344CB8AC3E}">
        <p14:creationId xmlns:p14="http://schemas.microsoft.com/office/powerpoint/2010/main" val="844065862"/>
      </p:ext>
    </p:extLst>
  </p:cSld>
</p:sld>
</file>

<file path=ppt/slides/slide1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1AEEE8F0-B58F-474C-B7E1-75EE927784E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5DDFDCC2-8950-4992-8D93-1356BA85AE97}"/>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12 / 12</a:t>
            </a:r>
          </a:p>
        </p:txBody>
      </p:sp>
      <p:sp>
        <p:nvSpPr>
          <p:cNvPr id="3" name="slide-title">
            <a:extLst xmlns:a="http://schemas.openxmlformats.org/drawingml/2006/main">
              <a:ext uri="{FF2B5EF4-FFF2-40B4-BE49-F238E27FC236}">
                <a16:creationId xmlns:a16="http://schemas.microsoft.com/office/drawing/2014/main" id="{286F3AC1-E0FA-4FB9-B86D-F6472FA03535}"/>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CF6DE93A-B18B-449D-8011-9AF7678C8CE2}"/>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검증한 범위와 운영 적용에 필요한 다음 단계를 구분했습니다.</a:t>
            </a:r>
          </a:p>
        </p:txBody>
      </p:sp>
      <p:sp>
        <p:nvSpPr>
          <p:cNvPr id="5" name="scope-note">
            <a:extLst xmlns:a="http://schemas.openxmlformats.org/drawingml/2006/main">
              <a:ext uri="{FF2B5EF4-FFF2-40B4-BE49-F238E27FC236}">
                <a16:creationId xmlns:a16="http://schemas.microsoft.com/office/drawing/2014/main" id="{50A7A52A-433E-4A01-A171-11283E94C4C5}"/>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지지는 인과 확정과 구분 / 전체 비용 효과와 실제 운영 일반화는 미검증</a:t>
            </a:r>
          </a:p>
        </p:txBody>
      </p:sp>
      <p:cxnSp>
        <p:nvCxnSpPr>
          <p:cNvPr id="6" name="footer-rule">
            <a:extLst xmlns:a="http://schemas.openxmlformats.org/drawingml/2006/main">
              <a:ext uri="{FF2B5EF4-FFF2-40B4-BE49-F238E27FC236}">
                <a16:creationId xmlns:a16="http://schemas.microsoft.com/office/drawing/2014/main" id="{913629A2-3F33-47CA-B980-2D701EE5E29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A5B215BC-9707-4B72-8CA1-9F6E2401678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FC9EA10A-6F0E-40B1-9B35-3325B3D15F30}"/>
              </a:ext>
            </a:extLst>
          </p:cNvPr>
          <p:cNvGraphicFramePr/>
          <p:nvPr/>
        </p:nvGraphicFramePr>
        <p:xfrm>
          <a:off xmlns:a="http://schemas.openxmlformats.org/drawingml/2006/main" x="1143000" y="3714750"/>
          <a:ext xmlns:a="http://schemas.openxmlformats.org/drawingml/2006/main" cx="16002000" cy="316230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남은 한계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다음 개선</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38250">
                <a:tc>
                  <a:txBody>
                    <a:bodyPr/>
                    <a:lstStyle/>
                    <a:p>
                      <a:r>
                        <a:rPr sz="2700">
                          <a:solidFill>
                            <a:srgbClr val="122C46"/>
                          </a:solidFill>
                          <a:latin typeface="Noto Sans Kr"/>
                          <a:ea typeface="Noto Sans Kr"/>
                          <a:cs typeface="Noto Sans Kr"/>
                        </a:rPr>
                        <a:t>CPU 세 가설·합성 관측</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실제 모니터링 연결·조사 범위 확장</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38250">
                <a:tc>
                  <a:txBody>
                    <a:bodyPr/>
                    <a:lstStyle/>
                    <a:p>
                      <a:r>
                        <a:rPr sz="2700">
                          <a:solidFill>
                            <a:srgbClr val="122C46"/>
                          </a:solidFill>
                          <a:latin typeface="Noto Sans Kr"/>
                          <a:ea typeface="Noto Sans Kr"/>
                          <a:cs typeface="Noto Sans Kr"/>
                        </a:rPr>
                        <a:t>조회 한도·Judge 오판 가능성</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질문 우선순위·다른 계열·사람 평가</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81B56973-F350-469F-A581-4B99D6EDD399}"/>
              </a:ext>
            </a:extLst>
          </p:cNvPr>
          <p:cNvSpPr>
            <a:spLocks xmlns:a="http://schemas.openxmlformats.org/drawingml/2006/main" noGrp="1"/>
          </p:cNvSpPr>
          <p:nvPr/>
        </p:nvSpPr>
        <p:spPr>
          <a:xfrm xmlns:a="http://schemas.openxmlformats.org/drawingml/2006/main">
            <a:off x="1143000" y="7524750"/>
            <a:ext cx="1600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판단 조건과 근거를 함께 남겨야,</a:t>
            </a:r>
          </a:p>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진단이 바뀐 이유까지 설명할 수 있습니다.</a:t>
            </a:r>
          </a:p>
        </p:txBody>
      </p:sp>
    </p:spTree>
    <p:extLst>
      <p:ext uri="{BB962C8B-B14F-4D97-AF65-F5344CB8AC3E}">
        <p14:creationId xmlns:p14="http://schemas.microsoft.com/office/powerpoint/2010/main" val="144994414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2026-10-22T04:58:40.0920000Z</dcterms:created>
  <dcterms:modified xsi:type="dcterms:W3CDTF">2026-10-22T04:58:40.0920000Z</dcterms:modified>
</coreProperties>
</file>