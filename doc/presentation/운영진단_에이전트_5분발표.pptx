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2425170b934cb4" /><Relationship Type="http://schemas.openxmlformats.org/officeDocument/2006/relationships/extended-properties" Target="/docProps/app.xml" Id="Rbe0384954c0e4768" /><Relationship Type="http://schemas.openxmlformats.org/officeDocument/2006/relationships/officeDocument" Target="/ppt/presentation.xml" Id="R663ccdc55318452f"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a0b43ebf14ec46bf"/>
  </p:sldMasterIdLst>
  <p:notesMasterIdLst>
    <p:notesMasterId xmlns:r="http://schemas.openxmlformats.org/officeDocument/2006/relationships" r:id="R7a76b4727be44b2a"/>
  </p:notesMasterIdLst>
  <p:sldIdLst>
    <p:sldId xmlns:r="http://schemas.openxmlformats.org/officeDocument/2006/relationships" id="256" r:id="R1c5a954697674732"/>
    <p:sldId xmlns:r="http://schemas.openxmlformats.org/officeDocument/2006/relationships" id="257" r:id="R2cf3c04c23bf424b"/>
    <p:sldId xmlns:r="http://schemas.openxmlformats.org/officeDocument/2006/relationships" id="258" r:id="R5bf09f3f5a364767"/>
    <p:sldId xmlns:r="http://schemas.openxmlformats.org/officeDocument/2006/relationships" id="259" r:id="R28df0800b8ad4441"/>
    <p:sldId xmlns:r="http://schemas.openxmlformats.org/officeDocument/2006/relationships" id="260" r:id="R64f1915ca15a4917"/>
    <p:sldId xmlns:r="http://schemas.openxmlformats.org/officeDocument/2006/relationships" id="261" r:id="Rd5d6253ed1424f00"/>
    <p:sldId xmlns:r="http://schemas.openxmlformats.org/officeDocument/2006/relationships" id="262" r:id="Re728900cb0194919"/>
    <p:sldId xmlns:r="http://schemas.openxmlformats.org/officeDocument/2006/relationships" id="263" r:id="Redfd1a06607045f9"/>
  </p:sldIdLst>
  <p:sldSz cx="18288000" cy="10287000"/>
  <p:notesSz cx="6858000" cy="9144000"/>
  <p:embeddedFontLst>
    <p:embeddedFont>
      <p:font typeface="Noto Sans Bold"/>
      <p:regular xmlns:r="http://schemas.openxmlformats.org/officeDocument/2006/relationships" r:id="Rfdb2f5ce343f4fd0"/>
    </p:embeddedFont>
    <p:embeddedFont>
      <p:font typeface="Noto Sans Kr"/>
      <p:regular xmlns:r="http://schemas.openxmlformats.org/officeDocument/2006/relationships" r:id="R02f490b3ca334389"/>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a63de15be7ea4906" /><Relationship Type="http://schemas.openxmlformats.org/officeDocument/2006/relationships/slideMaster" Target="/ppt/slideMasters/slideMaster1.xml" Id="Ra0b43ebf14ec46bf" /><Relationship Type="http://schemas.openxmlformats.org/officeDocument/2006/relationships/notesMaster" Target="/ppt/notesMasters/notesMaster1.xml" Id="R7a76b4727be44b2a" /><Relationship Type="http://schemas.openxmlformats.org/officeDocument/2006/relationships/presProps" Target="/ppt/presProps.xml" Id="R5f049a773c3e451d" /><Relationship Type="http://schemas.openxmlformats.org/officeDocument/2006/relationships/viewProps" Target="/ppt/viewProps.xml" Id="R24cbc19f71324071" /><Relationship Type="http://schemas.openxmlformats.org/officeDocument/2006/relationships/tableStyles" Target="/ppt/tableStyles.xml" Id="R7689c3bc16684100" /><Relationship Type="http://schemas.openxmlformats.org/officeDocument/2006/relationships/font" Target="/ppt/fonts/font.dat" Id="Rfdb2f5ce343f4fd0" /><Relationship Type="http://schemas.openxmlformats.org/officeDocument/2006/relationships/font" Target="/ppt/fonts/font2.dat" Id="R02f490b3ca334389" /><Relationship Type="http://schemas.openxmlformats.org/officeDocument/2006/relationships/slide" Target="/ppt/slides/slide1.xml" Id="R1c5a954697674732" /><Relationship Type="http://schemas.openxmlformats.org/officeDocument/2006/relationships/slide" Target="/ppt/slides/slide2.xml" Id="R2cf3c04c23bf424b" /><Relationship Type="http://schemas.openxmlformats.org/officeDocument/2006/relationships/slide" Target="/ppt/slides/slide3.xml" Id="R5bf09f3f5a364767" /><Relationship Type="http://schemas.openxmlformats.org/officeDocument/2006/relationships/slide" Target="/ppt/slides/slide4.xml" Id="R28df0800b8ad4441" /><Relationship Type="http://schemas.openxmlformats.org/officeDocument/2006/relationships/slide" Target="/ppt/slides/slide5.xml" Id="R64f1915ca15a4917" /><Relationship Type="http://schemas.openxmlformats.org/officeDocument/2006/relationships/slide" Target="/ppt/slides/slide6.xml" Id="Rd5d6253ed1424f00" /><Relationship Type="http://schemas.openxmlformats.org/officeDocument/2006/relationships/slide" Target="/ppt/slides/slide7.xml" Id="Re728900cb0194919" /><Relationship Type="http://schemas.openxmlformats.org/officeDocument/2006/relationships/slide" Target="/ppt/slides/slide8.xml" Id="Redfd1a06607045f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1acfaa5379d4f2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bd35e2bfcd84e6e" /><Relationship Type="http://schemas.openxmlformats.org/officeDocument/2006/relationships/notesMaster" Target="/ppt/notesMasters/notesMaster1.xml" Id="R4a325684c9b04ff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f3a8f13e784b7a" /><Relationship Type="http://schemas.openxmlformats.org/officeDocument/2006/relationships/notesMaster" Target="/ppt/notesMasters/notesMaster1.xml" Id="Rc7d55b4cc5734b68" /></Relationships>
</file>

<file path=ppt/notesSlides/_rels/notesSlide3.xml.rels>&#65279;<?xml version="1.0" encoding="utf-8"?><Relationships xmlns="http://schemas.openxmlformats.org/package/2006/relationships"><Relationship Type="http://schemas.openxmlformats.org/officeDocument/2006/relationships/slide" Target="/ppt/slides/slide3.xml" Id="R6b15db22eb444412" /><Relationship Type="http://schemas.openxmlformats.org/officeDocument/2006/relationships/notesMaster" Target="/ppt/notesMasters/notesMaster1.xml" Id="R274a64d3c7bd460b"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317327e141437d" /><Relationship Type="http://schemas.openxmlformats.org/officeDocument/2006/relationships/notesMaster" Target="/ppt/notesMasters/notesMaster1.xml" Id="Ra50be31c5a1042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c2e213288832425f" /><Relationship Type="http://schemas.openxmlformats.org/officeDocument/2006/relationships/notesMaster" Target="/ppt/notesMasters/notesMaster1.xml" Id="R854b5ea595814f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7ef8098bfb40b8" /><Relationship Type="http://schemas.openxmlformats.org/officeDocument/2006/relationships/notesMaster" Target="/ppt/notesMasters/notesMaster1.xml" Id="Rf96ae6109a0341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bc6bd8a753b4631" /><Relationship Type="http://schemas.openxmlformats.org/officeDocument/2006/relationships/notesMaster" Target="/ppt/notesMasters/notesMaster1.xml" Id="Rf864f0deaac4458d" /></Relationships>
</file>

<file path=ppt/notesSlides/_rels/notesSlide8.xml.rels>&#65279;<?xml version="1.0" encoding="utf-8"?><Relationships xmlns="http://schemas.openxmlformats.org/package/2006/relationships"><Relationship Type="http://schemas.openxmlformats.org/officeDocument/2006/relationships/slide" Target="/ppt/slides/slide8.xml" Id="R60843cfea3f44c6b" /><Relationship Type="http://schemas.openxmlformats.org/officeDocument/2006/relationships/notesMaster" Target="/ppt/notesMasters/notesMaster1.xml" Id="R0b42ab83b6164f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기반 운영 진단 에이전트</a:t>
            </a:r>
          </a:p>
          <a:p xmlns:a="http://schemas.openxmlformats.org/drawingml/2006/main">
            <a:r>
              <a:t>SKALA 광주 2반 · G066 · 정준용</a:t>
            </a:r>
          </a:p>
          <a:p xmlns:a="http://schemas.openxmlformats.org/drawingml/2006/main">
            <a:r>
              <a:t>발표 시간 15초 / 0:00~0:15</a:t>
            </a:r>
          </a:p>
          <a:p xmlns:a="http://schemas.openxmlformats.org/drawingml/2006/main">
            <a:r>
              <a:t/>
            </a:r>
          </a:p>
          <a:p xmlns:a="http://schemas.openxmlformats.org/drawingml/2006/main">
            <a:r>
              <a:t>발표 멘트</a:t>
            </a:r>
          </a:p>
          <a:p xmlns:a="http://schemas.openxmlformats.org/drawingml/2006/main">
            <a:r>
              <a:t>안녕하세요. SKALA 광주 2반 G066 정준용입니다. 장애 증상에서 출발해 추가 관측으로 원인을 좁히는 운영 진단 에이전트를 구현했습니다. 조사 과정과 실제 검증 결과를 중심으로 소개하겠습니다.</a:t>
            </a:r>
          </a:p>
          <a:p xmlns:a="http://schemas.openxmlformats.org/drawingml/2006/main">
            <a:r>
              <a:t/>
            </a:r>
          </a:p>
          <a:p xmlns:a="http://schemas.openxmlformats.org/drawingml/2006/main">
            <a:r>
              <a:t>슬라이드 연결 멘트</a:t>
            </a:r>
          </a:p>
          <a:p xmlns:a="http://schemas.openxmlformats.org/drawingml/2006/main">
            <a:r>
              <a:t>먼저, 기존 시스템에서 개선한 문제입니다.</a:t>
            </a:r>
          </a:p>
          <a:p xmlns:a="http://schemas.openxmlformats.org/drawingml/2006/main">
            <a:r>
              <a:t/>
            </a:r>
          </a:p>
          <a:p xmlns:a="http://schemas.openxmlformats.org/drawingml/2006/main">
            <a:r>
              <a:t>화면 진행</a:t>
            </a:r>
          </a:p>
          <a:p xmlns:a="http://schemas.openxmlformats.org/drawingml/2006/main">
            <a:r>
              <a:t>프로젝트명과 소속을 소개한다. 오른쪽은 실제 Ollama 실행 화면이다.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https://github.com/beshurl/skala-ai-mini-project/blob/main/artifacts/screenshots/live-diagnosis-desktop.png</a:t>
            </a:r>
          </a:p>
          <a:p xmlns:a="http://schemas.openxmlformats.org/drawingml/2006/main">
            <a:r>
              <a:t/>
            </a:r>
          </a:p>
          <a:p xmlns:a="http://schemas.openxmlformats.org/drawingml/2006/main">
            <a:r>
              <a:t>해석 범위</a:t>
            </a:r>
          </a:p>
          <a:p xmlns:a="http://schemas.openxmlformats.org/drawingml/2006/main">
            <a:r>
              <a:t>3·4·7번은 2026-10-21 보존 실행·평가를 사용한다. 관측은 교육용 합성 데이터이며 계획·작성은 실제 Ollama qwen3.5:2b, 별도 Judge는 qwen3:8b다. 교차 지지는 인과 확정과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개선: 추가 조사와 근거 검증</a:t>
            </a:r>
          </a:p>
          <a:p xmlns:a="http://schemas.openxmlformats.org/drawingml/2006/main">
            <a:r>
              <a:t>SKALA 광주 2반 · G066 · 정준용</a:t>
            </a:r>
          </a:p>
          <a:p xmlns:a="http://schemas.openxmlformats.org/drawingml/2006/main">
            <a:r>
              <a:t>발표 시간 30초 / 0:15~0:45</a:t>
            </a:r>
          </a:p>
          <a:p xmlns:a="http://schemas.openxmlformats.org/drawingml/2006/main">
            <a:r>
              <a:t/>
            </a:r>
          </a:p>
          <a:p xmlns:a="http://schemas.openxmlformats.org/drawingml/2006/main">
            <a:r>
              <a:t>발표 멘트</a:t>
            </a:r>
          </a:p>
          <a:p xmlns:a="http://schemas.openxmlformats.org/drawingml/2006/main">
            <a:r>
              <a:t>기존 시스템의 문제는 초기 경고만으로 원인을 추정한다는 점이었습니다. 예를 들어 CPU 상승과 중복 배치 경고가 함께 발생해도, 배치가 실제 CPU를 사용했는지는 추가 확인이 필요합니다. 그래서 경쟁 가설을 세우고, 가설을 구별할 관측을 추가하도록 개선했습니다. 또한 생성된 보고서의 수치와 출처, 조치 조건을 검사해 잘못된 내용은 다시 작성하도록 했습니다. 핵심은 원인을 조사하는 과정과 보고서를 검증하는 과정을 함께 개선한 것입니다.</a:t>
            </a:r>
          </a:p>
          <a:p xmlns:a="http://schemas.openxmlformats.org/drawingml/2006/main">
            <a:r>
              <a:t/>
            </a:r>
          </a:p>
          <a:p xmlns:a="http://schemas.openxmlformats.org/drawingml/2006/main">
            <a:r>
              <a:t>슬라이드 연결 멘트</a:t>
            </a:r>
          </a:p>
          <a:p xmlns:a="http://schemas.openxmlformats.org/drawingml/2006/main">
            <a:r>
              <a:t>같은 질문에 추가 근거가 달라지면 어떤 결과가 나오는지 보겠습니다.</a:t>
            </a:r>
          </a:p>
          <a:p xmlns:a="http://schemas.openxmlformats.org/drawingml/2006/main">
            <a:r>
              <a:t/>
            </a:r>
          </a:p>
          <a:p xmlns:a="http://schemas.openxmlformats.org/drawingml/2006/main">
            <a:r>
              <a:t>화면 진행</a:t>
            </a:r>
          </a:p>
          <a:p xmlns:a="http://schemas.openxmlformats.org/drawingml/2006/main">
            <a:r>
              <a:t>두 개선 행을 차례로 짚고 초기 경고만으로 원인을 구별하기 어려운 이유를 설명한다. 보조 안정성 기능은 길게 읽지 않는다.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https://github.com/beshurl/skala-ai-mini-project/blob/main/agent/reporting.py</a:t>
            </a:r>
          </a:p>
          <a:p xmlns:a="http://schemas.openxmlformats.org/drawingml/2006/main">
            <a:r>
              <a:t/>
            </a:r>
          </a:p>
          <a:p xmlns:a="http://schemas.openxmlformats.org/drawingml/2006/main">
            <a:r>
              <a:t>해석 범위</a:t>
            </a:r>
          </a:p>
          <a:p xmlns:a="http://schemas.openxmlformats.org/drawingml/2006/main">
            <a:r>
              <a:t>3·4·7번은 2026-10-21 보존 실행·평가를 사용한다. 관측은 교육용 합성 데이터이며 계획·작성은 실제 Ollama qwen3.5:2b, 별도 Judge는 qwen3:8b다. 교차 지지는 인과 확정과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질문과 실제 진단 답변</a:t>
            </a:r>
          </a:p>
          <a:p xmlns:a="http://schemas.openxmlformats.org/drawingml/2006/main">
            <a:r>
              <a:t>SKALA 광주 2반 · G066 · 정준용</a:t>
            </a:r>
          </a:p>
          <a:p xmlns:a="http://schemas.openxmlformats.org/drawingml/2006/main">
            <a:r>
              <a:t>발표 시간 45초 / 0:45~1:30</a:t>
            </a:r>
          </a:p>
          <a:p xmlns:a="http://schemas.openxmlformats.org/drawingml/2006/main">
            <a:r>
              <a:t/>
            </a:r>
          </a:p>
          <a:p xmlns:a="http://schemas.openxmlformats.org/drawingml/2006/main">
            <a:r>
              <a:t>발표 멘트</a:t>
            </a:r>
          </a:p>
          <a:p xmlns:a="http://schemas.openxmlformats.org/drawingml/2006/main">
            <a:r>
              <a:t>두 실행에는 동일하게 CPU가 91%이고 중복 배치 경고가 있는데 실제 원인을 구별해 달라고 질문했습니다. 왼쪽에서는 배치의 CPU 기여 비중이 86%였고, 중복 작업의 실행도 겹쳤습니다. 두 관측이 배치 가설을 지지했습니다. 반면 오른쪽에서는 배치의 기여가 5%에 불과했고, 요청량이 평소의 3.2배로 증가했습니다. 따라서 배치 가설은 반증하고 요청량 가설을 지지했습니다. 같은 경고에서도 실제 관측에 따라 판단이 달라진 것입니다. 계획과 작성에는 실제 LLM을 사용했고, 관측에는 교육용 합성 데이터를 사용했습니다.</a:t>
            </a:r>
          </a:p>
          <a:p xmlns:a="http://schemas.openxmlformats.org/drawingml/2006/main">
            <a:r>
              <a:t/>
            </a:r>
          </a:p>
          <a:p xmlns:a="http://schemas.openxmlformats.org/drawingml/2006/main">
            <a:r>
              <a:t>슬라이드 연결 멘트</a:t>
            </a:r>
          </a:p>
          <a:p xmlns:a="http://schemas.openxmlformats.org/drawingml/2006/main">
            <a:r>
              <a:t>이제 이 판단을 만드는 조사 절차를 설명하겠습니다.</a:t>
            </a:r>
          </a:p>
          <a:p xmlns:a="http://schemas.openxmlformats.org/drawingml/2006/main">
            <a:r>
              <a:t/>
            </a:r>
          </a:p>
          <a:p xmlns:a="http://schemas.openxmlformats.org/drawingml/2006/main">
            <a:r>
              <a:t>화면 진행</a:t>
            </a:r>
          </a:p>
          <a:p xmlns:a="http://schemas.openxmlformats.org/drawingml/2006/main">
            <a:r>
              <a:t>위쪽 동일 질문과 왼쪽 배치·오른쪽 요청량 결과를 비교한다. 교육용 합성 관측과 실제 LLM의 범위를 구분한다.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https://github.com/beshurl/skala-ai-mini-project/blob/main/data/investigation_cases.json</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3·4·7번은 2026-10-21 보존 실행·평가를 사용한다. 관측은 교육용 합성 데이터이며 계획·작성은 실제 Ollama qwen3.5:2b, 별도 Judge는 qwen3:8b다. 교차 지지는 인과 확정과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조사 절차와 실행 기록</a:t>
            </a:r>
          </a:p>
          <a:p xmlns:a="http://schemas.openxmlformats.org/drawingml/2006/main">
            <a:r>
              <a:t>SKALA 광주 2반 · G066 · 정준용</a:t>
            </a:r>
          </a:p>
          <a:p xmlns:a="http://schemas.openxmlformats.org/drawingml/2006/main">
            <a:r>
              <a:t>발표 시간 60초 / 1:30~2:30</a:t>
            </a:r>
          </a:p>
          <a:p xmlns:a="http://schemas.openxmlformats.org/drawingml/2006/main">
            <a:r>
              <a:t/>
            </a:r>
          </a:p>
          <a:p xmlns:a="http://schemas.openxmlformats.org/drawingml/2006/main">
            <a:r>
              <a:t>발표 멘트</a:t>
            </a:r>
          </a:p>
          <a:p xmlns:a="http://schemas.openxmlformats.org/drawingml/2006/main">
            <a:r>
              <a:t>가장 중요한 설계는 관측을 조회하기 전에 판정 조건을 정한다는 점입니다. 예를 들어 특정 작업의 CPU 기여 비중이 70% 이상이면 해당 가설을 지지하도록 기준을 먼저 고정합니다. 이후 LLM은 남은 조사 후보 중 필요한 질문을 선택합니다. MCP가 관측을 가져오면, 코드가 미리 정한 조건과 대조해 가설 상태를 갱신합니다. 질문 선택과 수치 판정의 책임을 나눈 것입니다. 오른쪽 사례에서는 CPU가 어느 작업에 사용됐는지 확인한 뒤 요청량과 지속 시간을 조사했습니다. 서로 다른 관측이 같은 가설을 지지하고 경쟁 가설의 반증도 확보돼 종료했습니다. 화면에는 조사 이유, 판정 조건, 관측 결과를 남깁니다. 추가 조회는 최대 네 번이며, 근거가 부족하거나 상충하면 원인 확정을 보류합니다.</a:t>
            </a:r>
          </a:p>
          <a:p xmlns:a="http://schemas.openxmlformats.org/drawingml/2006/main">
            <a:r>
              <a:t/>
            </a:r>
          </a:p>
          <a:p xmlns:a="http://schemas.openxmlformats.org/drawingml/2006/main">
            <a:r>
              <a:t>슬라이드 연결 멘트</a:t>
            </a:r>
          </a:p>
          <a:p xmlns:a="http://schemas.openxmlformats.org/drawingml/2006/main">
            <a:r>
              <a:t>이 흐름을 전체 시스템에서는 다음과 같이 연결했습니다.</a:t>
            </a:r>
          </a:p>
          <a:p xmlns:a="http://schemas.openxmlformats.org/drawingml/2006/main">
            <a:r>
              <a:t/>
            </a:r>
          </a:p>
          <a:p xmlns:a="http://schemas.openxmlformats.org/drawingml/2006/main">
            <a:r>
              <a:t>화면 진행</a:t>
            </a:r>
          </a:p>
          <a:p xmlns:a="http://schemas.openxmlformats.org/drawingml/2006/main">
            <a:r>
              <a:t>왼쪽 사전 조건의 CPU 기여 70% 예시를 짚고 LLM 질문 선택·코드 판정·종료 역할을 구분한다. 오른쪽 실제 조회 순서와 종료 이유를 연결한다.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
            </a:r>
          </a:p>
          <a:p xmlns:a="http://schemas.openxmlformats.org/drawingml/2006/main">
            <a:r>
              <a:t>해석 범위</a:t>
            </a:r>
          </a:p>
          <a:p xmlns:a="http://schemas.openxmlformats.org/drawingml/2006/main">
            <a:r>
              <a:t>3·4·7번은 2026-10-21 보존 실행·평가를 사용한다. 관측은 교육용 합성 데이터이며 계획·작성은 실제 Ollama qwen3.5:2b, 별도 Judge는 qwen3:8b다. 교차 지지는 인과 확정과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아키텍처</a:t>
            </a:r>
          </a:p>
          <a:p xmlns:a="http://schemas.openxmlformats.org/drawingml/2006/main">
            <a:r>
              <a:t>SKALA 광주 2반 · G066 · 정준용</a:t>
            </a:r>
          </a:p>
          <a:p xmlns:a="http://schemas.openxmlformats.org/drawingml/2006/main">
            <a:r>
              <a:t>발표 시간 55초 / 2:30~3:25</a:t>
            </a:r>
          </a:p>
          <a:p xmlns:a="http://schemas.openxmlformats.org/drawingml/2006/main">
            <a:r>
              <a:t/>
            </a:r>
          </a:p>
          <a:p xmlns:a="http://schemas.openxmlformats.org/drawingml/2006/main">
            <a:r>
              <a:t>발표 멘트</a:t>
            </a:r>
          </a:p>
          <a:p xmlns:a="http://schemas.openxmlformats.org/drawingml/2006/main">
            <a:r>
              <a:t>Vue에서 질문을 보내면 FastAPI가 입력과 조사 대상을 확인합니다. 중앙의 LangGraph는 Supervisor 역할로 전문 조회와 추가 조사, 보고서 작성을 조정합니다. 지표와 로그는 병렬로 수집하고, 런북은 수집한 관측을 반영해 검색합니다. 전문 역할을 서브그래프로 분리해 일부 조회가 실패해도 성공한 근거는 유지하도록 했습니다. MCP에서는 Tool로 관측을 조회하고, Resource로 런북 원문을 제공하며, Prompt로 공통 조사 절차를 전달합니다. 진행 상황은 SSE로 화면에 전달하고 완료 결과와 대화 맥락은 SQLite에 저장합니다. 모델과 도구 연결은 의존성 주입으로 분리해 테스트할 때 교체할 수 있도록 했습니다.</a:t>
            </a:r>
          </a:p>
          <a:p xmlns:a="http://schemas.openxmlformats.org/drawingml/2006/main">
            <a:r>
              <a:t/>
            </a:r>
          </a:p>
          <a:p xmlns:a="http://schemas.openxmlformats.org/drawingml/2006/main">
            <a:r>
              <a:t>슬라이드 연결 멘트</a:t>
            </a:r>
          </a:p>
          <a:p xmlns:a="http://schemas.openxmlformats.org/drawingml/2006/main">
            <a:r>
              <a:t>다음은 검색한 근거가 실제 보고서 검증으로 이어진 화면입니다.</a:t>
            </a:r>
          </a:p>
          <a:p xmlns:a="http://schemas.openxmlformats.org/drawingml/2006/main">
            <a:r>
              <a:t/>
            </a:r>
          </a:p>
          <a:p xmlns:a="http://schemas.openxmlformats.org/drawingml/2006/main">
            <a:r>
              <a:t>화면 진행</a:t>
            </a:r>
          </a:p>
          <a:p xmlns:a="http://schemas.openxmlformats.org/drawingml/2006/main">
            <a:r>
              <a:t>Vue에서 FastAPI와 LangGraph로 이동하며 전체 구조를 짚는다. 전문 조회 병렬 수집과 관측 기반 검색, MCP·저장·평가 연결을 설명한다.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https://github.com/beshurl/skala-ai-mini-project/blob/main/agent/specialists.py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https://github.com/beshurl/skala-ai-mini-project/blob/main/agent/session_store.py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https://github.com/beshurl/skala-ai-mini-project/blob/main/agent/deps.py</a:t>
            </a:r>
          </a:p>
          <a:p xmlns:a="http://schemas.openxmlformats.org/drawingml/2006/main">
            <a:r>
              <a:t/>
            </a:r>
          </a:p>
          <a:p xmlns:a="http://schemas.openxmlformats.org/drawingml/2006/main">
            <a:r>
              <a:t>해석 범위</a:t>
            </a:r>
          </a:p>
          <a:p xmlns:a="http://schemas.openxmlformats.org/drawingml/2006/main">
            <a:r>
              <a:t>3·4·7번은 2026-10-21 보존 실행·평가를 사용한다. 관측은 교육용 합성 데이터이며 계획·작성은 실제 Ollama qwen3.5:2b, 별도 Judge는 qwen3:8b다. 교차 지지는 인과 확정과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적용 기술과 실제 검증 화면</a:t>
            </a:r>
          </a:p>
          <a:p xmlns:a="http://schemas.openxmlformats.org/drawingml/2006/main">
            <a:r>
              <a:t>SKALA 광주 2반 · G066 · 정준용</a:t>
            </a:r>
          </a:p>
          <a:p xmlns:a="http://schemas.openxmlformats.org/drawingml/2006/main">
            <a:r>
              <a:t>발표 시간 50초 / 3:25~4:15</a:t>
            </a:r>
          </a:p>
          <a:p xmlns:a="http://schemas.openxmlformats.org/drawingml/2006/main">
            <a:r>
              <a:t/>
            </a:r>
          </a:p>
          <a:p xmlns:a="http://schemas.openxmlformats.org/drawingml/2006/main">
            <a:r>
              <a:t>발표 멘트</a:t>
            </a:r>
          </a:p>
          <a:p xmlns:a="http://schemas.openxmlformats.org/drawingml/2006/main">
            <a:r>
              <a:t>RAG는 매뉴얼 여섯 종을 임베딩해 의미가 가까운 문서를 검색합니다. 벡터는 SQLite에 저장하고 NumPy로 유사도를 계산했습니다. 현재 문서 규모에 맞춰 별도 검색 서버 없이 구성했습니다. 검색 결과는 MCP의 원문과 대조하고, 관측 조건에 맞는 문서를 보고서 근거로 사용합니다. 오른쪽은 실제 Ollama로 재실행한 화면입니다. 첫 초안은 확인 가능한 다음 행동이 빠져 코드 검사에서 불합격했습니다. 피드백을 반영한 두 번째 작성은 통과했습니다. 화면에서도 여섯 검증 항목과 작성 두 회, 재작성 한 회를 확인할 수 있습니다.</a:t>
            </a:r>
          </a:p>
          <a:p xmlns:a="http://schemas.openxmlformats.org/drawingml/2006/main">
            <a:r>
              <a:t/>
            </a:r>
          </a:p>
          <a:p xmlns:a="http://schemas.openxmlformats.org/drawingml/2006/main">
            <a:r>
              <a:t>슬라이드 연결 멘트</a:t>
            </a:r>
          </a:p>
          <a:p xmlns:a="http://schemas.openxmlformats.org/drawingml/2006/main">
            <a:r>
              <a:t>코드 검사 외에, 답변의 품질과 실행 기록도 별도로 평가했습니다.</a:t>
            </a:r>
          </a:p>
          <a:p xmlns:a="http://schemas.openxmlformats.org/drawingml/2006/main">
            <a:r>
              <a:t/>
            </a:r>
          </a:p>
          <a:p xmlns:a="http://schemas.openxmlformats.org/drawingml/2006/main">
            <a:r>
              <a:t>화면 진행</a:t>
            </a:r>
          </a:p>
          <a:p xmlns:a="http://schemas.openxmlformats.org/drawingml/2006/main">
            <a:r>
              <a:t>왼쪽 MCP 인터페이스 역할과 RAG 벡터 저장·검색 구성을 짚고 오른쪽 실제 프론트의 검증 완료·작성 2회·재작성 1회를 확인한다. 화면은 최종 상태이며 1차 누락 사유는 저장된 이벤트 근거다.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https://github.com/beshurl/skala-ai-mini-project/blob/main/agent/retrieval.py</a:t>
            </a:r>
          </a:p>
          <a:p xmlns:a="http://schemas.openxmlformats.org/drawingml/2006/main">
            <a:r>
              <a:t>https://github.com/beshurl/skala-ai-mini-project/blob/main/agent/graph.py</a:t>
            </a:r>
          </a:p>
          <a:p xmlns:a="http://schemas.openxmlformats.org/drawingml/2006/main">
            <a:r>
              <a:t>https://github.com/beshurl/skala-ai-mini-project/blob/main/doc/presentation/assets/live-validation-20261022.png</a:t>
            </a:r>
          </a:p>
          <a:p xmlns:a="http://schemas.openxmlformats.org/drawingml/2006/main">
            <a:r>
              <a:t>https://github.com/beshurl/skala-ai-mini-project/blob/main/doc/presentation/assets/live-validation-20261022.json</a:t>
            </a:r>
          </a:p>
          <a:p xmlns:a="http://schemas.openxmlformats.org/drawingml/2006/main">
            <a:r>
              <a:t/>
            </a:r>
          </a:p>
          <a:p xmlns:a="http://schemas.openxmlformats.org/drawingml/2006/main">
            <a:r>
              <a:t>해석 범위</a:t>
            </a:r>
          </a:p>
          <a:p xmlns:a="http://schemas.openxmlformats.org/drawingml/2006/main">
            <a:r>
              <a:t>6번은 2026-10-22 실제 Ollama qwen3.5:2b 재실행 화면. 관측은 교육용 합성 데이터. Judge 재평가·원격 추적 재조회는 하지 않았으며 7번의 2026-10-21 보존 평가와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LLM 평가·추적 결과</a:t>
            </a:r>
          </a:p>
          <a:p xmlns:a="http://schemas.openxmlformats.org/drawingml/2006/main">
            <a:r>
              <a:t>SKALA 광주 2반 · G066 · 정준용</a:t>
            </a:r>
          </a:p>
          <a:p xmlns:a="http://schemas.openxmlformats.org/drawingml/2006/main">
            <a:r>
              <a:t>발표 시간 45초 / 4:15~5:00</a:t>
            </a:r>
          </a:p>
          <a:p xmlns:a="http://schemas.openxmlformats.org/drawingml/2006/main">
            <a:r>
              <a:t/>
            </a:r>
          </a:p>
          <a:p xmlns:a="http://schemas.openxmlformats.org/drawingml/2006/main">
            <a:r>
              <a:t>발표 멘트</a:t>
            </a:r>
          </a:p>
          <a:p xmlns:a="http://schemas.openxmlformats.org/drawingml/2006/main">
            <a:r>
              <a:t>보존된 검증 결과에서 코드 분기와 오류 처리를 검사하는 자동 테스트 99개가 통과했습니다. 실제 LLM을 사용한 가설 조사 여섯 사례도 기능 검사를 모두 통과했습니다. 별도 Judge는 근거 충실성, 수치 정확성, 조치 조건 등을 평가했습니다. 릴리스 사례는 기능 검사를 통과했지만 Judge 점수가 낮아 종합 결과는 여섯 건 중 다섯 건이었습니다. 이 차이를 숨기지 않고 검토 대상으로 남겼습니다. LangSmith에서는 실행 여섯 건과 평가 점수 서른 개를 재조회해 원격 저장까지 확인했습니다. 별도로 입력 거절 다섯 건에서는 생성 토큰이 0임을 검증했습니다.</a:t>
            </a:r>
          </a:p>
          <a:p xmlns:a="http://schemas.openxmlformats.org/drawingml/2006/main">
            <a:r>
              <a:t/>
            </a:r>
          </a:p>
          <a:p xmlns:a="http://schemas.openxmlformats.org/drawingml/2006/main">
            <a:r>
              <a:t>슬라이드 연결 멘트</a:t>
            </a:r>
          </a:p>
          <a:p xmlns:a="http://schemas.openxmlformats.org/drawingml/2006/main">
            <a:r>
              <a:t>마지막으로 현재 한계와 이번 구현에서 배운 점입니다.</a:t>
            </a:r>
          </a:p>
          <a:p xmlns:a="http://schemas.openxmlformats.org/drawingml/2006/main">
            <a:r>
              <a:t/>
            </a:r>
          </a:p>
          <a:p xmlns:a="http://schemas.openxmlformats.org/drawingml/2006/main">
            <a:r>
              <a:t>화면 진행</a:t>
            </a:r>
          </a:p>
          <a:p xmlns:a="http://schemas.openxmlformats.org/drawingml/2006/main">
            <a:r>
              <a:t>99개 자동 테스트와 실제 모델의 6/6 기능 검사·5/6 종합을 구분한다. LangSmith의 실행·평가 점수 재조회와 별도 생성 0토큰 결과를 짧게 설명한다.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https://github.com/beshurl/skala-ai-mini-project/blob/main/artifacts/investigation_evaluation.json</a:t>
            </a:r>
          </a:p>
          <a:p xmlns:a="http://schemas.openxmlformats.org/drawingml/2006/main">
            <a:r>
              <a:t>https://github.com/beshurl/skala-ai-mini-project/blob/main/artifacts/input_validation_verification.json</a:t>
            </a:r>
          </a:p>
          <a:p xmlns:a="http://schemas.openxmlformats.org/drawingml/2006/main">
            <a:r>
              <a:t/>
            </a:r>
          </a:p>
          <a:p xmlns:a="http://schemas.openxmlformats.org/drawingml/2006/main">
            <a:r>
              <a:t>해석 범위</a:t>
            </a:r>
          </a:p>
          <a:p xmlns:a="http://schemas.openxmlformats.org/drawingml/2006/main">
            <a:r>
              <a:t>3·4·7번은 2026-10-21 보존 실행·평가를 사용한다. 관측은 교육용 합성 데이터이며 계획·작성은 실제 Ollama qwen3.5:2b, 별도 Judge는 qwen3:8b다. 교차 지지는 인과 확정과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한계와 다음 개선, 배운 점</a:t>
            </a:r>
          </a:p>
          <a:p xmlns:a="http://schemas.openxmlformats.org/drawingml/2006/main">
            <a:r>
              <a:t>SKALA 광주 2반 · G066 · 정준용</a:t>
            </a:r>
          </a:p>
          <a:p xmlns:a="http://schemas.openxmlformats.org/drawingml/2006/main">
            <a:r>
              <a:t>발표 시간 30초 / 5:00~5:30</a:t>
            </a:r>
          </a:p>
          <a:p xmlns:a="http://schemas.openxmlformats.org/drawingml/2006/main">
            <a:r>
              <a:t/>
            </a:r>
          </a:p>
          <a:p xmlns:a="http://schemas.openxmlformats.org/drawingml/2006/main">
            <a:r>
              <a:t>발표 멘트</a:t>
            </a:r>
          </a:p>
          <a:p xmlns:a="http://schemas.openxmlformats.org/drawingml/2006/main">
            <a:r>
              <a:t>현재는 CPU 관련 세 가설과 합성 관측에 한정됩니다. 조회 한도는 비용을 통제하지만 미확인 가설을 남길 수 있고, Judge에도 오판 가능성이 있습니다. 앞으로 실제 모니터링을 연결하고, 다른 계열 모델과 사람 평가를 비교하며 전체 비용을 계측하겠습니다. 이번 프로젝트를 통해 판단 조건과 근거를 함께 남겨야, 진단이 달라진 이유까지 설명할 수 있다는 점을 배웠습니다. 감사합니다.</a:t>
            </a:r>
          </a:p>
          <a:p xmlns:a="http://schemas.openxmlformats.org/drawingml/2006/main">
            <a:r>
              <a:t/>
            </a:r>
          </a:p>
          <a:p xmlns:a="http://schemas.openxmlformats.org/drawingml/2006/main">
            <a:r>
              <a:t>슬라이드 연결 멘트</a:t>
            </a:r>
          </a:p>
          <a:p xmlns:a="http://schemas.openxmlformats.org/drawingml/2006/main">
            <a:r>
              <a:t/>
            </a:r>
          </a:p>
          <a:p xmlns:a="http://schemas.openxmlformats.org/drawingml/2006/main">
            <a:r>
              <a:t/>
            </a:r>
          </a:p>
          <a:p xmlns:a="http://schemas.openxmlformats.org/drawingml/2006/main">
            <a:r>
              <a:t>화면 진행</a:t>
            </a:r>
          </a:p>
          <a:p xmlns:a="http://schemas.openxmlformats.org/drawingml/2006/main">
            <a:r>
              <a:t>CPU 범위와 조회 한도에 따른 미확인 항목, Judge 오류를 다음 개선과 연결하고 판단 조건·근거 기록의 교훈으로 마무리한다.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3·4·7번은 2026-10-21 보존 실행·평가를 사용한다. 관측은 교육용 합성 데이터이며 계획·작성은 실제 Ollama qwen3.5:2b, 별도 Judge는 qwen3:8b다. 교차 지지는 인과 확정과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2ff0310ca5a47a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41c8445bae148d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1fa0b64f6544c0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d90e88d3b7a472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8b1d2b26aa149c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bb0ca6b635d4ca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5df746694d74eae"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48649f18b5ca45bc"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b5ff6f6f0e6c461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99b29ded28f4b1b"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e5bf31fff45c47d5"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C9D25-A1B2-4C34-B062-C7FB66FE1D31}"/>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22F26F6-45A0-43A5-B675-F788887CC5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1801F73-EC80-4151-AF6A-DA0BC3D69F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B909BE3E-7F98-48BA-AE9F-905DBFC70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248634-970D-4D9F-B8F5-2C377FBF55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206773F-D10C-48D3-BBD9-37781B8CA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6AA460-DC60-4642-85CA-BCEA7843317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3E44CF3-A153-44C5-9FF5-D429447AF4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DCAF8B52-EDFD-4885-8CC3-664A5235F48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C91D7F-2C38-4388-A01E-95B13B4A9B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47DF9-9091-4CAD-9D77-48A2D1DF232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BE3A72C-A9CA-4CFC-A191-4202305C25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2BDED11-6AE0-4C4E-9E08-3867FD5974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680A4D6-CDCB-4E64-A136-A474052996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ED59AB-A82A-4566-B55B-1872DA77DA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0D30-AFA4-4EFD-82A3-F3D3020880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F1A69A-DE7B-44D5-88C2-DDC0A2A478B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CD43399E-E61F-4E59-83CC-8903157149B6}"/>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B369F91C-5848-4AF8-9D5F-ACF0BF324F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83DC5EB-4667-44F7-A16B-8F479349CE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350F80-F941-45D7-BC67-BCFBDD40CA7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D2C59A1-4319-4E13-A4B1-F545159FCE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89CA613-C258-449C-B414-911BB9F98A4F}"/>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55BE0E-F08C-4AA1-925E-B0CF0751363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22E156F-6BEC-48B3-8852-B4CA678AE52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34C4275-0EBB-4D35-A528-DB8D6938B76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FEA63-ACC0-44AF-9F4F-4D80CD24E2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612310D5-1A66-47B3-95E5-A42DDDDA24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658E4F5-A95C-4EB9-A962-F0ED90ADE9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566DBB-1C57-47D5-9732-53CB22F913D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D61A7D9-A9FB-430F-AA7D-4475663E95E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F0454265-280C-4598-9775-552E911B6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E1B9D1-A12E-4174-B931-262A04275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188119C-8987-4CE4-8AE1-723151E80B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44363DA7-F507-4D0A-96A5-E575FE8EE7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AEFECE6-C517-4E22-8B24-8AF005985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C1B632-C34B-4F7A-AF0C-085038397A7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3E12D84-BE58-44F0-A14B-2033C1AC284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08B2E026-31EE-4A93-BEE4-C844684BC48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054E7E-E4D0-4CEC-92DA-9DBCA0DB0D7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A3CEE35-678B-4767-BD4C-39A1EBA200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B660BE-9FD3-4F26-A143-B882F1578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E51882B-7934-4C1F-8D10-4747ADDBB784}"/>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56B4220-1157-4A23-ABF0-8A9791E9E6DC}"/>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926D62A-68E4-4DFA-B363-4482C3CFD65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129B4BE-435D-42B7-B38F-A4F708B372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A79E08CE-608E-4120-A803-0FC4F46DE8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10AD8B6-E010-4250-A9C2-050446D5FD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FA0F8-77ED-49CC-AF8A-E456B8EBD4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1061C7A-16EA-4EAB-A8B9-D76DC14A601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8E3CF09-BF93-43EA-8858-CE8E3272E2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E682BF5-48E9-46F7-8B43-B30A3BBDD9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E07A383-2D16-44AC-B751-6375695F0F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1D748B4-117B-4209-BCB3-0D0E2D9A31C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D39F86E-E6FE-4970-9BF1-820CF63AAB43}"/>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66DA06-F14D-4641-A2E2-FC1FD7F85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426B404-9010-469C-86D1-711FEB91F3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F53369-9227-41B0-B6E5-0EAE7C54F8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a52aa3c792b4157" /><Relationship Type="http://schemas.openxmlformats.org/officeDocument/2006/relationships/slideLayout" Target="/ppt/slideLayouts/slideLayout1.xml" Id="R36f518b4a7974a18" /><Relationship Type="http://schemas.openxmlformats.org/officeDocument/2006/relationships/slideLayout" Target="/ppt/slideLayouts/slideLayout2.xml" Id="Rca7c756488dc4c5f" /><Relationship Type="http://schemas.openxmlformats.org/officeDocument/2006/relationships/slideLayout" Target="/ppt/slideLayouts/slideLayout3.xml" Id="Rb97f9094b1f2492e" /><Relationship Type="http://schemas.openxmlformats.org/officeDocument/2006/relationships/slideLayout" Target="/ppt/slideLayouts/slideLayout4.xml" Id="R3641d063d0d74a76" /><Relationship Type="http://schemas.openxmlformats.org/officeDocument/2006/relationships/slideLayout" Target="/ppt/slideLayouts/slideLayout5.xml" Id="R89ab868bb4a74867" /><Relationship Type="http://schemas.openxmlformats.org/officeDocument/2006/relationships/slideLayout" Target="/ppt/slideLayouts/slideLayout6.xml" Id="R11642e52f6624d99" /><Relationship Type="http://schemas.openxmlformats.org/officeDocument/2006/relationships/slideLayout" Target="/ppt/slideLayouts/slideLayout7.xml" Id="Rc755c43d5c1c4aff" /><Relationship Type="http://schemas.openxmlformats.org/officeDocument/2006/relationships/slideLayout" Target="/ppt/slideLayouts/slideLayout8.xml" Id="R3cf4b86ff6094ef5" /><Relationship Type="http://schemas.openxmlformats.org/officeDocument/2006/relationships/slideLayout" Target="/ppt/slideLayouts/slideLayout9.xml" Id="R1c4cb1db030641f1" /><Relationship Type="http://schemas.openxmlformats.org/officeDocument/2006/relationships/slideLayout" Target="/ppt/slideLayouts/slideLayout10.xml" Id="R5b69ddccfab74d66" /><Relationship Type="http://schemas.openxmlformats.org/officeDocument/2006/relationships/slideLayout" Target="/ppt/slideLayouts/slideLayout11.xml" Id="Rcc6785d0f2cd4cd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93206B-F7CC-4029-B906-6F6B2EBDF1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6349DCC-85A7-4E34-ACCB-EACD13B5C9D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6206A2-2A1D-47B5-825A-EADAAE3D3AFA}"/>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5408E8F-D713-4EE1-9984-8A81AE6AAA8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6F7C55-DF47-4580-809B-BA188D9A649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6f518b4a7974a18"/>
    <p:sldLayoutId xmlns:r="http://schemas.openxmlformats.org/officeDocument/2006/relationships" id="2147483650" r:id="Rca7c756488dc4c5f"/>
    <p:sldLayoutId xmlns:r="http://schemas.openxmlformats.org/officeDocument/2006/relationships" id="2147483651" r:id="Rb97f9094b1f2492e"/>
    <p:sldLayoutId xmlns:r="http://schemas.openxmlformats.org/officeDocument/2006/relationships" id="2147483652" r:id="R3641d063d0d74a76"/>
    <p:sldLayoutId xmlns:r="http://schemas.openxmlformats.org/officeDocument/2006/relationships" id="2147483653" r:id="R89ab868bb4a74867"/>
    <p:sldLayoutId xmlns:r="http://schemas.openxmlformats.org/officeDocument/2006/relationships" id="2147483654" r:id="R11642e52f6624d99"/>
    <p:sldLayoutId xmlns:r="http://schemas.openxmlformats.org/officeDocument/2006/relationships" id="2147483655" r:id="Rc755c43d5c1c4aff"/>
    <p:sldLayoutId xmlns:r="http://schemas.openxmlformats.org/officeDocument/2006/relationships" id="2147483656" r:id="R3cf4b86ff6094ef5"/>
    <p:sldLayoutId xmlns:r="http://schemas.openxmlformats.org/officeDocument/2006/relationships" id="2147483657" r:id="R1c4cb1db030641f1"/>
    <p:sldLayoutId xmlns:r="http://schemas.openxmlformats.org/officeDocument/2006/relationships" id="2147483658" r:id="R5b69ddccfab74d66"/>
    <p:sldLayoutId xmlns:r="http://schemas.openxmlformats.org/officeDocument/2006/relationships" id="2147483659" r:id="Rcc6785d0f2cd4cdb"/>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05b952e3741b41ab" /><Relationship Type="http://schemas.openxmlformats.org/officeDocument/2006/relationships/image" Target="/ppt/media/image.jpeg" Id="R8f969585bcf04dcb" /><Relationship Type="http://schemas.openxmlformats.org/officeDocument/2006/relationships/notesSlide" Target="/ppt/notesSlides/notesSlide1.xml" Id="R651aea6ce10f4d32"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a1d7001e414e42a0" /><Relationship Type="http://schemas.openxmlformats.org/officeDocument/2006/relationships/notesSlide" Target="/ppt/notesSlides/notesSlide2.xml" Id="R4600f9c6cad54d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a65a40f728f44d4a" /><Relationship Type="http://schemas.openxmlformats.org/officeDocument/2006/relationships/notesSlide" Target="/ppt/notesSlides/notesSlide3.xml" Id="R057e01739f9c43e6"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e33b2b48a0fe4d21" /><Relationship Type="http://schemas.openxmlformats.org/officeDocument/2006/relationships/image" Target="/ppt/media/image2.jpeg" Id="R1d16bbf28cc04a69" /><Relationship Type="http://schemas.openxmlformats.org/officeDocument/2006/relationships/notesSlide" Target="/ppt/notesSlides/notesSlide4.xml" Id="R7782c3b6f2c1421a"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aba3e68a097a4fad" /><Relationship Type="http://schemas.openxmlformats.org/officeDocument/2006/relationships/notesSlide" Target="/ppt/notesSlides/notesSlide5.xml" Id="Ra71defa94a094d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3096ffb76f7e48f8" /><Relationship Type="http://schemas.openxmlformats.org/officeDocument/2006/relationships/image" Target="/ppt/media/image3.jpeg" Id="R1e3ecdbd7ec8439f" /><Relationship Type="http://schemas.openxmlformats.org/officeDocument/2006/relationships/notesSlide" Target="/ppt/notesSlides/notesSlide6.xml" Id="Rca894502fb30451c"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79ec382e433e4f6c" /><Relationship Type="http://schemas.openxmlformats.org/officeDocument/2006/relationships/notesSlide" Target="/ppt/notesSlides/notesSlide7.xml" Id="Rad12ae0449034fa3"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1e11a95a2ad54d60" /><Relationship Type="http://schemas.openxmlformats.org/officeDocument/2006/relationships/notesSlide" Target="/ppt/notesSlides/notesSlide8.xml" Id="R6d5fe17e07e04a1d" /></Relationships>
</file>

<file path=ppt/slides/slide1.xml><?xml version="1.0" encoding="utf-8"?>
<p:sld xmlns:p="http://schemas.openxmlformats.org/presentationml/2006/main">
  <p:cSld>
    <p:bg>
      <p:bgPr>
        <a:solidFill xmlns:a="http://schemas.openxmlformats.org/drawingml/2006/main">
          <a:srgbClr val="112840"/>
        </a:solidFill>
      </p:bgPr>
    </p:bg>
    <p:spTree>
      <p:nvGrpSpPr>
        <p:cNvPr id="1" name=""/>
        <p:cNvGrpSpPr/>
        <p:nvPr/>
      </p:nvGrpSpPr>
      <p:grpSpPr>
        <a:xfrm xmlns:a="http://schemas.openxmlformats.org/drawingml/2006/main"/>
      </p:grpSpPr>
      <p:sp>
        <p:nvSpPr>
          <p:cNvPr id="10" name="cover-kicker">
            <a:extLst xmlns:a="http://schemas.openxmlformats.org/drawingml/2006/main">
              <a:ext uri="{FF2B5EF4-FFF2-40B4-BE49-F238E27FC236}">
                <a16:creationId xmlns:a16="http://schemas.microsoft.com/office/drawing/2014/main" id="{F4F470A1-6FF1-4330-8763-4B2C58125CF6}"/>
              </a:ext>
            </a:extLst>
          </p:cNvPr>
          <p:cNvSpPr>
            <a:spLocks xmlns:a="http://schemas.openxmlformats.org/drawingml/2006/main" noGrp="1"/>
          </p:cNvSpPr>
          <p:nvPr/>
        </p:nvSpPr>
        <p:spPr>
          <a:xfrm xmlns:a="http://schemas.openxmlformats.org/drawingml/2006/main">
            <a:off x="1143000" y="762000"/>
            <a:ext cx="1190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SKALA MINI PROJECT</a:t>
            </a:r>
          </a:p>
        </p:txBody>
      </p:sp>
      <p:sp>
        <p:nvSpPr>
          <p:cNvPr id="2" name="cover-date">
            <a:extLst xmlns:a="http://schemas.openxmlformats.org/drawingml/2006/main">
              <a:ext uri="{FF2B5EF4-FFF2-40B4-BE49-F238E27FC236}">
                <a16:creationId xmlns:a16="http://schemas.microsoft.com/office/drawing/2014/main" id="{CB81A0BA-77C6-4761-A874-618FF21FADF4}"/>
              </a:ext>
            </a:extLst>
          </p:cNvPr>
          <p:cNvSpPr>
            <a:spLocks xmlns:a="http://schemas.openxmlformats.org/drawingml/2006/main" noGrp="1"/>
          </p:cNvSpPr>
          <p:nvPr/>
        </p:nvSpPr>
        <p:spPr>
          <a:xfrm xmlns:a="http://schemas.openxmlformats.org/drawingml/2006/main">
            <a:off x="15240000" y="7620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2025" b="0">
                <a:solidFill>
                  <a:srgbClr val="AFBED0"/>
                </a:solidFill>
                <a:latin typeface="Noto Sans Kr"/>
                <a:ea typeface="Noto Sans Kr"/>
                <a:cs typeface="Noto Sans Kr"/>
              </a:defRPr>
            </a:defPPr>
            <a:lvl1pPr algn="r">
              <a:buNone/>
              <a:defRPr sz="2025" b="0">
                <a:solidFill>
                  <a:srgbClr val="AFBED0"/>
                </a:solidFill>
                <a:latin typeface="Noto Sans Kr"/>
                <a:ea typeface="Noto Sans Kr"/>
                <a:cs typeface="Noto Sans Kr"/>
              </a:defRPr>
            </a:lvl1pPr>
            <a:lvl2pPr algn="r">
              <a:buNone/>
              <a:defRPr sz="2025" b="0">
                <a:solidFill>
                  <a:srgbClr val="AFBED0"/>
                </a:solidFill>
                <a:latin typeface="Noto Sans Kr"/>
                <a:ea typeface="Noto Sans Kr"/>
                <a:cs typeface="Noto Sans Kr"/>
              </a:defRPr>
            </a:lvl2pPr>
            <a:lvl3pPr algn="r">
              <a:buNone/>
              <a:defRPr sz="2025" b="0">
                <a:solidFill>
                  <a:srgbClr val="AFBED0"/>
                </a:solidFill>
                <a:latin typeface="Noto Sans Kr"/>
                <a:ea typeface="Noto Sans Kr"/>
                <a:cs typeface="Noto Sans Kr"/>
              </a:defRPr>
            </a:lvl3pPr>
            <a:lvl4pPr algn="r">
              <a:buNone/>
              <a:defRPr sz="2025" b="0">
                <a:solidFill>
                  <a:srgbClr val="AFBED0"/>
                </a:solidFill>
                <a:latin typeface="Noto Sans Kr"/>
                <a:ea typeface="Noto Sans Kr"/>
                <a:cs typeface="Noto Sans Kr"/>
              </a:defRPr>
            </a:lvl4pPr>
            <a:lvl5pPr algn="r">
              <a:buNone/>
              <a:defRPr sz="2025" b="0">
                <a:solidFill>
                  <a:srgbClr val="AFBED0"/>
                </a:solidFill>
                <a:latin typeface="Noto Sans Kr"/>
                <a:ea typeface="Noto Sans Kr"/>
                <a:cs typeface="Noto Sans Kr"/>
              </a:defRPr>
            </a:lvl5pPr>
            <a:lvl6pPr algn="r">
              <a:buNone/>
              <a:defRPr sz="2025" b="0">
                <a:solidFill>
                  <a:srgbClr val="AFBED0"/>
                </a:solidFill>
                <a:latin typeface="Noto Sans Kr"/>
                <a:ea typeface="Noto Sans Kr"/>
                <a:cs typeface="Noto Sans Kr"/>
              </a:defRPr>
            </a:lvl6pPr>
            <a:lvl7pPr algn="r">
              <a:buNone/>
              <a:defRPr sz="2025" b="0">
                <a:solidFill>
                  <a:srgbClr val="AFBED0"/>
                </a:solidFill>
                <a:latin typeface="Noto Sans Kr"/>
                <a:ea typeface="Noto Sans Kr"/>
                <a:cs typeface="Noto Sans Kr"/>
              </a:defRPr>
            </a:lvl7pPr>
            <a:lvl8pPr algn="r">
              <a:buNone/>
              <a:defRPr sz="2025" b="0">
                <a:solidFill>
                  <a:srgbClr val="AFBED0"/>
                </a:solidFill>
                <a:latin typeface="Noto Sans Kr"/>
                <a:ea typeface="Noto Sans Kr"/>
                <a:cs typeface="Noto Sans Kr"/>
              </a:defRPr>
            </a:lvl8pPr>
            <a:lvl9pPr algn="r">
              <a:buNone/>
              <a:defRPr sz="2025" b="0">
                <a:solidFill>
                  <a:srgbClr val="AFBED0"/>
                </a:solidFill>
                <a:latin typeface="Noto Sans Kr"/>
                <a:ea typeface="Noto Sans Kr"/>
                <a:cs typeface="Noto Sans Kr"/>
              </a:defRPr>
            </a:lvl9pPr>
          </a:lstStyle>
          <a:p xmlns:a="http://schemas.openxmlformats.org/drawingml/2006/main">
            <a:pPr algn="r">
              <a:buNone/>
              <a:defRPr sz="2025" b="0">
                <a:solidFill>
                  <a:srgbClr val="AFBED0"/>
                </a:solidFill>
                <a:latin typeface="Noto Sans Kr"/>
                <a:ea typeface="Noto Sans Kr"/>
                <a:cs typeface="Noto Sans Kr"/>
              </a:defRPr>
            </a:pPr>
            <a:r>
              <a:rPr sz="2025" b="0">
                <a:solidFill>
                  <a:srgbClr val="AFBED0"/>
                </a:solidFill>
                <a:latin typeface="Noto Sans Kr"/>
                <a:ea typeface="Noto Sans Kr"/>
                <a:cs typeface="Noto Sans Kr"/>
              </a:rPr>
              <a:t>2026.10</a:t>
            </a:r>
          </a:p>
        </p:txBody>
      </p:sp>
      <p:sp>
        <p:nvSpPr>
          <p:cNvPr id="3" name="cover-title">
            <a:extLst xmlns:a="http://schemas.openxmlformats.org/drawingml/2006/main">
              <a:ext uri="{FF2B5EF4-FFF2-40B4-BE49-F238E27FC236}">
                <a16:creationId xmlns:a16="http://schemas.microsoft.com/office/drawing/2014/main" id="{CD2BD379-237A-4D72-A6E9-EF39FF662554}"/>
              </a:ext>
            </a:extLst>
          </p:cNvPr>
          <p:cNvSpPr>
            <a:spLocks xmlns:a="http://schemas.openxmlformats.org/drawingml/2006/main" noGrp="1"/>
          </p:cNvSpPr>
          <p:nvPr/>
        </p:nvSpPr>
        <p:spPr>
          <a:xfrm xmlns:a="http://schemas.openxmlformats.org/drawingml/2006/main">
            <a:off x="1143000" y="2047875"/>
            <a:ext cx="7715250"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7800" b="1">
                <a:solidFill>
                  <a:srgbClr val="FFFFFF"/>
                </a:solidFill>
                <a:latin typeface="Noto Sans Bold"/>
                <a:ea typeface="Noto Sans Bold"/>
                <a:cs typeface="Noto Sans Bold"/>
              </a:defRPr>
            </a:defPPr>
            <a:lvl1pPr algn="l">
              <a:buNone/>
              <a:defRPr sz="7800" b="1">
                <a:solidFill>
                  <a:srgbClr val="FFFFFF"/>
                </a:solidFill>
                <a:latin typeface="Noto Sans Bold"/>
                <a:ea typeface="Noto Sans Bold"/>
                <a:cs typeface="Noto Sans Bold"/>
              </a:defRPr>
            </a:lvl1pPr>
            <a:lvl2pPr algn="l">
              <a:buNone/>
              <a:defRPr sz="7800" b="1">
                <a:solidFill>
                  <a:srgbClr val="FFFFFF"/>
                </a:solidFill>
                <a:latin typeface="Noto Sans Bold"/>
                <a:ea typeface="Noto Sans Bold"/>
                <a:cs typeface="Noto Sans Bold"/>
              </a:defRPr>
            </a:lvl2pPr>
            <a:lvl3pPr algn="l">
              <a:buNone/>
              <a:defRPr sz="7800" b="1">
                <a:solidFill>
                  <a:srgbClr val="FFFFFF"/>
                </a:solidFill>
                <a:latin typeface="Noto Sans Bold"/>
                <a:ea typeface="Noto Sans Bold"/>
                <a:cs typeface="Noto Sans Bold"/>
              </a:defRPr>
            </a:lvl3pPr>
            <a:lvl4pPr algn="l">
              <a:buNone/>
              <a:defRPr sz="7800" b="1">
                <a:solidFill>
                  <a:srgbClr val="FFFFFF"/>
                </a:solidFill>
                <a:latin typeface="Noto Sans Bold"/>
                <a:ea typeface="Noto Sans Bold"/>
                <a:cs typeface="Noto Sans Bold"/>
              </a:defRPr>
            </a:lvl4pPr>
            <a:lvl5pPr algn="l">
              <a:buNone/>
              <a:defRPr sz="7800" b="1">
                <a:solidFill>
                  <a:srgbClr val="FFFFFF"/>
                </a:solidFill>
                <a:latin typeface="Noto Sans Bold"/>
                <a:ea typeface="Noto Sans Bold"/>
                <a:cs typeface="Noto Sans Bold"/>
              </a:defRPr>
            </a:lvl5pPr>
            <a:lvl6pPr algn="l">
              <a:buNone/>
              <a:defRPr sz="7800" b="1">
                <a:solidFill>
                  <a:srgbClr val="FFFFFF"/>
                </a:solidFill>
                <a:latin typeface="Noto Sans Bold"/>
                <a:ea typeface="Noto Sans Bold"/>
                <a:cs typeface="Noto Sans Bold"/>
              </a:defRPr>
            </a:lvl6pPr>
            <a:lvl7pPr algn="l">
              <a:buNone/>
              <a:defRPr sz="7800" b="1">
                <a:solidFill>
                  <a:srgbClr val="FFFFFF"/>
                </a:solidFill>
                <a:latin typeface="Noto Sans Bold"/>
                <a:ea typeface="Noto Sans Bold"/>
                <a:cs typeface="Noto Sans Bold"/>
              </a:defRPr>
            </a:lvl7pPr>
            <a:lvl8pPr algn="l">
              <a:buNone/>
              <a:defRPr sz="7800" b="1">
                <a:solidFill>
                  <a:srgbClr val="FFFFFF"/>
                </a:solidFill>
                <a:latin typeface="Noto Sans Bold"/>
                <a:ea typeface="Noto Sans Bold"/>
                <a:cs typeface="Noto Sans Bold"/>
              </a:defRPr>
            </a:lvl8pPr>
            <a:lvl9pPr algn="l">
              <a:buNone/>
              <a:defRPr sz="7800" b="1">
                <a:solidFill>
                  <a:srgbClr val="FFFFFF"/>
                </a:solidFill>
                <a:latin typeface="Noto Sans Bold"/>
                <a:ea typeface="Noto Sans Bold"/>
                <a:cs typeface="Noto Sans Bold"/>
              </a:defRPr>
            </a:lvl9pPr>
          </a:lstStyle>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가설 기반</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운영 진단</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에이전트</a:t>
            </a:r>
          </a:p>
        </p:txBody>
      </p:sp>
      <p:sp>
        <p:nvSpPr>
          <p:cNvPr id="4" name="cover-subtitle">
            <a:extLst xmlns:a="http://schemas.openxmlformats.org/drawingml/2006/main">
              <a:ext uri="{FF2B5EF4-FFF2-40B4-BE49-F238E27FC236}">
                <a16:creationId xmlns:a16="http://schemas.microsoft.com/office/drawing/2014/main" id="{6C4D2DC7-E818-4EFA-A523-1C96F80AA515}"/>
              </a:ext>
            </a:extLst>
          </p:cNvPr>
          <p:cNvSpPr>
            <a:spLocks xmlns:a="http://schemas.openxmlformats.org/drawingml/2006/main" noGrp="1"/>
          </p:cNvSpPr>
          <p:nvPr/>
        </p:nvSpPr>
        <p:spPr>
          <a:xfrm xmlns:a="http://schemas.openxmlformats.org/drawingml/2006/main">
            <a:off x="1143000" y="7000875"/>
            <a:ext cx="771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D6E1EE"/>
                </a:solidFill>
                <a:latin typeface="Noto Sans Kr"/>
                <a:ea typeface="Noto Sans Kr"/>
                <a:cs typeface="Noto Sans Kr"/>
              </a:defRPr>
            </a:defPPr>
            <a:lvl1pPr algn="l">
              <a:buNone/>
              <a:defRPr sz="2700" b="0">
                <a:solidFill>
                  <a:srgbClr val="D6E1EE"/>
                </a:solidFill>
                <a:latin typeface="Noto Sans Kr"/>
                <a:ea typeface="Noto Sans Kr"/>
                <a:cs typeface="Noto Sans Kr"/>
              </a:defRPr>
            </a:lvl1pPr>
            <a:lvl2pPr algn="l">
              <a:buNone/>
              <a:defRPr sz="2700" b="0">
                <a:solidFill>
                  <a:srgbClr val="D6E1EE"/>
                </a:solidFill>
                <a:latin typeface="Noto Sans Kr"/>
                <a:ea typeface="Noto Sans Kr"/>
                <a:cs typeface="Noto Sans Kr"/>
              </a:defRPr>
            </a:lvl2pPr>
            <a:lvl3pPr algn="l">
              <a:buNone/>
              <a:defRPr sz="2700" b="0">
                <a:solidFill>
                  <a:srgbClr val="D6E1EE"/>
                </a:solidFill>
                <a:latin typeface="Noto Sans Kr"/>
                <a:ea typeface="Noto Sans Kr"/>
                <a:cs typeface="Noto Sans Kr"/>
              </a:defRPr>
            </a:lvl3pPr>
            <a:lvl4pPr algn="l">
              <a:buNone/>
              <a:defRPr sz="2700" b="0">
                <a:solidFill>
                  <a:srgbClr val="D6E1EE"/>
                </a:solidFill>
                <a:latin typeface="Noto Sans Kr"/>
                <a:ea typeface="Noto Sans Kr"/>
                <a:cs typeface="Noto Sans Kr"/>
              </a:defRPr>
            </a:lvl4pPr>
            <a:lvl5pPr algn="l">
              <a:buNone/>
              <a:defRPr sz="2700" b="0">
                <a:solidFill>
                  <a:srgbClr val="D6E1EE"/>
                </a:solidFill>
                <a:latin typeface="Noto Sans Kr"/>
                <a:ea typeface="Noto Sans Kr"/>
                <a:cs typeface="Noto Sans Kr"/>
              </a:defRPr>
            </a:lvl5pPr>
            <a:lvl6pPr algn="l">
              <a:buNone/>
              <a:defRPr sz="2700" b="0">
                <a:solidFill>
                  <a:srgbClr val="D6E1EE"/>
                </a:solidFill>
                <a:latin typeface="Noto Sans Kr"/>
                <a:ea typeface="Noto Sans Kr"/>
                <a:cs typeface="Noto Sans Kr"/>
              </a:defRPr>
            </a:lvl6pPr>
            <a:lvl7pPr algn="l">
              <a:buNone/>
              <a:defRPr sz="2700" b="0">
                <a:solidFill>
                  <a:srgbClr val="D6E1EE"/>
                </a:solidFill>
                <a:latin typeface="Noto Sans Kr"/>
                <a:ea typeface="Noto Sans Kr"/>
                <a:cs typeface="Noto Sans Kr"/>
              </a:defRPr>
            </a:lvl7pPr>
            <a:lvl8pPr algn="l">
              <a:buNone/>
              <a:defRPr sz="2700" b="0">
                <a:solidFill>
                  <a:srgbClr val="D6E1EE"/>
                </a:solidFill>
                <a:latin typeface="Noto Sans Kr"/>
                <a:ea typeface="Noto Sans Kr"/>
                <a:cs typeface="Noto Sans Kr"/>
              </a:defRPr>
            </a:lvl8pPr>
            <a:lvl9pPr algn="l">
              <a:buNone/>
              <a:defRPr sz="2700" b="0">
                <a:solidFill>
                  <a:srgbClr val="D6E1EE"/>
                </a:solidFill>
                <a:latin typeface="Noto Sans Kr"/>
                <a:ea typeface="Noto Sans Kr"/>
                <a:cs typeface="Noto Sans Kr"/>
              </a:defRPr>
            </a:lvl9pPr>
          </a:lstStyle>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추가 관측과 가설 검증으로</a:t>
            </a:r>
          </a:p>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진단의 근거를 확인합니다</a:t>
            </a:r>
          </a:p>
        </p:txBody>
      </p:sp>
      <p:sp>
        <p:nvSpPr>
          <p:cNvPr id="5" name="cover-affiliation">
            <a:extLst xmlns:a="http://schemas.openxmlformats.org/drawingml/2006/main">
              <a:ext uri="{FF2B5EF4-FFF2-40B4-BE49-F238E27FC236}">
                <a16:creationId xmlns:a16="http://schemas.microsoft.com/office/drawing/2014/main" id="{15DB9C57-03F9-4B49-A62E-AC223A6CE294}"/>
              </a:ext>
            </a:extLst>
          </p:cNvPr>
          <p:cNvSpPr>
            <a:spLocks xmlns:a="http://schemas.openxmlformats.org/drawingml/2006/main" noGrp="1"/>
          </p:cNvSpPr>
          <p:nvPr/>
        </p:nvSpPr>
        <p:spPr>
          <a:xfrm xmlns:a="http://schemas.openxmlformats.org/drawingml/2006/main">
            <a:off x="1143000" y="8810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FFFFFF"/>
                </a:solidFill>
                <a:latin typeface="Noto Sans Bold"/>
                <a:ea typeface="Noto Sans Bold"/>
                <a:cs typeface="Noto Sans Bold"/>
              </a:defRPr>
            </a:defPPr>
            <a:lvl1pPr algn="l">
              <a:buNone/>
              <a:defRPr sz="2400" b="1">
                <a:solidFill>
                  <a:srgbClr val="FFFFFF"/>
                </a:solidFill>
                <a:latin typeface="Noto Sans Bold"/>
                <a:ea typeface="Noto Sans Bold"/>
                <a:cs typeface="Noto Sans Bold"/>
              </a:defRPr>
            </a:lvl1pPr>
            <a:lvl2pPr algn="l">
              <a:buNone/>
              <a:defRPr sz="2400" b="1">
                <a:solidFill>
                  <a:srgbClr val="FFFFFF"/>
                </a:solidFill>
                <a:latin typeface="Noto Sans Bold"/>
                <a:ea typeface="Noto Sans Bold"/>
                <a:cs typeface="Noto Sans Bold"/>
              </a:defRPr>
            </a:lvl2pPr>
            <a:lvl3pPr algn="l">
              <a:buNone/>
              <a:defRPr sz="2400" b="1">
                <a:solidFill>
                  <a:srgbClr val="FFFFFF"/>
                </a:solidFill>
                <a:latin typeface="Noto Sans Bold"/>
                <a:ea typeface="Noto Sans Bold"/>
                <a:cs typeface="Noto Sans Bold"/>
              </a:defRPr>
            </a:lvl3pPr>
            <a:lvl4pPr algn="l">
              <a:buNone/>
              <a:defRPr sz="2400" b="1">
                <a:solidFill>
                  <a:srgbClr val="FFFFFF"/>
                </a:solidFill>
                <a:latin typeface="Noto Sans Bold"/>
                <a:ea typeface="Noto Sans Bold"/>
                <a:cs typeface="Noto Sans Bold"/>
              </a:defRPr>
            </a:lvl4pPr>
            <a:lvl5pPr algn="l">
              <a:buNone/>
              <a:defRPr sz="2400" b="1">
                <a:solidFill>
                  <a:srgbClr val="FFFFFF"/>
                </a:solidFill>
                <a:latin typeface="Noto Sans Bold"/>
                <a:ea typeface="Noto Sans Bold"/>
                <a:cs typeface="Noto Sans Bold"/>
              </a:defRPr>
            </a:lvl5pPr>
            <a:lvl6pPr algn="l">
              <a:buNone/>
              <a:defRPr sz="2400" b="1">
                <a:solidFill>
                  <a:srgbClr val="FFFFFF"/>
                </a:solidFill>
                <a:latin typeface="Noto Sans Bold"/>
                <a:ea typeface="Noto Sans Bold"/>
                <a:cs typeface="Noto Sans Bold"/>
              </a:defRPr>
            </a:lvl6pPr>
            <a:lvl7pPr algn="l">
              <a:buNone/>
              <a:defRPr sz="2400" b="1">
                <a:solidFill>
                  <a:srgbClr val="FFFFFF"/>
                </a:solidFill>
                <a:latin typeface="Noto Sans Bold"/>
                <a:ea typeface="Noto Sans Bold"/>
                <a:cs typeface="Noto Sans Bold"/>
              </a:defRPr>
            </a:lvl7pPr>
            <a:lvl8pPr algn="l">
              <a:buNone/>
              <a:defRPr sz="2400" b="1">
                <a:solidFill>
                  <a:srgbClr val="FFFFFF"/>
                </a:solidFill>
                <a:latin typeface="Noto Sans Bold"/>
                <a:ea typeface="Noto Sans Bold"/>
                <a:cs typeface="Noto Sans Bold"/>
              </a:defRPr>
            </a:lvl8pPr>
            <a:lvl9pPr algn="l">
              <a:buNone/>
              <a:defRPr sz="2400" b="1">
                <a:solidFill>
                  <a:srgbClr val="FFFFFF"/>
                </a:solidFill>
                <a:latin typeface="Noto Sans Bold"/>
                <a:ea typeface="Noto Sans Bold"/>
                <a:cs typeface="Noto Sans Bold"/>
              </a:defRPr>
            </a:lvl9pPr>
          </a:lstStyle>
          <a:p xmlns:a="http://schemas.openxmlformats.org/drawingml/2006/main">
            <a:pPr algn="l">
              <a:buNone/>
              <a:defRPr sz="2400" b="1">
                <a:solidFill>
                  <a:srgbClr val="FFFFFF"/>
                </a:solidFill>
                <a:latin typeface="Noto Sans Bold"/>
                <a:ea typeface="Noto Sans Bold"/>
                <a:cs typeface="Noto Sans Bold"/>
              </a:defRPr>
            </a:pPr>
            <a:r>
              <a:rPr sz="2400" b="1">
                <a:solidFill>
                  <a:srgbClr val="FFFFFF"/>
                </a:solidFill>
                <a:latin typeface="Noto Sans Bold"/>
                <a:ea typeface="Noto Sans Bold"/>
                <a:cs typeface="Noto Sans Bold"/>
              </a:rPr>
              <a:t>SKALA 광주 2반   G066 정준용</a:t>
            </a:r>
          </a:p>
        </p:txBody>
      </p:sp>
      <p:sp>
        <p:nvSpPr>
          <p:cNvPr id="6" name="cover-image-label">
            <a:extLst xmlns:a="http://schemas.openxmlformats.org/drawingml/2006/main">
              <a:ext uri="{FF2B5EF4-FFF2-40B4-BE49-F238E27FC236}">
                <a16:creationId xmlns:a16="http://schemas.microsoft.com/office/drawing/2014/main" id="{88C76C9E-FEDB-4C5F-93C9-0615ADED750A}"/>
              </a:ext>
            </a:extLst>
          </p:cNvPr>
          <p:cNvSpPr>
            <a:spLocks xmlns:a="http://schemas.openxmlformats.org/drawingml/2006/main" noGrp="1"/>
          </p:cNvSpPr>
          <p:nvPr/>
        </p:nvSpPr>
        <p:spPr>
          <a:xfrm xmlns:a="http://schemas.openxmlformats.org/drawingml/2006/main">
            <a:off x="9525000" y="21907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실제 Ollama 실행 화면</a:t>
            </a:r>
          </a:p>
        </p:txBody>
      </p:sp>
      <p:pic>
        <p:nvPicPr>
          <p:cNvPr id="7" name="">
            <a:extLst xmlns:a="http://schemas.openxmlformats.org/drawingml/2006/main">
              <a:ext uri="{FF2B5EF4-FFF2-40B4-BE49-F238E27FC236}">
                <a16:creationId xmlns:a16="http://schemas.microsoft.com/office/drawing/2014/main" id="{0ED069DC-B6FE-4382-B970-B1F400AFDDDC}"/>
              </a:ext>
            </a:extLst>
          </p:cNvPr>
          <p:cNvPicPr>
            <a:picLocks xmlns:a="http://schemas.openxmlformats.org/drawingml/2006/main" noChangeAspect="1"/>
          </p:cNvPicPr>
          <p:nvPr/>
        </p:nvPicPr>
        <p:blipFill>
          <a:blip xmlns:r="http://schemas.openxmlformats.org/officeDocument/2006/relationships" xmlns:a="http://schemas.openxmlformats.org/drawingml/2006/main" r:embed="R8f969585bcf04dcb"/>
          <a:stretch xmlns:a="http://schemas.openxmlformats.org/drawingml/2006/main"/>
        </p:blipFill>
        <p:spPr>
          <a:xfrm xmlns:a="http://schemas.openxmlformats.org/drawingml/2006/main">
            <a:off x="9525000" y="2857500"/>
            <a:ext cx="7620000" cy="4286250"/>
          </a:xfrm>
          <a:prstGeom xmlns:a="http://schemas.openxmlformats.org/drawingml/2006/main" prst="rect">
            <a:avLst/>
          </a:prstGeom>
        </p:spPr>
      </p:pic>
      <p:sp>
        <p:nvSpPr>
          <p:cNvPr id="8" name="cover-caption">
            <a:extLst xmlns:a="http://schemas.openxmlformats.org/drawingml/2006/main">
              <a:ext uri="{FF2B5EF4-FFF2-40B4-BE49-F238E27FC236}">
                <a16:creationId xmlns:a16="http://schemas.microsoft.com/office/drawing/2014/main" id="{23015C5F-C687-45C6-B058-063FB4B9A5CE}"/>
              </a:ext>
            </a:extLst>
          </p:cNvPr>
          <p:cNvSpPr>
            <a:spLocks xmlns:a="http://schemas.openxmlformats.org/drawingml/2006/main" noGrp="1"/>
          </p:cNvSpPr>
          <p:nvPr/>
        </p:nvSpPr>
        <p:spPr>
          <a:xfrm xmlns:a="http://schemas.openxmlformats.org/drawingml/2006/main">
            <a:off x="9525000" y="74771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6E1EE"/>
                </a:solidFill>
                <a:latin typeface="Noto Sans Kr"/>
                <a:ea typeface="Noto Sans Kr"/>
                <a:cs typeface="Noto Sans Kr"/>
              </a:defRPr>
            </a:defPPr>
            <a:lvl1pPr algn="l">
              <a:buNone/>
              <a:defRPr sz="2025" b="0">
                <a:solidFill>
                  <a:srgbClr val="D6E1EE"/>
                </a:solidFill>
                <a:latin typeface="Noto Sans Kr"/>
                <a:ea typeface="Noto Sans Kr"/>
                <a:cs typeface="Noto Sans Kr"/>
              </a:defRPr>
            </a:lvl1pPr>
            <a:lvl2pPr algn="l">
              <a:buNone/>
              <a:defRPr sz="2025" b="0">
                <a:solidFill>
                  <a:srgbClr val="D6E1EE"/>
                </a:solidFill>
                <a:latin typeface="Noto Sans Kr"/>
                <a:ea typeface="Noto Sans Kr"/>
                <a:cs typeface="Noto Sans Kr"/>
              </a:defRPr>
            </a:lvl2pPr>
            <a:lvl3pPr algn="l">
              <a:buNone/>
              <a:defRPr sz="2025" b="0">
                <a:solidFill>
                  <a:srgbClr val="D6E1EE"/>
                </a:solidFill>
                <a:latin typeface="Noto Sans Kr"/>
                <a:ea typeface="Noto Sans Kr"/>
                <a:cs typeface="Noto Sans Kr"/>
              </a:defRPr>
            </a:lvl3pPr>
            <a:lvl4pPr algn="l">
              <a:buNone/>
              <a:defRPr sz="2025" b="0">
                <a:solidFill>
                  <a:srgbClr val="D6E1EE"/>
                </a:solidFill>
                <a:latin typeface="Noto Sans Kr"/>
                <a:ea typeface="Noto Sans Kr"/>
                <a:cs typeface="Noto Sans Kr"/>
              </a:defRPr>
            </a:lvl4pPr>
            <a:lvl5pPr algn="l">
              <a:buNone/>
              <a:defRPr sz="2025" b="0">
                <a:solidFill>
                  <a:srgbClr val="D6E1EE"/>
                </a:solidFill>
                <a:latin typeface="Noto Sans Kr"/>
                <a:ea typeface="Noto Sans Kr"/>
                <a:cs typeface="Noto Sans Kr"/>
              </a:defRPr>
            </a:lvl5pPr>
            <a:lvl6pPr algn="l">
              <a:buNone/>
              <a:defRPr sz="2025" b="0">
                <a:solidFill>
                  <a:srgbClr val="D6E1EE"/>
                </a:solidFill>
                <a:latin typeface="Noto Sans Kr"/>
                <a:ea typeface="Noto Sans Kr"/>
                <a:cs typeface="Noto Sans Kr"/>
              </a:defRPr>
            </a:lvl6pPr>
            <a:lvl7pPr algn="l">
              <a:buNone/>
              <a:defRPr sz="2025" b="0">
                <a:solidFill>
                  <a:srgbClr val="D6E1EE"/>
                </a:solidFill>
                <a:latin typeface="Noto Sans Kr"/>
                <a:ea typeface="Noto Sans Kr"/>
                <a:cs typeface="Noto Sans Kr"/>
              </a:defRPr>
            </a:lvl7pPr>
            <a:lvl8pPr algn="l">
              <a:buNone/>
              <a:defRPr sz="2025" b="0">
                <a:solidFill>
                  <a:srgbClr val="D6E1EE"/>
                </a:solidFill>
                <a:latin typeface="Noto Sans Kr"/>
                <a:ea typeface="Noto Sans Kr"/>
                <a:cs typeface="Noto Sans Kr"/>
              </a:defRPr>
            </a:lvl8pPr>
            <a:lvl9pPr algn="l">
              <a:buNone/>
              <a:defRPr sz="2025" b="0">
                <a:solidFill>
                  <a:srgbClr val="D6E1EE"/>
                </a:solidFill>
                <a:latin typeface="Noto Sans Kr"/>
                <a:ea typeface="Noto Sans Kr"/>
                <a:cs typeface="Noto Sans Kr"/>
              </a:defRPr>
            </a:lvl9pPr>
          </a:lstStyle>
          <a:p xmlns:a="http://schemas.openxmlformats.org/drawingml/2006/main">
            <a:pPr algn="l">
              <a:buNone/>
              <a:defRPr sz="2025" b="0">
                <a:solidFill>
                  <a:srgbClr val="D6E1EE"/>
                </a:solidFill>
                <a:latin typeface="Noto Sans Kr"/>
                <a:ea typeface="Noto Sans Kr"/>
                <a:cs typeface="Noto Sans Kr"/>
              </a:defRPr>
            </a:pPr>
            <a:r>
              <a:rPr sz="2025" b="0">
                <a:solidFill>
                  <a:srgbClr val="D6E1EE"/>
                </a:solidFill>
                <a:latin typeface="Noto Sans Kr"/>
                <a:ea typeface="Noto Sans Kr"/>
                <a:cs typeface="Noto Sans Kr"/>
              </a:rPr>
              <a:t>질문에서 조사 근거와 보고서까지</a:t>
            </a:r>
          </a:p>
        </p:txBody>
      </p:sp>
      <p:cxnSp>
        <p:nvCxnSpPr>
          <p:cNvPr id="9" name="cover-rule">
            <a:extLst xmlns:a="http://schemas.openxmlformats.org/drawingml/2006/main">
              <a:ext uri="{FF2B5EF4-FFF2-40B4-BE49-F238E27FC236}">
                <a16:creationId xmlns:a16="http://schemas.microsoft.com/office/drawing/2014/main" id="{2A9BE19D-AA7B-4DA4-B1B5-86AADA30F929}"/>
              </a:ext>
            </a:extLst>
          </p:cNvPr>
          <p:cNvCxnSpPr/>
          <p:nvPr/>
        </p:nvCxnSpPr>
        <p:spPr>
          <a:xfrm xmlns:a="http://schemas.openxmlformats.org/drawingml/2006/main">
            <a:off x="1143000" y="9620250"/>
            <a:ext cx="16002000" cy="0"/>
          </a:xfrm>
          <a:prstGeom xmlns:a="http://schemas.openxmlformats.org/drawingml/2006/main" prst="straightConnector1">
            <a:avLst/>
          </a:prstGeom>
          <a:ln xmlns:a="http://schemas.openxmlformats.org/drawingml/2006/main" w="28575">
            <a:solidFill>
              <a:srgbClr val="385068"/>
            </a:solidFill>
          </a:ln>
        </p:spPr>
      </p:cxnSp>
    </p:spTree>
    <p:extLst>
      <p:ext uri="{BB962C8B-B14F-4D97-AF65-F5344CB8AC3E}">
        <p14:creationId xmlns:p14="http://schemas.microsoft.com/office/powerpoint/2010/main" val="2025309462"/>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1" name="section-label">
            <a:extLst xmlns:a="http://schemas.openxmlformats.org/drawingml/2006/main">
              <a:ext uri="{FF2B5EF4-FFF2-40B4-BE49-F238E27FC236}">
                <a16:creationId xmlns:a16="http://schemas.microsoft.com/office/drawing/2014/main" id="{417707A7-22EC-4728-9FDC-568E079100B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문제와 핵심 개선</a:t>
            </a:r>
          </a:p>
        </p:txBody>
      </p:sp>
      <p:sp>
        <p:nvSpPr>
          <p:cNvPr id="2" name="page-number">
            <a:extLst xmlns:a="http://schemas.openxmlformats.org/drawingml/2006/main">
              <a:ext uri="{FF2B5EF4-FFF2-40B4-BE49-F238E27FC236}">
                <a16:creationId xmlns:a16="http://schemas.microsoft.com/office/drawing/2014/main" id="{9119994B-7D0E-4541-93F4-24A9FB881725}"/>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02 / 08</a:t>
            </a:r>
          </a:p>
        </p:txBody>
      </p:sp>
      <p:sp>
        <p:nvSpPr>
          <p:cNvPr id="3" name="slide-title">
            <a:extLst xmlns:a="http://schemas.openxmlformats.org/drawingml/2006/main">
              <a:ext uri="{FF2B5EF4-FFF2-40B4-BE49-F238E27FC236}">
                <a16:creationId xmlns:a16="http://schemas.microsoft.com/office/drawing/2014/main" id="{6A81AC6A-B036-432D-AC8D-439EA2C8E4B7}"/>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핵심 개선: 추가 조사와 근거 검증</a:t>
            </a:r>
          </a:p>
        </p:txBody>
      </p:sp>
      <p:sp>
        <p:nvSpPr>
          <p:cNvPr id="4" name="slide-subtitle">
            <a:extLst xmlns:a="http://schemas.openxmlformats.org/drawingml/2006/main">
              <a:ext uri="{FF2B5EF4-FFF2-40B4-BE49-F238E27FC236}">
                <a16:creationId xmlns:a16="http://schemas.microsoft.com/office/drawing/2014/main" id="{F340EA74-8EDB-4785-9263-0F3E096E342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가설을 구별할 관측을 수집하고, 근거로 확인한 내용을 보고합니다.</a:t>
            </a:r>
          </a:p>
        </p:txBody>
      </p:sp>
      <p:sp>
        <p:nvSpPr>
          <p:cNvPr id="5" name="scope-note">
            <a:extLst xmlns:a="http://schemas.openxmlformats.org/drawingml/2006/main">
              <a:ext uri="{FF2B5EF4-FFF2-40B4-BE49-F238E27FC236}">
                <a16:creationId xmlns:a16="http://schemas.microsoft.com/office/drawing/2014/main" id="{E58FD673-79AC-4DD0-94CE-820895C1E3C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원인 판단과 보고서의 근거를 코드·관측 기록으로 확인합니다.</a:t>
            </a:r>
          </a:p>
        </p:txBody>
      </p:sp>
      <p:cxnSp>
        <p:nvCxnSpPr>
          <p:cNvPr id="6" name="footer-rule">
            <a:extLst xmlns:a="http://schemas.openxmlformats.org/drawingml/2006/main">
              <a:ext uri="{FF2B5EF4-FFF2-40B4-BE49-F238E27FC236}">
                <a16:creationId xmlns:a16="http://schemas.microsoft.com/office/drawing/2014/main" id="{998944C6-A8BE-4809-82A4-96F957436524}"/>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C7BD6933-C451-4CAD-85B8-EB7B55E9625C}"/>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6EBE6838-E91B-47A0-90DB-EC1F8FCE7F76}"/>
              </a:ext>
            </a:extLst>
          </p:cNvPr>
          <p:cNvGraphicFramePr/>
          <p:nvPr/>
        </p:nvGraphicFramePr>
        <p:xfrm>
          <a:off xmlns:a="http://schemas.openxmlformats.org/drawingml/2006/main" x="1143000" y="3429000"/>
          <a:ext xmlns:a="http://schemas.openxmlformats.org/drawingml/2006/main" cx="16002000" cy="3962400"/>
        </p:xfrm>
        <a:graphic xmlns:a="http://schemas.openxmlformats.org/drawingml/2006/main">
          <a:graphicData uri="http://schemas.openxmlformats.org/drawingml/2006/table">
            <a:tbl>
              <a:tblPr firstRow="0" bandRow="0"/>
              <a:tblGrid>
                <a:gridCol w="7239000"/>
                <a:gridCol w="8763000"/>
              </a:tblGrid>
              <a:tr h="609600">
                <a:tc>
                  <a:txBody>
                    <a:bodyPr/>
                    <a:lstStyle/>
                    <a:p>
                      <a:r>
                        <a:rPr sz="2175" b="1">
                          <a:solidFill>
                            <a:srgbClr val="FFFFFF"/>
                          </a:solidFill>
                          <a:latin typeface="Noto Sans Bold"/>
                          <a:ea typeface="Noto Sans Bold"/>
                          <a:cs typeface="Noto Sans Bold"/>
                        </a:rPr>
                        <a:t>기존 한계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75" b="1">
                          <a:solidFill>
                            <a:srgbClr val="FFFFFF"/>
                          </a:solidFill>
                          <a:latin typeface="Noto Sans Bold"/>
                          <a:ea typeface="Noto Sans Bold"/>
                          <a:cs typeface="Noto Sans Bold"/>
                        </a:rPr>
                        <a:t>핵심 개선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676400">
                <a:tc>
                  <a:txBody>
                    <a:bodyPr/>
                    <a:lstStyle/>
                    <a:p>
                      <a:r>
                        <a:rPr sz="2400">
                          <a:solidFill>
                            <a:srgbClr val="122C46"/>
                          </a:solidFill>
                          <a:latin typeface="Noto Sans Kr"/>
                          <a:ea typeface="Noto Sans Kr"/>
                          <a:cs typeface="Noto Sans Kr"/>
                        </a:rPr>
                        <a:t>경고·초기 지표만으로 원인 추정</a:t>
                      </a:r>
                    </a:p>
                    <a:p>
                      <a:r>
                        <a:rPr sz="2400">
                          <a:solidFill>
                            <a:srgbClr val="122C46"/>
                          </a:solidFill>
                          <a:latin typeface="Noto Sans Kr"/>
                          <a:ea typeface="Noto Sans Kr"/>
                          <a:cs typeface="Noto Sans Kr"/>
                        </a:rPr>
                        <a:t>가설을 구별할 근거가 부족</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가설 기반 추가 조사</a:t>
                      </a:r>
                    </a:p>
                    <a:p>
                      <a:r>
                        <a:rPr sz="2400">
                          <a:solidFill>
                            <a:srgbClr val="122C46"/>
                          </a:solidFill>
                          <a:latin typeface="Noto Sans Kr"/>
                          <a:ea typeface="Noto Sans Kr"/>
                          <a:cs typeface="Noto Sans Kr"/>
                        </a:rPr>
                        <a:t>질문 선택·추가 관측·가설 갱신</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676400">
                <a:tc>
                  <a:txBody>
                    <a:bodyPr/>
                    <a:lstStyle/>
                    <a:p>
                      <a:r>
                        <a:rPr sz="2400">
                          <a:solidFill>
                            <a:srgbClr val="122C46"/>
                          </a:solidFill>
                          <a:latin typeface="Noto Sans Kr"/>
                          <a:ea typeface="Noto Sans Kr"/>
                          <a:cs typeface="Noto Sans Kr"/>
                        </a:rPr>
                        <a:t>답변의 사실 여부를 확인하기 어려움</a:t>
                      </a:r>
                    </a:p>
                    <a:p>
                      <a:r>
                        <a:rPr sz="2400">
                          <a:solidFill>
                            <a:srgbClr val="122C46"/>
                          </a:solidFill>
                          <a:latin typeface="Noto Sans Kr"/>
                          <a:ea typeface="Noto Sans Kr"/>
                          <a:cs typeface="Noto Sans Kr"/>
                        </a:rPr>
                        <a:t>조회값·출처·조치 조건 확인이 필요</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관측 수치·출처·조치 조건 검증</a:t>
                      </a:r>
                    </a:p>
                    <a:p>
                      <a:r>
                        <a:rPr sz="2400">
                          <a:solidFill>
                            <a:srgbClr val="122C46"/>
                          </a:solidFill>
                          <a:latin typeface="Noto Sans Kr"/>
                          <a:ea typeface="Noto Sans Kr"/>
                          <a:cs typeface="Noto Sans Kr"/>
                        </a:rPr>
                        <a:t>반복 검증 실패 시 관측만 안내</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supporting-features-label">
            <a:extLst xmlns:a="http://schemas.openxmlformats.org/drawingml/2006/main">
              <a:ext uri="{FF2B5EF4-FFF2-40B4-BE49-F238E27FC236}">
                <a16:creationId xmlns:a16="http://schemas.microsoft.com/office/drawing/2014/main" id="{492BD73D-590C-4F3D-927A-258F1DD35067}"/>
              </a:ext>
            </a:extLst>
          </p:cNvPr>
          <p:cNvSpPr>
            <a:spLocks xmlns:a="http://schemas.openxmlformats.org/drawingml/2006/main" noGrp="1"/>
          </p:cNvSpPr>
          <p:nvPr/>
        </p:nvSpPr>
        <p:spPr>
          <a:xfrm xmlns:a="http://schemas.openxmlformats.org/drawingml/2006/main">
            <a:off x="1143000" y="798195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2B5BEB"/>
                </a:solidFill>
                <a:latin typeface="Noto Sans Bold"/>
                <a:ea typeface="Noto Sans Bold"/>
                <a:cs typeface="Noto Sans Bold"/>
              </a:defRPr>
            </a:defPPr>
            <a:lvl1pPr algn="l">
              <a:buNone/>
              <a:defRPr sz="2250" b="1">
                <a:solidFill>
                  <a:srgbClr val="2B5BEB"/>
                </a:solidFill>
                <a:latin typeface="Noto Sans Bold"/>
                <a:ea typeface="Noto Sans Bold"/>
                <a:cs typeface="Noto Sans Bold"/>
              </a:defRPr>
            </a:lvl1pPr>
            <a:lvl2pPr algn="l">
              <a:buNone/>
              <a:defRPr sz="2250" b="1">
                <a:solidFill>
                  <a:srgbClr val="2B5BEB"/>
                </a:solidFill>
                <a:latin typeface="Noto Sans Bold"/>
                <a:ea typeface="Noto Sans Bold"/>
                <a:cs typeface="Noto Sans Bold"/>
              </a:defRPr>
            </a:lvl2pPr>
            <a:lvl3pPr algn="l">
              <a:buNone/>
              <a:defRPr sz="2250" b="1">
                <a:solidFill>
                  <a:srgbClr val="2B5BEB"/>
                </a:solidFill>
                <a:latin typeface="Noto Sans Bold"/>
                <a:ea typeface="Noto Sans Bold"/>
                <a:cs typeface="Noto Sans Bold"/>
              </a:defRPr>
            </a:lvl3pPr>
            <a:lvl4pPr algn="l">
              <a:buNone/>
              <a:defRPr sz="2250" b="1">
                <a:solidFill>
                  <a:srgbClr val="2B5BEB"/>
                </a:solidFill>
                <a:latin typeface="Noto Sans Bold"/>
                <a:ea typeface="Noto Sans Bold"/>
                <a:cs typeface="Noto Sans Bold"/>
              </a:defRPr>
            </a:lvl4pPr>
            <a:lvl5pPr algn="l">
              <a:buNone/>
              <a:defRPr sz="2250" b="1">
                <a:solidFill>
                  <a:srgbClr val="2B5BEB"/>
                </a:solidFill>
                <a:latin typeface="Noto Sans Bold"/>
                <a:ea typeface="Noto Sans Bold"/>
                <a:cs typeface="Noto Sans Bold"/>
              </a:defRPr>
            </a:lvl5pPr>
            <a:lvl6pPr algn="l">
              <a:buNone/>
              <a:defRPr sz="2250" b="1">
                <a:solidFill>
                  <a:srgbClr val="2B5BEB"/>
                </a:solidFill>
                <a:latin typeface="Noto Sans Bold"/>
                <a:ea typeface="Noto Sans Bold"/>
                <a:cs typeface="Noto Sans Bold"/>
              </a:defRPr>
            </a:lvl6pPr>
            <a:lvl7pPr algn="l">
              <a:buNone/>
              <a:defRPr sz="2250" b="1">
                <a:solidFill>
                  <a:srgbClr val="2B5BEB"/>
                </a:solidFill>
                <a:latin typeface="Noto Sans Bold"/>
                <a:ea typeface="Noto Sans Bold"/>
                <a:cs typeface="Noto Sans Bold"/>
              </a:defRPr>
            </a:lvl7pPr>
            <a:lvl8pPr algn="l">
              <a:buNone/>
              <a:defRPr sz="2250" b="1">
                <a:solidFill>
                  <a:srgbClr val="2B5BEB"/>
                </a:solidFill>
                <a:latin typeface="Noto Sans Bold"/>
                <a:ea typeface="Noto Sans Bold"/>
                <a:cs typeface="Noto Sans Bold"/>
              </a:defRPr>
            </a:lvl8pPr>
            <a:lvl9pPr algn="l">
              <a:buNone/>
              <a:defRPr sz="2250" b="1">
                <a:solidFill>
                  <a:srgbClr val="2B5BEB"/>
                </a:solidFill>
                <a:latin typeface="Noto Sans Bold"/>
                <a:ea typeface="Noto Sans Bold"/>
                <a:cs typeface="Noto Sans Bold"/>
              </a:defRPr>
            </a:lvl9pPr>
          </a:lstStyle>
          <a:p xmlns:a="http://schemas.openxmlformats.org/drawingml/2006/main">
            <a:pPr algn="l">
              <a:buNone/>
              <a:defRPr sz="2250" b="1">
                <a:solidFill>
                  <a:srgbClr val="2B5BEB"/>
                </a:solidFill>
                <a:latin typeface="Noto Sans Bold"/>
                <a:ea typeface="Noto Sans Bold"/>
                <a:cs typeface="Noto Sans Bold"/>
              </a:defRPr>
            </a:pPr>
            <a:r>
              <a:rPr sz="2250" b="1">
                <a:solidFill>
                  <a:srgbClr val="2B5BEB"/>
                </a:solidFill>
                <a:latin typeface="Noto Sans Bold"/>
                <a:ea typeface="Noto Sans Bold"/>
                <a:cs typeface="Noto Sans Bold"/>
              </a:rPr>
              <a:t>보조 안정성</a:t>
            </a:r>
          </a:p>
        </p:txBody>
      </p:sp>
      <p:sp>
        <p:nvSpPr>
          <p:cNvPr id="10" name="supporting-features">
            <a:extLst xmlns:a="http://schemas.openxmlformats.org/drawingml/2006/main">
              <a:ext uri="{FF2B5EF4-FFF2-40B4-BE49-F238E27FC236}">
                <a16:creationId xmlns:a16="http://schemas.microsoft.com/office/drawing/2014/main" id="{5B869E42-4EA3-4191-A1EF-DD2613351976}"/>
              </a:ext>
            </a:extLst>
          </p:cNvPr>
          <p:cNvSpPr>
            <a:spLocks xmlns:a="http://schemas.openxmlformats.org/drawingml/2006/main" noGrp="1"/>
          </p:cNvSpPr>
          <p:nvPr/>
        </p:nvSpPr>
        <p:spPr>
          <a:xfrm xmlns:a="http://schemas.openxmlformats.org/drawingml/2006/main">
            <a:off x="3905250" y="7981950"/>
            <a:ext cx="1323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입력 검사·대상 확인·부분 실패 격리·기록 복원</a:t>
            </a:r>
          </a:p>
        </p:txBody>
      </p:sp>
    </p:spTree>
    <p:extLst>
      <p:ext uri="{BB962C8B-B14F-4D97-AF65-F5344CB8AC3E}">
        <p14:creationId xmlns:p14="http://schemas.microsoft.com/office/powerpoint/2010/main" val="1538496829"/>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2" name="section-label">
            <a:extLst xmlns:a="http://schemas.openxmlformats.org/drawingml/2006/main">
              <a:ext uri="{FF2B5EF4-FFF2-40B4-BE49-F238E27FC236}">
                <a16:creationId xmlns:a16="http://schemas.microsoft.com/office/drawing/2014/main" id="{766E3C5C-B749-40D1-92CA-CDD4690A843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실행 결과: 가설별 판단</a:t>
            </a:r>
          </a:p>
        </p:txBody>
      </p:sp>
      <p:sp>
        <p:nvSpPr>
          <p:cNvPr id="2" name="page-number">
            <a:extLst xmlns:a="http://schemas.openxmlformats.org/drawingml/2006/main">
              <a:ext uri="{FF2B5EF4-FFF2-40B4-BE49-F238E27FC236}">
                <a16:creationId xmlns:a16="http://schemas.microsoft.com/office/drawing/2014/main" id="{64E629FF-FCE1-40DF-9B44-93C568F62D59}"/>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03 / 08</a:t>
            </a:r>
          </a:p>
        </p:txBody>
      </p:sp>
      <p:sp>
        <p:nvSpPr>
          <p:cNvPr id="3" name="slide-title">
            <a:extLst xmlns:a="http://schemas.openxmlformats.org/drawingml/2006/main">
              <a:ext uri="{FF2B5EF4-FFF2-40B4-BE49-F238E27FC236}">
                <a16:creationId xmlns:a16="http://schemas.microsoft.com/office/drawing/2014/main" id="{F76294A4-D224-44A7-BBE5-F1163C62A51E}"/>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질문과 실제 진단 답변</a:t>
            </a:r>
          </a:p>
        </p:txBody>
      </p:sp>
      <p:sp>
        <p:nvSpPr>
          <p:cNvPr id="4" name="slide-subtitle">
            <a:extLst xmlns:a="http://schemas.openxmlformats.org/drawingml/2006/main">
              <a:ext uri="{FF2B5EF4-FFF2-40B4-BE49-F238E27FC236}">
                <a16:creationId xmlns:a16="http://schemas.microsoft.com/office/drawing/2014/main" id="{CD5B8A17-79FF-4779-8B0B-1AC7BE20ED33}"/>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같은 최초 증상에서 관측을 달리한 실제 LLM 실행 두 건입니다.</a:t>
            </a:r>
          </a:p>
        </p:txBody>
      </p:sp>
      <p:sp>
        <p:nvSpPr>
          <p:cNvPr id="5" name="scope-note">
            <a:extLst xmlns:a="http://schemas.openxmlformats.org/drawingml/2006/main">
              <a:ext uri="{FF2B5EF4-FFF2-40B4-BE49-F238E27FC236}">
                <a16:creationId xmlns:a16="http://schemas.microsoft.com/office/drawing/2014/main" id="{075D698E-0CCF-4BED-8820-85E1E087AFB6}"/>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보존 실행 발췌 / 교육용 합성 관측 / 교차 지지는 인과 확정과 구분</a:t>
            </a:r>
          </a:p>
        </p:txBody>
      </p:sp>
      <p:cxnSp>
        <p:nvCxnSpPr>
          <p:cNvPr id="6" name="footer-rule">
            <a:extLst xmlns:a="http://schemas.openxmlformats.org/drawingml/2006/main">
              <a:ext uri="{FF2B5EF4-FFF2-40B4-BE49-F238E27FC236}">
                <a16:creationId xmlns:a16="http://schemas.microsoft.com/office/drawing/2014/main" id="{95B0F024-59D4-4D99-8A24-D8B7F8D1629E}"/>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15AD2417-791D-47CA-B6A7-FB8A3FFED0B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execution-question-label">
            <a:extLst xmlns:a="http://schemas.openxmlformats.org/drawingml/2006/main">
              <a:ext uri="{FF2B5EF4-FFF2-40B4-BE49-F238E27FC236}">
                <a16:creationId xmlns:a16="http://schemas.microsoft.com/office/drawing/2014/main" id="{4763EA37-6E3D-44CF-9162-A8112B8395A3}"/>
              </a:ext>
            </a:extLst>
          </p:cNvPr>
          <p:cNvSpPr>
            <a:spLocks xmlns:a="http://schemas.openxmlformats.org/drawingml/2006/main" noGrp="1"/>
          </p:cNvSpPr>
          <p:nvPr/>
        </p:nvSpPr>
        <p:spPr>
          <a:xfrm xmlns:a="http://schemas.openxmlformats.org/drawingml/2006/main">
            <a:off x="1143000" y="3219450"/>
            <a:ext cx="200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2B5BEB"/>
                </a:solidFill>
                <a:latin typeface="Noto Sans Bold"/>
                <a:ea typeface="Noto Sans Bold"/>
                <a:cs typeface="Noto Sans Bold"/>
              </a:defRPr>
            </a:defPPr>
            <a:lvl1pPr algn="l">
              <a:buNone/>
              <a:defRPr sz="2250" b="1">
                <a:solidFill>
                  <a:srgbClr val="2B5BEB"/>
                </a:solidFill>
                <a:latin typeface="Noto Sans Bold"/>
                <a:ea typeface="Noto Sans Bold"/>
                <a:cs typeface="Noto Sans Bold"/>
              </a:defRPr>
            </a:lvl1pPr>
            <a:lvl2pPr algn="l">
              <a:buNone/>
              <a:defRPr sz="2250" b="1">
                <a:solidFill>
                  <a:srgbClr val="2B5BEB"/>
                </a:solidFill>
                <a:latin typeface="Noto Sans Bold"/>
                <a:ea typeface="Noto Sans Bold"/>
                <a:cs typeface="Noto Sans Bold"/>
              </a:defRPr>
            </a:lvl2pPr>
            <a:lvl3pPr algn="l">
              <a:buNone/>
              <a:defRPr sz="2250" b="1">
                <a:solidFill>
                  <a:srgbClr val="2B5BEB"/>
                </a:solidFill>
                <a:latin typeface="Noto Sans Bold"/>
                <a:ea typeface="Noto Sans Bold"/>
                <a:cs typeface="Noto Sans Bold"/>
              </a:defRPr>
            </a:lvl3pPr>
            <a:lvl4pPr algn="l">
              <a:buNone/>
              <a:defRPr sz="2250" b="1">
                <a:solidFill>
                  <a:srgbClr val="2B5BEB"/>
                </a:solidFill>
                <a:latin typeface="Noto Sans Bold"/>
                <a:ea typeface="Noto Sans Bold"/>
                <a:cs typeface="Noto Sans Bold"/>
              </a:defRPr>
            </a:lvl4pPr>
            <a:lvl5pPr algn="l">
              <a:buNone/>
              <a:defRPr sz="2250" b="1">
                <a:solidFill>
                  <a:srgbClr val="2B5BEB"/>
                </a:solidFill>
                <a:latin typeface="Noto Sans Bold"/>
                <a:ea typeface="Noto Sans Bold"/>
                <a:cs typeface="Noto Sans Bold"/>
              </a:defRPr>
            </a:lvl5pPr>
            <a:lvl6pPr algn="l">
              <a:buNone/>
              <a:defRPr sz="2250" b="1">
                <a:solidFill>
                  <a:srgbClr val="2B5BEB"/>
                </a:solidFill>
                <a:latin typeface="Noto Sans Bold"/>
                <a:ea typeface="Noto Sans Bold"/>
                <a:cs typeface="Noto Sans Bold"/>
              </a:defRPr>
            </a:lvl6pPr>
            <a:lvl7pPr algn="l">
              <a:buNone/>
              <a:defRPr sz="2250" b="1">
                <a:solidFill>
                  <a:srgbClr val="2B5BEB"/>
                </a:solidFill>
                <a:latin typeface="Noto Sans Bold"/>
                <a:ea typeface="Noto Sans Bold"/>
                <a:cs typeface="Noto Sans Bold"/>
              </a:defRPr>
            </a:lvl7pPr>
            <a:lvl8pPr algn="l">
              <a:buNone/>
              <a:defRPr sz="2250" b="1">
                <a:solidFill>
                  <a:srgbClr val="2B5BEB"/>
                </a:solidFill>
                <a:latin typeface="Noto Sans Bold"/>
                <a:ea typeface="Noto Sans Bold"/>
                <a:cs typeface="Noto Sans Bold"/>
              </a:defRPr>
            </a:lvl8pPr>
            <a:lvl9pPr algn="l">
              <a:buNone/>
              <a:defRPr sz="2250" b="1">
                <a:solidFill>
                  <a:srgbClr val="2B5BEB"/>
                </a:solidFill>
                <a:latin typeface="Noto Sans Bold"/>
                <a:ea typeface="Noto Sans Bold"/>
                <a:cs typeface="Noto Sans Bold"/>
              </a:defRPr>
            </a:lvl9pPr>
          </a:lstStyle>
          <a:p xmlns:a="http://schemas.openxmlformats.org/drawingml/2006/main">
            <a:pPr algn="l">
              <a:buNone/>
              <a:defRPr sz="2250" b="1">
                <a:solidFill>
                  <a:srgbClr val="2B5BEB"/>
                </a:solidFill>
                <a:latin typeface="Noto Sans Bold"/>
                <a:ea typeface="Noto Sans Bold"/>
                <a:cs typeface="Noto Sans Bold"/>
              </a:defRPr>
            </a:pPr>
            <a:r>
              <a:rPr sz="2250" b="1">
                <a:solidFill>
                  <a:srgbClr val="2B5BEB"/>
                </a:solidFill>
                <a:latin typeface="Noto Sans Bold"/>
                <a:ea typeface="Noto Sans Bold"/>
                <a:cs typeface="Noto Sans Bold"/>
              </a:rPr>
              <a:t>실제 질문</a:t>
            </a:r>
          </a:p>
        </p:txBody>
      </p:sp>
      <p:sp>
        <p:nvSpPr>
          <p:cNvPr id="9" name="execution-question">
            <a:extLst xmlns:a="http://schemas.openxmlformats.org/drawingml/2006/main">
              <a:ext uri="{FF2B5EF4-FFF2-40B4-BE49-F238E27FC236}">
                <a16:creationId xmlns:a16="http://schemas.microsoft.com/office/drawing/2014/main" id="{0595BC98-6D24-4FD1-BB8B-3B87A7699EEE}"/>
              </a:ext>
            </a:extLst>
          </p:cNvPr>
          <p:cNvSpPr>
            <a:spLocks xmlns:a="http://schemas.openxmlformats.org/drawingml/2006/main" noGrp="1"/>
          </p:cNvSpPr>
          <p:nvPr/>
        </p:nvSpPr>
        <p:spPr>
          <a:xfrm xmlns:a="http://schemas.openxmlformats.org/drawingml/2006/main">
            <a:off x="3333750" y="3219450"/>
            <a:ext cx="1381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122C46"/>
                </a:solidFill>
                <a:latin typeface="Noto Sans Kr"/>
                <a:ea typeface="Noto Sans Kr"/>
                <a:cs typeface="Noto Sans Kr"/>
              </a:defRPr>
            </a:defPPr>
            <a:lvl1pPr algn="l">
              <a:buNone/>
              <a:defRPr sz="2250" b="0">
                <a:solidFill>
                  <a:srgbClr val="122C46"/>
                </a:solidFill>
                <a:latin typeface="Noto Sans Kr"/>
                <a:ea typeface="Noto Sans Kr"/>
                <a:cs typeface="Noto Sans Kr"/>
              </a:defRPr>
            </a:lvl1pPr>
            <a:lvl2pPr algn="l">
              <a:buNone/>
              <a:defRPr sz="2250" b="0">
                <a:solidFill>
                  <a:srgbClr val="122C46"/>
                </a:solidFill>
                <a:latin typeface="Noto Sans Kr"/>
                <a:ea typeface="Noto Sans Kr"/>
                <a:cs typeface="Noto Sans Kr"/>
              </a:defRPr>
            </a:lvl2pPr>
            <a:lvl3pPr algn="l">
              <a:buNone/>
              <a:defRPr sz="2250" b="0">
                <a:solidFill>
                  <a:srgbClr val="122C46"/>
                </a:solidFill>
                <a:latin typeface="Noto Sans Kr"/>
                <a:ea typeface="Noto Sans Kr"/>
                <a:cs typeface="Noto Sans Kr"/>
              </a:defRPr>
            </a:lvl3pPr>
            <a:lvl4pPr algn="l">
              <a:buNone/>
              <a:defRPr sz="2250" b="0">
                <a:solidFill>
                  <a:srgbClr val="122C46"/>
                </a:solidFill>
                <a:latin typeface="Noto Sans Kr"/>
                <a:ea typeface="Noto Sans Kr"/>
                <a:cs typeface="Noto Sans Kr"/>
              </a:defRPr>
            </a:lvl4pPr>
            <a:lvl5pPr algn="l">
              <a:buNone/>
              <a:defRPr sz="2250" b="0">
                <a:solidFill>
                  <a:srgbClr val="122C46"/>
                </a:solidFill>
                <a:latin typeface="Noto Sans Kr"/>
                <a:ea typeface="Noto Sans Kr"/>
                <a:cs typeface="Noto Sans Kr"/>
              </a:defRPr>
            </a:lvl5pPr>
            <a:lvl6pPr algn="l">
              <a:buNone/>
              <a:defRPr sz="2250" b="0">
                <a:solidFill>
                  <a:srgbClr val="122C46"/>
                </a:solidFill>
                <a:latin typeface="Noto Sans Kr"/>
                <a:ea typeface="Noto Sans Kr"/>
                <a:cs typeface="Noto Sans Kr"/>
              </a:defRPr>
            </a:lvl6pPr>
            <a:lvl7pPr algn="l">
              <a:buNone/>
              <a:defRPr sz="2250" b="0">
                <a:solidFill>
                  <a:srgbClr val="122C46"/>
                </a:solidFill>
                <a:latin typeface="Noto Sans Kr"/>
                <a:ea typeface="Noto Sans Kr"/>
                <a:cs typeface="Noto Sans Kr"/>
              </a:defRPr>
            </a:lvl7pPr>
            <a:lvl8pPr algn="l">
              <a:buNone/>
              <a:defRPr sz="2250" b="0">
                <a:solidFill>
                  <a:srgbClr val="122C46"/>
                </a:solidFill>
                <a:latin typeface="Noto Sans Kr"/>
                <a:ea typeface="Noto Sans Kr"/>
                <a:cs typeface="Noto Sans Kr"/>
              </a:defRPr>
            </a:lvl8pPr>
            <a:lvl9pPr algn="l">
              <a:buNone/>
              <a:defRPr sz="2250" b="0">
                <a:solidFill>
                  <a:srgbClr val="122C46"/>
                </a:solidFill>
                <a:latin typeface="Noto Sans Kr"/>
                <a:ea typeface="Noto Sans Kr"/>
                <a:cs typeface="Noto Sans Kr"/>
              </a:defRPr>
            </a:lvl9pPr>
          </a:lstStyle>
          <a:p xmlns:a="http://schemas.openxmlformats.org/drawingml/2006/main">
            <a:pPr algn="l">
              <a:buNone/>
              <a:defRPr sz="2250" b="0">
                <a:solidFill>
                  <a:srgbClr val="122C46"/>
                </a:solidFill>
                <a:latin typeface="Noto Sans Kr"/>
                <a:ea typeface="Noto Sans Kr"/>
                <a:cs typeface="Noto Sans Kr"/>
              </a:defRPr>
            </a:pPr>
            <a:r>
              <a:rPr sz="2250" b="0">
                <a:solidFill>
                  <a:srgbClr val="122C46"/>
                </a:solidFill>
                <a:latin typeface="Noto Sans Kr"/>
                <a:ea typeface="Noto Sans Kr"/>
                <a:cs typeface="Noto Sans Kr"/>
              </a:rPr>
              <a:t>payments-service CPU가 91%이고 중복 배치 경고가 있습니다.</a:t>
            </a:r>
          </a:p>
          <a:p xmlns:a="http://schemas.openxmlformats.org/drawingml/2006/main">
            <a:pPr algn="l">
              <a:buNone/>
              <a:defRPr sz="2250" b="0">
                <a:solidFill>
                  <a:srgbClr val="122C46"/>
                </a:solidFill>
                <a:latin typeface="Noto Sans Kr"/>
                <a:ea typeface="Noto Sans Kr"/>
                <a:cs typeface="Noto Sans Kr"/>
              </a:defRPr>
            </a:pPr>
            <a:r>
              <a:rPr sz="2250" b="0">
                <a:solidFill>
                  <a:srgbClr val="122C46"/>
                </a:solidFill>
                <a:latin typeface="Noto Sans Kr"/>
                <a:ea typeface="Noto Sans Kr"/>
                <a:cs typeface="Noto Sans Kr"/>
              </a:rPr>
              <a:t>실제 원인을 다른 가설과 구별해주세요.</a:t>
            </a:r>
          </a:p>
        </p:txBody>
      </p:sp>
      <p:graphicFrame>
        <p:nvGraphicFramePr>
          <p:cNvPr id="10" name="">
            <a:extLst xmlns:a="http://schemas.openxmlformats.org/drawingml/2006/main">
              <a:ext uri="{FF2B5EF4-FFF2-40B4-BE49-F238E27FC236}">
                <a16:creationId xmlns:a16="http://schemas.microsoft.com/office/drawing/2014/main" id="{8DC5CCA0-FF37-4D95-882E-81A56BEA168E}"/>
              </a:ext>
            </a:extLst>
          </p:cNvPr>
          <p:cNvGraphicFramePr/>
          <p:nvPr/>
        </p:nvGraphicFramePr>
        <p:xfrm>
          <a:off xmlns:a="http://schemas.openxmlformats.org/drawingml/2006/main" x="1143000" y="4667250"/>
          <a:ext xmlns:a="http://schemas.openxmlformats.org/drawingml/2006/main" cx="16002000" cy="3276600"/>
        </p:xfrm>
        <a:graphic xmlns:a="http://schemas.openxmlformats.org/drawingml/2006/main">
          <a:graphicData uri="http://schemas.openxmlformats.org/drawingml/2006/table">
            <a:tbl>
              <a:tblPr firstRow="0" bandRow="0"/>
              <a:tblGrid>
                <a:gridCol w="8001000"/>
                <a:gridCol w="8001000"/>
              </a:tblGrid>
              <a:tr h="609600">
                <a:tc>
                  <a:txBody>
                    <a:bodyPr/>
                    <a:lstStyle/>
                    <a:p>
                      <a:r>
                        <a:rPr sz="2175" b="1">
                          <a:solidFill>
                            <a:srgbClr val="FFFFFF"/>
                          </a:solidFill>
                          <a:latin typeface="Noto Sans Bold"/>
                          <a:ea typeface="Noto Sans Bold"/>
                          <a:cs typeface="Noto Sans Bold"/>
                        </a:rPr>
                        <a:t>실행 A · 배치 가설 지지</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75" b="1">
                          <a:solidFill>
                            <a:srgbClr val="FFFFFF"/>
                          </a:solidFill>
                          <a:latin typeface="Noto Sans Bold"/>
                          <a:ea typeface="Noto Sans Bold"/>
                          <a:cs typeface="Noto Sans Bold"/>
                        </a:rPr>
                        <a:t>실행 B · 요청량 가설 지지</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447800">
                <a:tc>
                  <a:txBody>
                    <a:bodyPr/>
                    <a:lstStyle/>
                    <a:p>
                      <a:r>
                        <a:rPr sz="2250">
                          <a:solidFill>
                            <a:srgbClr val="122C46"/>
                          </a:solidFill>
                          <a:latin typeface="Noto Sans Kr"/>
                          <a:ea typeface="Noto Sans Kr"/>
                          <a:cs typeface="Noto Sans Kr"/>
                        </a:rPr>
                        <a:t>추가 관측</a:t>
                      </a:r>
                    </a:p>
                    <a:p>
                      <a:r>
                        <a:rPr sz="2250">
                          <a:solidFill>
                            <a:srgbClr val="122C46"/>
                          </a:solidFill>
                          <a:latin typeface="Noto Sans Kr"/>
                          <a:ea typeface="Noto Sans Kr"/>
                          <a:cs typeface="Noto Sans Kr"/>
                        </a:rPr>
                        <a:t>배치 CPU 기여 86% · 중복 작업 2건</a:t>
                      </a:r>
                    </a:p>
                    <a:p>
                      <a:r>
                        <a:rPr sz="2250">
                          <a:solidFill>
                            <a:srgbClr val="122C46"/>
                          </a:solidFill>
                          <a:latin typeface="Noto Sans Kr"/>
                          <a:ea typeface="Noto Sans Kr"/>
                          <a:cs typeface="Noto Sans Kr"/>
                        </a:rPr>
                        <a:t>실행 겹침 4분</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추가 관측</a:t>
                      </a:r>
                    </a:p>
                    <a:p>
                      <a:r>
                        <a:rPr sz="2250">
                          <a:solidFill>
                            <a:srgbClr val="122C46"/>
                          </a:solidFill>
                          <a:latin typeface="Noto Sans Kr"/>
                          <a:ea typeface="Noto Sans Kr"/>
                          <a:cs typeface="Noto Sans Kr"/>
                        </a:rPr>
                        <a:t>배치 CPU 기여 5% · 요청 처리 88%</a:t>
                      </a:r>
                    </a:p>
                    <a:p>
                      <a:r>
                        <a:rPr sz="2250">
                          <a:solidFill>
                            <a:srgbClr val="122C46"/>
                          </a:solidFill>
                          <a:latin typeface="Noto Sans Kr"/>
                          <a:ea typeface="Noto Sans Kr"/>
                          <a:cs typeface="Noto Sans Kr"/>
                        </a:rPr>
                        <a:t>요청량 100 → 320 RPS (3.20배)</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219200">
                <a:tc>
                  <a:txBody>
                    <a:bodyPr/>
                    <a:lstStyle/>
                    <a:p>
                      <a:r>
                        <a:rPr sz="2250" b="1">
                          <a:solidFill>
                            <a:srgbClr val="087F7A"/>
                          </a:solidFill>
                          <a:latin typeface="Noto Sans Bold"/>
                          <a:ea typeface="Noto Sans Bold"/>
                          <a:cs typeface="Noto Sans Bold"/>
                        </a:rPr>
                        <a:t>실제 답변 발췌</a:t>
                      </a:r>
                    </a:p>
                    <a:p>
                      <a:r>
                        <a:rPr sz="2250" b="1">
                          <a:solidFill>
                            <a:srgbClr val="087F7A"/>
                          </a:solidFill>
                          <a:latin typeface="Noto Sans Bold"/>
                          <a:ea typeface="Noto Sans Bold"/>
                          <a:cs typeface="Noto Sans Bold"/>
                        </a:rPr>
                        <a:t>중복 배치 작업의 CPU 점유 (교차 지지)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b="1">
                          <a:solidFill>
                            <a:srgbClr val="2B5BEB"/>
                          </a:solidFill>
                          <a:latin typeface="Noto Sans Bold"/>
                          <a:ea typeface="Noto Sans Bold"/>
                          <a:cs typeface="Noto Sans Bold"/>
                        </a:rPr>
                        <a:t>실제 답변 발췌</a:t>
                      </a:r>
                    </a:p>
                    <a:p>
                      <a:r>
                        <a:rPr sz="2250" b="1">
                          <a:solidFill>
                            <a:srgbClr val="2B5BEB"/>
                          </a:solidFill>
                          <a:latin typeface="Noto Sans Bold"/>
                          <a:ea typeface="Noto Sans Bold"/>
                          <a:cs typeface="Noto Sans Bold"/>
                        </a:rPr>
                        <a:t>요청량 증가에 따른 CPU 점유 (교차 지지)</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11" name="actual-investigation-counts">
            <a:extLst xmlns:a="http://schemas.openxmlformats.org/drawingml/2006/main">
              <a:ext uri="{FF2B5EF4-FFF2-40B4-BE49-F238E27FC236}">
                <a16:creationId xmlns:a16="http://schemas.microsoft.com/office/drawing/2014/main" id="{6C486CAD-DD7A-48A6-BD9C-D3D33E5BC631}"/>
              </a:ext>
            </a:extLst>
          </p:cNvPr>
          <p:cNvSpPr>
            <a:spLocks xmlns:a="http://schemas.openxmlformats.org/drawingml/2006/main" noGrp="1"/>
          </p:cNvSpPr>
          <p:nvPr/>
        </p:nvSpPr>
        <p:spPr>
          <a:xfrm xmlns:a="http://schemas.openxmlformats.org/drawingml/2006/main">
            <a:off x="1143000" y="8258175"/>
            <a:ext cx="1600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실제 추가 조회: 배치 사례 3회 / 요청량 사례 2회 후 종료</a:t>
            </a:r>
          </a:p>
        </p:txBody>
      </p:sp>
    </p:spTree>
    <p:extLst>
      <p:ext uri="{BB962C8B-B14F-4D97-AF65-F5344CB8AC3E}">
        <p14:creationId xmlns:p14="http://schemas.microsoft.com/office/powerpoint/2010/main" val="1658824810"/>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2" name="section-label">
            <a:extLst xmlns:a="http://schemas.openxmlformats.org/drawingml/2006/main">
              <a:ext uri="{FF2B5EF4-FFF2-40B4-BE49-F238E27FC236}">
                <a16:creationId xmlns:a16="http://schemas.microsoft.com/office/drawing/2014/main" id="{09C1F578-525A-4070-8A2A-E61A0B41177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핵심 기능: 처리 절차</a:t>
            </a:r>
          </a:p>
        </p:txBody>
      </p:sp>
      <p:sp>
        <p:nvSpPr>
          <p:cNvPr id="2" name="page-number">
            <a:extLst xmlns:a="http://schemas.openxmlformats.org/drawingml/2006/main">
              <a:ext uri="{FF2B5EF4-FFF2-40B4-BE49-F238E27FC236}">
                <a16:creationId xmlns:a16="http://schemas.microsoft.com/office/drawing/2014/main" id="{61A1FB7E-1E58-4354-968E-E714598FD5A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04 / 08</a:t>
            </a:r>
          </a:p>
        </p:txBody>
      </p:sp>
      <p:sp>
        <p:nvSpPr>
          <p:cNvPr id="3" name="slide-title">
            <a:extLst xmlns:a="http://schemas.openxmlformats.org/drawingml/2006/main">
              <a:ext uri="{FF2B5EF4-FFF2-40B4-BE49-F238E27FC236}">
                <a16:creationId xmlns:a16="http://schemas.microsoft.com/office/drawing/2014/main" id="{37E778E5-A74C-4826-9292-D4C7B94A8D23}"/>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가설 조사 절차와 실행 기록</a:t>
            </a:r>
          </a:p>
        </p:txBody>
      </p:sp>
      <p:sp>
        <p:nvSpPr>
          <p:cNvPr id="4" name="slide-subtitle">
            <a:extLst xmlns:a="http://schemas.openxmlformats.org/drawingml/2006/main">
              <a:ext uri="{FF2B5EF4-FFF2-40B4-BE49-F238E27FC236}">
                <a16:creationId xmlns:a16="http://schemas.microsoft.com/office/drawing/2014/main" id="{53DE4FCE-4CD2-4EDF-ADC7-B01009A91C0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질문 선택은 LLM이, 조건 대조와 종료 판단은 코드가 담당합니다.</a:t>
            </a:r>
          </a:p>
        </p:txBody>
      </p:sp>
      <p:sp>
        <p:nvSpPr>
          <p:cNvPr id="5" name="scope-note">
            <a:extLst xmlns:a="http://schemas.openxmlformats.org/drawingml/2006/main">
              <a:ext uri="{FF2B5EF4-FFF2-40B4-BE49-F238E27FC236}">
                <a16:creationId xmlns:a16="http://schemas.microsoft.com/office/drawing/2014/main" id="{F8BA00F1-EF73-44B5-8776-D19FBE36E9D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추가 조회 최대 4회·동일 5분 구간 / CPU 세 가설·교육용 합성 관측</a:t>
            </a:r>
          </a:p>
        </p:txBody>
      </p:sp>
      <p:cxnSp>
        <p:nvCxnSpPr>
          <p:cNvPr id="6" name="footer-rule">
            <a:extLst xmlns:a="http://schemas.openxmlformats.org/drawingml/2006/main">
              <a:ext uri="{FF2B5EF4-FFF2-40B4-BE49-F238E27FC236}">
                <a16:creationId xmlns:a16="http://schemas.microsoft.com/office/drawing/2014/main" id="{0E30B428-23FB-4982-8F9C-9122E68DD724}"/>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866ACA18-18B9-4340-9785-A444C0D5E26A}"/>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step-0">
            <a:extLst xmlns:a="http://schemas.openxmlformats.org/drawingml/2006/main">
              <a:ext uri="{FF2B5EF4-FFF2-40B4-BE49-F238E27FC236}">
                <a16:creationId xmlns:a16="http://schemas.microsoft.com/office/drawing/2014/main" id="{B8D32B91-BABF-4B68-BFFE-0A6CE6FDBB10}"/>
              </a:ext>
            </a:extLst>
          </p:cNvPr>
          <p:cNvSpPr>
            <a:spLocks xmlns:a="http://schemas.openxmlformats.org/drawingml/2006/main" noGrp="1"/>
          </p:cNvSpPr>
          <p:nvPr/>
        </p:nvSpPr>
        <p:spPr>
          <a:xfrm xmlns:a="http://schemas.openxmlformats.org/drawingml/2006/main">
            <a:off x="1143000" y="33718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01</a:t>
            </a:r>
          </a:p>
        </p:txBody>
      </p:sp>
      <p:sp>
        <p:nvSpPr>
          <p:cNvPr id="9" name="step-title-0">
            <a:extLst xmlns:a="http://schemas.openxmlformats.org/drawingml/2006/main">
              <a:ext uri="{FF2B5EF4-FFF2-40B4-BE49-F238E27FC236}">
                <a16:creationId xmlns:a16="http://schemas.microsoft.com/office/drawing/2014/main" id="{0E051263-A143-4BAD-9ED6-7C808DB0032C}"/>
              </a:ext>
            </a:extLst>
          </p:cNvPr>
          <p:cNvSpPr>
            <a:spLocks xmlns:a="http://schemas.openxmlformats.org/drawingml/2006/main" noGrp="1"/>
          </p:cNvSpPr>
          <p:nvPr/>
        </p:nvSpPr>
        <p:spPr>
          <a:xfrm xmlns:a="http://schemas.openxmlformats.org/drawingml/2006/main">
            <a:off x="2190750" y="33718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판정 기준 고정</a:t>
            </a:r>
          </a:p>
        </p:txBody>
      </p:sp>
      <p:sp>
        <p:nvSpPr>
          <p:cNvPr id="10" name="step-description-0">
            <a:extLst xmlns:a="http://schemas.openxmlformats.org/drawingml/2006/main">
              <a:ext uri="{FF2B5EF4-FFF2-40B4-BE49-F238E27FC236}">
                <a16:creationId xmlns:a16="http://schemas.microsoft.com/office/drawing/2014/main" id="{949BD782-10EC-4928-9B58-73735EAF6437}"/>
              </a:ext>
            </a:extLst>
          </p:cNvPr>
          <p:cNvSpPr>
            <a:spLocks xmlns:a="http://schemas.openxmlformats.org/drawingml/2006/main" noGrp="1"/>
          </p:cNvSpPr>
          <p:nvPr/>
        </p:nvSpPr>
        <p:spPr>
          <a:xfrm xmlns:a="http://schemas.openxmlformats.org/drawingml/2006/main">
            <a:off x="2190750" y="39624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예: CPU 기여 70% 이상이면 지지</a:t>
            </a:r>
          </a:p>
        </p:txBody>
      </p:sp>
      <p:sp>
        <p:nvSpPr>
          <p:cNvPr id="11" name="step-1">
            <a:extLst xmlns:a="http://schemas.openxmlformats.org/drawingml/2006/main">
              <a:ext uri="{FF2B5EF4-FFF2-40B4-BE49-F238E27FC236}">
                <a16:creationId xmlns:a16="http://schemas.microsoft.com/office/drawing/2014/main" id="{28F2DDE5-C098-4196-98AE-861153B804A9}"/>
              </a:ext>
            </a:extLst>
          </p:cNvPr>
          <p:cNvSpPr>
            <a:spLocks xmlns:a="http://schemas.openxmlformats.org/drawingml/2006/main" noGrp="1"/>
          </p:cNvSpPr>
          <p:nvPr/>
        </p:nvSpPr>
        <p:spPr>
          <a:xfrm xmlns:a="http://schemas.openxmlformats.org/drawingml/2006/main">
            <a:off x="1143000" y="45720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02</a:t>
            </a:r>
          </a:p>
        </p:txBody>
      </p:sp>
      <p:sp>
        <p:nvSpPr>
          <p:cNvPr id="12" name="step-title-1">
            <a:extLst xmlns:a="http://schemas.openxmlformats.org/drawingml/2006/main">
              <a:ext uri="{FF2B5EF4-FFF2-40B4-BE49-F238E27FC236}">
                <a16:creationId xmlns:a16="http://schemas.microsoft.com/office/drawing/2014/main" id="{78D56F5F-CA1A-4F81-A992-0D9F7908A279}"/>
              </a:ext>
            </a:extLst>
          </p:cNvPr>
          <p:cNvSpPr>
            <a:spLocks xmlns:a="http://schemas.openxmlformats.org/drawingml/2006/main" noGrp="1"/>
          </p:cNvSpPr>
          <p:nvPr/>
        </p:nvSpPr>
        <p:spPr>
          <a:xfrm xmlns:a="http://schemas.openxmlformats.org/drawingml/2006/main">
            <a:off x="2190750" y="45720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관측 선택·수집</a:t>
            </a:r>
          </a:p>
        </p:txBody>
      </p:sp>
      <p:sp>
        <p:nvSpPr>
          <p:cNvPr id="13" name="step-description-1">
            <a:extLst xmlns:a="http://schemas.openxmlformats.org/drawingml/2006/main">
              <a:ext uri="{FF2B5EF4-FFF2-40B4-BE49-F238E27FC236}">
                <a16:creationId xmlns:a16="http://schemas.microsoft.com/office/drawing/2014/main" id="{5795C434-D998-4D9B-A529-4F86A66BE209}"/>
              </a:ext>
            </a:extLst>
          </p:cNvPr>
          <p:cNvSpPr>
            <a:spLocks xmlns:a="http://schemas.openxmlformats.org/drawingml/2006/main" noGrp="1"/>
          </p:cNvSpPr>
          <p:nvPr/>
        </p:nvSpPr>
        <p:spPr>
          <a:xfrm xmlns:a="http://schemas.openxmlformats.org/drawingml/2006/main">
            <a:off x="2190750" y="51625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LLM 질문 선택, MCP 읽기 전용 조회</a:t>
            </a:r>
          </a:p>
        </p:txBody>
      </p:sp>
      <p:sp>
        <p:nvSpPr>
          <p:cNvPr id="14" name="step-2">
            <a:extLst xmlns:a="http://schemas.openxmlformats.org/drawingml/2006/main">
              <a:ext uri="{FF2B5EF4-FFF2-40B4-BE49-F238E27FC236}">
                <a16:creationId xmlns:a16="http://schemas.microsoft.com/office/drawing/2014/main" id="{2A33D203-7A67-4C6A-92A8-6FB598FCB385}"/>
              </a:ext>
            </a:extLst>
          </p:cNvPr>
          <p:cNvSpPr>
            <a:spLocks xmlns:a="http://schemas.openxmlformats.org/drawingml/2006/main" noGrp="1"/>
          </p:cNvSpPr>
          <p:nvPr/>
        </p:nvSpPr>
        <p:spPr>
          <a:xfrm xmlns:a="http://schemas.openxmlformats.org/drawingml/2006/main">
            <a:off x="1143000" y="57721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03</a:t>
            </a:r>
          </a:p>
        </p:txBody>
      </p:sp>
      <p:sp>
        <p:nvSpPr>
          <p:cNvPr id="15" name="step-title-2">
            <a:extLst xmlns:a="http://schemas.openxmlformats.org/drawingml/2006/main">
              <a:ext uri="{FF2B5EF4-FFF2-40B4-BE49-F238E27FC236}">
                <a16:creationId xmlns:a16="http://schemas.microsoft.com/office/drawing/2014/main" id="{44BE5C94-5E7E-406C-85F9-397805D97ED9}"/>
              </a:ext>
            </a:extLst>
          </p:cNvPr>
          <p:cNvSpPr>
            <a:spLocks xmlns:a="http://schemas.openxmlformats.org/drawingml/2006/main" noGrp="1"/>
          </p:cNvSpPr>
          <p:nvPr/>
        </p:nvSpPr>
        <p:spPr>
          <a:xfrm xmlns:a="http://schemas.openxmlformats.org/drawingml/2006/main">
            <a:off x="2190750" y="57721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판정·다음 조사</a:t>
            </a:r>
          </a:p>
        </p:txBody>
      </p:sp>
      <p:sp>
        <p:nvSpPr>
          <p:cNvPr id="16" name="step-description-2">
            <a:extLst xmlns:a="http://schemas.openxmlformats.org/drawingml/2006/main">
              <a:ext uri="{FF2B5EF4-FFF2-40B4-BE49-F238E27FC236}">
                <a16:creationId xmlns:a16="http://schemas.microsoft.com/office/drawing/2014/main" id="{3219BDBD-D456-41F8-9017-278A6D23637F}"/>
              </a:ext>
            </a:extLst>
          </p:cNvPr>
          <p:cNvSpPr>
            <a:spLocks xmlns:a="http://schemas.openxmlformats.org/drawingml/2006/main" noGrp="1"/>
          </p:cNvSpPr>
          <p:nvPr/>
        </p:nvSpPr>
        <p:spPr>
          <a:xfrm xmlns:a="http://schemas.openxmlformats.org/drawingml/2006/main">
            <a:off x="2190750" y="63627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코드 대조 후 반복·종료·보류</a:t>
            </a:r>
          </a:p>
        </p:txBody>
      </p:sp>
      <p:sp>
        <p:nvSpPr>
          <p:cNvPr id="17" name="step-3">
            <a:extLst xmlns:a="http://schemas.openxmlformats.org/drawingml/2006/main">
              <a:ext uri="{FF2B5EF4-FFF2-40B4-BE49-F238E27FC236}">
                <a16:creationId xmlns:a16="http://schemas.microsoft.com/office/drawing/2014/main" id="{CDB81EEF-18E9-4351-A174-DE4EB74AE2BC}"/>
              </a:ext>
            </a:extLst>
          </p:cNvPr>
          <p:cNvSpPr>
            <a:spLocks xmlns:a="http://schemas.openxmlformats.org/drawingml/2006/main" noGrp="1"/>
          </p:cNvSpPr>
          <p:nvPr/>
        </p:nvSpPr>
        <p:spPr>
          <a:xfrm xmlns:a="http://schemas.openxmlformats.org/drawingml/2006/main">
            <a:off x="1143000" y="69723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04</a:t>
            </a:r>
          </a:p>
        </p:txBody>
      </p:sp>
      <p:sp>
        <p:nvSpPr>
          <p:cNvPr id="18" name="step-title-3">
            <a:extLst xmlns:a="http://schemas.openxmlformats.org/drawingml/2006/main">
              <a:ext uri="{FF2B5EF4-FFF2-40B4-BE49-F238E27FC236}">
                <a16:creationId xmlns:a16="http://schemas.microsoft.com/office/drawing/2014/main" id="{E3252209-3F64-4495-914C-8462B8442A7D}"/>
              </a:ext>
            </a:extLst>
          </p:cNvPr>
          <p:cNvSpPr>
            <a:spLocks xmlns:a="http://schemas.openxmlformats.org/drawingml/2006/main" noGrp="1"/>
          </p:cNvSpPr>
          <p:nvPr/>
        </p:nvSpPr>
        <p:spPr>
          <a:xfrm xmlns:a="http://schemas.openxmlformats.org/drawingml/2006/main">
            <a:off x="2190750" y="69723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보고서 근거 검증</a:t>
            </a:r>
          </a:p>
        </p:txBody>
      </p:sp>
      <p:sp>
        <p:nvSpPr>
          <p:cNvPr id="19" name="step-description-3">
            <a:extLst xmlns:a="http://schemas.openxmlformats.org/drawingml/2006/main">
              <a:ext uri="{FF2B5EF4-FFF2-40B4-BE49-F238E27FC236}">
                <a16:creationId xmlns:a16="http://schemas.microsoft.com/office/drawing/2014/main" id="{851E5AF6-22FC-40FB-80E2-00CC095055D4}"/>
              </a:ext>
            </a:extLst>
          </p:cNvPr>
          <p:cNvSpPr>
            <a:spLocks xmlns:a="http://schemas.openxmlformats.org/drawingml/2006/main" noGrp="1"/>
          </p:cNvSpPr>
          <p:nvPr/>
        </p:nvSpPr>
        <p:spPr>
          <a:xfrm xmlns:a="http://schemas.openxmlformats.org/drawingml/2006/main">
            <a:off x="2190750" y="75628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수치·출처·조치 검사, 작성 최대 3회</a:t>
            </a:r>
          </a:p>
        </p:txBody>
      </p:sp>
      <p:pic>
        <p:nvPicPr>
          <p:cNvPr id="20" name="">
            <a:extLst xmlns:a="http://schemas.openxmlformats.org/drawingml/2006/main">
              <a:ext uri="{FF2B5EF4-FFF2-40B4-BE49-F238E27FC236}">
                <a16:creationId xmlns:a16="http://schemas.microsoft.com/office/drawing/2014/main" id="{AB1C9F5B-A610-4571-A9D1-C42D8B0B160F}"/>
              </a:ext>
            </a:extLst>
          </p:cNvPr>
          <p:cNvPicPr>
            <a:picLocks xmlns:a="http://schemas.openxmlformats.org/drawingml/2006/main" noChangeAspect="1"/>
          </p:cNvPicPr>
          <p:nvPr/>
        </p:nvPicPr>
        <p:blipFill>
          <a:blip xmlns:r="http://schemas.openxmlformats.org/officeDocument/2006/relationships" xmlns:a="http://schemas.openxmlformats.org/drawingml/2006/main" r:embed="R1d16bbf28cc04a69"/>
          <a:srcRect xmlns:a="http://schemas.openxmlformats.org/drawingml/2006/main" l="19000" t="41000" r="24000" b="9000"/>
          <a:stretch xmlns:a="http://schemas.openxmlformats.org/drawingml/2006/main"/>
        </p:blipFill>
        <p:spPr>
          <a:xfrm xmlns:a="http://schemas.openxmlformats.org/drawingml/2006/main">
            <a:off x="8572500" y="3371850"/>
            <a:ext cx="8572500" cy="4229852"/>
          </a:xfrm>
          <a:prstGeom xmlns:a="http://schemas.openxmlformats.org/drawingml/2006/main" prst="rect">
            <a:avLst/>
          </a:prstGeom>
        </p:spPr>
      </p:pic>
      <p:sp>
        <p:nvSpPr>
          <p:cNvPr id="21" name="investigation-result">
            <a:extLst xmlns:a="http://schemas.openxmlformats.org/drawingml/2006/main">
              <a:ext uri="{FF2B5EF4-FFF2-40B4-BE49-F238E27FC236}">
                <a16:creationId xmlns:a16="http://schemas.microsoft.com/office/drawing/2014/main" id="{FF6B34C6-3254-493B-A186-4E4095AA2F71}"/>
              </a:ext>
            </a:extLst>
          </p:cNvPr>
          <p:cNvSpPr>
            <a:spLocks xmlns:a="http://schemas.openxmlformats.org/drawingml/2006/main" noGrp="1"/>
          </p:cNvSpPr>
          <p:nvPr/>
        </p:nvSpPr>
        <p:spPr>
          <a:xfrm xmlns:a="http://schemas.openxmlformats.org/drawingml/2006/main">
            <a:off x="8572500" y="7848600"/>
            <a:ext cx="8572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1">
                <a:solidFill>
                  <a:srgbClr val="087F7A"/>
                </a:solidFill>
                <a:latin typeface="Noto Sans Bold"/>
                <a:ea typeface="Noto Sans Bold"/>
                <a:cs typeface="Noto Sans Bold"/>
              </a:defRPr>
            </a:defPPr>
            <a:lvl1pPr algn="l">
              <a:buNone/>
              <a:defRPr sz="2100" b="1">
                <a:solidFill>
                  <a:srgbClr val="087F7A"/>
                </a:solidFill>
                <a:latin typeface="Noto Sans Bold"/>
                <a:ea typeface="Noto Sans Bold"/>
                <a:cs typeface="Noto Sans Bold"/>
              </a:defRPr>
            </a:lvl1pPr>
            <a:lvl2pPr algn="l">
              <a:buNone/>
              <a:defRPr sz="2100" b="1">
                <a:solidFill>
                  <a:srgbClr val="087F7A"/>
                </a:solidFill>
                <a:latin typeface="Noto Sans Bold"/>
                <a:ea typeface="Noto Sans Bold"/>
                <a:cs typeface="Noto Sans Bold"/>
              </a:defRPr>
            </a:lvl2pPr>
            <a:lvl3pPr algn="l">
              <a:buNone/>
              <a:defRPr sz="2100" b="1">
                <a:solidFill>
                  <a:srgbClr val="087F7A"/>
                </a:solidFill>
                <a:latin typeface="Noto Sans Bold"/>
                <a:ea typeface="Noto Sans Bold"/>
                <a:cs typeface="Noto Sans Bold"/>
              </a:defRPr>
            </a:lvl3pPr>
            <a:lvl4pPr algn="l">
              <a:buNone/>
              <a:defRPr sz="2100" b="1">
                <a:solidFill>
                  <a:srgbClr val="087F7A"/>
                </a:solidFill>
                <a:latin typeface="Noto Sans Bold"/>
                <a:ea typeface="Noto Sans Bold"/>
                <a:cs typeface="Noto Sans Bold"/>
              </a:defRPr>
            </a:lvl4pPr>
            <a:lvl5pPr algn="l">
              <a:buNone/>
              <a:defRPr sz="2100" b="1">
                <a:solidFill>
                  <a:srgbClr val="087F7A"/>
                </a:solidFill>
                <a:latin typeface="Noto Sans Bold"/>
                <a:ea typeface="Noto Sans Bold"/>
                <a:cs typeface="Noto Sans Bold"/>
              </a:defRPr>
            </a:lvl5pPr>
            <a:lvl6pPr algn="l">
              <a:buNone/>
              <a:defRPr sz="2100" b="1">
                <a:solidFill>
                  <a:srgbClr val="087F7A"/>
                </a:solidFill>
                <a:latin typeface="Noto Sans Bold"/>
                <a:ea typeface="Noto Sans Bold"/>
                <a:cs typeface="Noto Sans Bold"/>
              </a:defRPr>
            </a:lvl6pPr>
            <a:lvl7pPr algn="l">
              <a:buNone/>
              <a:defRPr sz="2100" b="1">
                <a:solidFill>
                  <a:srgbClr val="087F7A"/>
                </a:solidFill>
                <a:latin typeface="Noto Sans Bold"/>
                <a:ea typeface="Noto Sans Bold"/>
                <a:cs typeface="Noto Sans Bold"/>
              </a:defRPr>
            </a:lvl7pPr>
            <a:lvl8pPr algn="l">
              <a:buNone/>
              <a:defRPr sz="2100" b="1">
                <a:solidFill>
                  <a:srgbClr val="087F7A"/>
                </a:solidFill>
                <a:latin typeface="Noto Sans Bold"/>
                <a:ea typeface="Noto Sans Bold"/>
                <a:cs typeface="Noto Sans Bold"/>
              </a:defRPr>
            </a:lvl8pPr>
            <a:lvl9pPr algn="l">
              <a:buNone/>
              <a:defRPr sz="2100" b="1">
                <a:solidFill>
                  <a:srgbClr val="087F7A"/>
                </a:solidFill>
                <a:latin typeface="Noto Sans Bold"/>
                <a:ea typeface="Noto Sans Bold"/>
                <a:cs typeface="Noto Sans Bold"/>
              </a:defRPr>
            </a:lvl9pPr>
          </a:lstStyle>
          <a:p xmlns:a="http://schemas.openxmlformats.org/drawingml/2006/main">
            <a:pPr algn="l">
              <a:buNone/>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실제 실행: 1차 CPU 귀속 / 2차 요청량 구간 조회</a:t>
            </a:r>
          </a:p>
          <a:p xmlns:a="http://schemas.openxmlformats.org/drawingml/2006/main">
            <a:pPr algn="l">
              <a:buNone/>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종료 이유: 교차 지지와 경쟁 가설 반증 확보</a:t>
            </a:r>
          </a:p>
        </p:txBody>
      </p:sp>
    </p:spTree>
    <p:extLst>
      <p:ext uri="{BB962C8B-B14F-4D97-AF65-F5344CB8AC3E}">
        <p14:creationId xmlns:p14="http://schemas.microsoft.com/office/powerpoint/2010/main" val="881034510"/>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8" name="section-label">
            <a:extLst xmlns:a="http://schemas.openxmlformats.org/drawingml/2006/main">
              <a:ext uri="{FF2B5EF4-FFF2-40B4-BE49-F238E27FC236}">
                <a16:creationId xmlns:a16="http://schemas.microsoft.com/office/drawing/2014/main" id="{FBFFF3F4-435E-4A5A-94AF-D4A1C259B64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시스템 구조</a:t>
            </a:r>
          </a:p>
        </p:txBody>
      </p:sp>
      <p:sp>
        <p:nvSpPr>
          <p:cNvPr id="2" name="page-number">
            <a:extLst xmlns:a="http://schemas.openxmlformats.org/drawingml/2006/main">
              <a:ext uri="{FF2B5EF4-FFF2-40B4-BE49-F238E27FC236}">
                <a16:creationId xmlns:a16="http://schemas.microsoft.com/office/drawing/2014/main" id="{2A42092E-BFE0-41BE-9765-DFE9BC023E86}"/>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05 / 08</a:t>
            </a:r>
          </a:p>
        </p:txBody>
      </p:sp>
      <p:sp>
        <p:nvSpPr>
          <p:cNvPr id="3" name="slide-title">
            <a:extLst xmlns:a="http://schemas.openxmlformats.org/drawingml/2006/main">
              <a:ext uri="{FF2B5EF4-FFF2-40B4-BE49-F238E27FC236}">
                <a16:creationId xmlns:a16="http://schemas.microsoft.com/office/drawing/2014/main" id="{AA21CA17-1295-4583-855B-317ADE0BDB2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전체 아키텍처</a:t>
            </a:r>
          </a:p>
        </p:txBody>
      </p:sp>
      <p:sp>
        <p:nvSpPr>
          <p:cNvPr id="4" name="slide-subtitle">
            <a:extLst xmlns:a="http://schemas.openxmlformats.org/drawingml/2006/main">
              <a:ext uri="{FF2B5EF4-FFF2-40B4-BE49-F238E27FC236}">
                <a16:creationId xmlns:a16="http://schemas.microsoft.com/office/drawing/2014/main" id="{EA9AAEB2-A7DD-44BF-AEE1-C30B91A44C9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Supervisor가 전문 조회·추가 조사를 조정하고, 진행 상황과 근거를 기록합니다.</a:t>
            </a:r>
          </a:p>
        </p:txBody>
      </p:sp>
      <p:sp>
        <p:nvSpPr>
          <p:cNvPr id="5" name="scope-note">
            <a:extLst xmlns:a="http://schemas.openxmlformats.org/drawingml/2006/main">
              <a:ext uri="{FF2B5EF4-FFF2-40B4-BE49-F238E27FC236}">
                <a16:creationId xmlns:a16="http://schemas.microsoft.com/office/drawing/2014/main" id="{1B6BB165-A58D-4586-8347-7747AE098F1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실제 LLM 연결 / 지표·로그·추가 관측은 교육용 합성 데이터</a:t>
            </a:r>
          </a:p>
        </p:txBody>
      </p:sp>
      <p:cxnSp>
        <p:nvCxnSpPr>
          <p:cNvPr id="6" name="footer-rule">
            <a:extLst xmlns:a="http://schemas.openxmlformats.org/drawingml/2006/main">
              <a:ext uri="{FF2B5EF4-FFF2-40B4-BE49-F238E27FC236}">
                <a16:creationId xmlns:a16="http://schemas.microsoft.com/office/drawing/2014/main" id="{341A7BD7-5CE5-4619-A922-F8022C186BDC}"/>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9E71FA80-2858-4AD6-BB19-7588A5D4D05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cxnSp>
        <p:nvCxnSpPr>
          <p:cNvPr id="8" name="architecture-link">
            <a:extLst xmlns:a="http://schemas.openxmlformats.org/drawingml/2006/main">
              <a:ext uri="{FF2B5EF4-FFF2-40B4-BE49-F238E27FC236}">
                <a16:creationId xmlns:a16="http://schemas.microsoft.com/office/drawing/2014/main" id="{C77D24FD-1CA6-4ADB-8E48-588BD1023FBC}"/>
              </a:ext>
            </a:extLst>
          </p:cNvPr>
          <p:cNvCxnSpPr/>
          <p:nvPr/>
        </p:nvCxnSpPr>
        <p:spPr>
          <a:xfrm xmlns:a="http://schemas.openxmlformats.org/drawingml/2006/main">
            <a:off x="4572000" y="5286375"/>
            <a:ext cx="1619250" cy="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9" name="architecture-link">
            <a:extLst xmlns:a="http://schemas.openxmlformats.org/drawingml/2006/main">
              <a:ext uri="{FF2B5EF4-FFF2-40B4-BE49-F238E27FC236}">
                <a16:creationId xmlns:a16="http://schemas.microsoft.com/office/drawing/2014/main" id="{7549AAD0-17BD-4262-A9E9-B7F5AF773F98}"/>
              </a:ext>
            </a:extLst>
          </p:cNvPr>
          <p:cNvCxnSpPr/>
          <p:nvPr/>
        </p:nvCxnSpPr>
        <p:spPr>
          <a:xfrm xmlns:a="http://schemas.openxmlformats.org/drawingml/2006/main">
            <a:off x="4572000" y="5953125"/>
            <a:ext cx="1619250" cy="0"/>
          </a:xfrm>
          <a:prstGeom xmlns:a="http://schemas.openxmlformats.org/drawingml/2006/main" prst="straightConnector1">
            <a:avLst/>
          </a:prstGeom>
          <a:ln xmlns:a="http://schemas.openxmlformats.org/drawingml/2006/main" w="28575">
            <a:solidFill>
              <a:srgbClr val="2B5BEB"/>
            </a:solidFill>
            <a:headEnd type="triangle" w="med" len="med"/>
          </a:ln>
        </p:spPr>
      </p:cxnSp>
      <p:sp>
        <p:nvSpPr>
          <p:cNvPr id="10" name="http-label">
            <a:extLst xmlns:a="http://schemas.openxmlformats.org/drawingml/2006/main">
              <a:ext uri="{FF2B5EF4-FFF2-40B4-BE49-F238E27FC236}">
                <a16:creationId xmlns:a16="http://schemas.microsoft.com/office/drawing/2014/main" id="{FDDBA362-6185-47FF-B4F5-ADCE5FA8C2EE}"/>
              </a:ext>
            </a:extLst>
          </p:cNvPr>
          <p:cNvSpPr>
            <a:spLocks xmlns:a="http://schemas.openxmlformats.org/drawingml/2006/main" noGrp="1"/>
          </p:cNvSpPr>
          <p:nvPr/>
        </p:nvSpPr>
        <p:spPr>
          <a:xfrm xmlns:a="http://schemas.openxmlformats.org/drawingml/2006/main">
            <a:off x="4714875" y="4810125"/>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HTTP</a:t>
            </a:r>
          </a:p>
        </p:txBody>
      </p:sp>
      <p:sp>
        <p:nvSpPr>
          <p:cNvPr id="11" name="sse-label">
            <a:extLst xmlns:a="http://schemas.openxmlformats.org/drawingml/2006/main">
              <a:ext uri="{FF2B5EF4-FFF2-40B4-BE49-F238E27FC236}">
                <a16:creationId xmlns:a16="http://schemas.microsoft.com/office/drawing/2014/main" id="{923CC24F-5325-4F8C-BE51-437A4AB6111C}"/>
              </a:ext>
            </a:extLst>
          </p:cNvPr>
          <p:cNvSpPr>
            <a:spLocks xmlns:a="http://schemas.openxmlformats.org/drawingml/2006/main" noGrp="1"/>
          </p:cNvSpPr>
          <p:nvPr/>
        </p:nvSpPr>
        <p:spPr>
          <a:xfrm xmlns:a="http://schemas.openxmlformats.org/drawingml/2006/main">
            <a:off x="4714875" y="6115050"/>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SSE</a:t>
            </a:r>
          </a:p>
        </p:txBody>
      </p:sp>
      <p:cxnSp>
        <p:nvCxnSpPr>
          <p:cNvPr id="12" name="architecture-link">
            <a:extLst xmlns:a="http://schemas.openxmlformats.org/drawingml/2006/main">
              <a:ext uri="{FF2B5EF4-FFF2-40B4-BE49-F238E27FC236}">
                <a16:creationId xmlns:a16="http://schemas.microsoft.com/office/drawing/2014/main" id="{05D2CF16-EED3-48A3-9DD3-711E010C193F}"/>
              </a:ext>
            </a:extLst>
          </p:cNvPr>
          <p:cNvCxnSpPr/>
          <p:nvPr/>
        </p:nvCxnSpPr>
        <p:spPr>
          <a:xfrm xmlns:a="http://schemas.openxmlformats.org/drawingml/2006/main">
            <a:off x="9906000" y="5619750"/>
            <a:ext cx="1524000" cy="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3" name="orchestration-label">
            <a:extLst xmlns:a="http://schemas.openxmlformats.org/drawingml/2006/main">
              <a:ext uri="{FF2B5EF4-FFF2-40B4-BE49-F238E27FC236}">
                <a16:creationId xmlns:a16="http://schemas.microsoft.com/office/drawing/2014/main" id="{B8BC5225-D43D-4C04-B414-10B9028C4446}"/>
              </a:ext>
            </a:extLst>
          </p:cNvPr>
          <p:cNvSpPr>
            <a:spLocks xmlns:a="http://schemas.openxmlformats.org/drawingml/2006/main" noGrp="1"/>
          </p:cNvSpPr>
          <p:nvPr/>
        </p:nvSpPr>
        <p:spPr>
          <a:xfrm xmlns:a="http://schemas.openxmlformats.org/drawingml/2006/main">
            <a:off x="10048875" y="5095875"/>
            <a:ext cx="123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조정</a:t>
            </a:r>
          </a:p>
        </p:txBody>
      </p:sp>
      <p:cxnSp>
        <p:nvCxnSpPr>
          <p:cNvPr id="14" name="architecture-link">
            <a:extLst xmlns:a="http://schemas.openxmlformats.org/drawingml/2006/main">
              <a:ext uri="{FF2B5EF4-FFF2-40B4-BE49-F238E27FC236}">
                <a16:creationId xmlns:a16="http://schemas.microsoft.com/office/drawing/2014/main" id="{89DC51EA-D715-4184-95D4-7A1441837884}"/>
              </a:ext>
            </a:extLst>
          </p:cNvPr>
          <p:cNvCxnSpPr/>
          <p:nvPr/>
        </p:nvCxnSpPr>
        <p:spPr>
          <a:xfrm xmlns:a="http://schemas.openxmlformats.org/drawingml/2006/main">
            <a:off x="12763500" y="4191000"/>
            <a:ext cx="0" cy="571500"/>
          </a:xfrm>
          <a:prstGeom xmlns:a="http://schemas.openxmlformats.org/drawingml/2006/main" prst="straightConnector1">
            <a:avLst/>
          </a:prstGeom>
          <a:ln xmlns:a="http://schemas.openxmlformats.org/drawingml/2006/main" w="28575">
            <a:solidFill>
              <a:srgbClr val="2B5BEB"/>
            </a:solidFill>
            <a:headEnd type="triangle" w="med" len="med"/>
          </a:ln>
        </p:spPr>
      </p:cxnSp>
      <p:cxnSp>
        <p:nvCxnSpPr>
          <p:cNvPr id="15" name="architecture-link">
            <a:extLst xmlns:a="http://schemas.openxmlformats.org/drawingml/2006/main">
              <a:ext uri="{FF2B5EF4-FFF2-40B4-BE49-F238E27FC236}">
                <a16:creationId xmlns:a16="http://schemas.microsoft.com/office/drawing/2014/main" id="{F63722EE-32BA-4E89-BC4A-5BCF7DA19893}"/>
              </a:ext>
            </a:extLst>
          </p:cNvPr>
          <p:cNvCxnSpPr/>
          <p:nvPr/>
        </p:nvCxnSpPr>
        <p:spPr>
          <a:xfrm xmlns:a="http://schemas.openxmlformats.org/drawingml/2006/main">
            <a:off x="15811500" y="4191000"/>
            <a:ext cx="0" cy="571500"/>
          </a:xfrm>
          <a:prstGeom xmlns:a="http://schemas.openxmlformats.org/drawingml/2006/main" prst="straightConnector1">
            <a:avLst/>
          </a:prstGeom>
          <a:ln xmlns:a="http://schemas.openxmlformats.org/drawingml/2006/main" w="28575">
            <a:solidFill>
              <a:srgbClr val="7659BD"/>
            </a:solidFill>
            <a:prstDash val="dash"/>
            <a:headEnd type="triangle" w="med" len="med"/>
          </a:ln>
        </p:spPr>
      </p:cxnSp>
      <p:cxnSp>
        <p:nvCxnSpPr>
          <p:cNvPr id="16" name="architecture-link">
            <a:extLst xmlns:a="http://schemas.openxmlformats.org/drawingml/2006/main">
              <a:ext uri="{FF2B5EF4-FFF2-40B4-BE49-F238E27FC236}">
                <a16:creationId xmlns:a16="http://schemas.microsoft.com/office/drawing/2014/main" id="{701D1B79-AB05-47AA-8BA1-D02F6CCFF53E}"/>
              </a:ext>
            </a:extLst>
          </p:cNvPr>
          <p:cNvCxnSpPr/>
          <p:nvPr/>
        </p:nvCxnSpPr>
        <p:spPr>
          <a:xfrm xmlns:a="http://schemas.openxmlformats.org/drawingml/2006/main">
            <a:off x="8048625"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7" name="architecture-link">
            <a:extLst xmlns:a="http://schemas.openxmlformats.org/drawingml/2006/main">
              <a:ext uri="{FF2B5EF4-FFF2-40B4-BE49-F238E27FC236}">
                <a16:creationId xmlns:a16="http://schemas.microsoft.com/office/drawing/2014/main" id="{037237E9-9A34-49FB-9510-8F11FEEFAA49}"/>
              </a:ext>
            </a:extLst>
          </p:cNvPr>
          <p:cNvCxnSpPr/>
          <p:nvPr/>
        </p:nvCxnSpPr>
        <p:spPr>
          <a:xfrm xmlns:a="http://schemas.openxmlformats.org/drawingml/2006/main">
            <a:off x="12763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8" name="architecture-link">
            <a:extLst xmlns:a="http://schemas.openxmlformats.org/drawingml/2006/main">
              <a:ext uri="{FF2B5EF4-FFF2-40B4-BE49-F238E27FC236}">
                <a16:creationId xmlns:a16="http://schemas.microsoft.com/office/drawing/2014/main" id="{D5AFD136-7DE4-414C-9C6E-F2757E03D3E5}"/>
              </a:ext>
            </a:extLst>
          </p:cNvPr>
          <p:cNvCxnSpPr/>
          <p:nvPr/>
        </p:nvCxnSpPr>
        <p:spPr>
          <a:xfrm xmlns:a="http://schemas.openxmlformats.org/drawingml/2006/main">
            <a:off x="15811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9" name="architecture-frontend">
            <a:extLst xmlns:a="http://schemas.openxmlformats.org/drawingml/2006/main">
              <a:ext uri="{FF2B5EF4-FFF2-40B4-BE49-F238E27FC236}">
                <a16:creationId xmlns:a16="http://schemas.microsoft.com/office/drawing/2014/main" id="{5BDEC6DF-8946-4001-B73B-606EA109F629}"/>
              </a:ext>
            </a:extLst>
          </p:cNvPr>
          <p:cNvSpPr>
            <a:spLocks xmlns:a="http://schemas.openxmlformats.org/drawingml/2006/main" noGrp="1"/>
          </p:cNvSpPr>
          <p:nvPr/>
        </p:nvSpPr>
        <p:spPr>
          <a:xfrm xmlns:a="http://schemas.openxmlformats.org/drawingml/2006/main">
            <a:off x="1143000" y="4762500"/>
            <a:ext cx="3429000" cy="1714500"/>
          </a:xfrm>
          <a:prstGeom xmlns:a="http://schemas.openxmlformats.org/drawingml/2006/main" prst="roundRect">
            <a:avLst>
              <a:gd name="adj" fmla="val 6667"/>
            </a:avLst>
          </a:prstGeom>
          <a:solidFill xmlns:a="http://schemas.openxmlformats.org/drawingml/2006/main">
            <a:srgbClr val="EFF9F6"/>
          </a:solidFill>
          <a:ln xmlns:a="http://schemas.openxmlformats.org/drawingml/2006/main" w="19050">
            <a:solidFill>
              <a:srgbClr val="A3D7C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Vue 3</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채팅·조사 과정</a:t>
            </a:r>
          </a:p>
        </p:txBody>
      </p:sp>
      <p:sp>
        <p:nvSpPr>
          <p:cNvPr id="20" name="architecture-backend">
            <a:extLst xmlns:a="http://schemas.openxmlformats.org/drawingml/2006/main">
              <a:ext uri="{FF2B5EF4-FFF2-40B4-BE49-F238E27FC236}">
                <a16:creationId xmlns:a16="http://schemas.microsoft.com/office/drawing/2014/main" id="{3B304780-EE42-4B12-8F46-D603A49B3DAA}"/>
              </a:ext>
            </a:extLst>
          </p:cNvPr>
          <p:cNvSpPr>
            <a:spLocks xmlns:a="http://schemas.openxmlformats.org/drawingml/2006/main" noGrp="1"/>
          </p:cNvSpPr>
          <p:nvPr/>
        </p:nvSpPr>
        <p:spPr>
          <a:xfrm xmlns:a="http://schemas.openxmlformats.org/drawingml/2006/main">
            <a:off x="6191250" y="4762500"/>
            <a:ext cx="3714750" cy="1714500"/>
          </a:xfrm>
          <a:prstGeom xmlns:a="http://schemas.openxmlformats.org/drawingml/2006/main" prst="roundRect">
            <a:avLst>
              <a:gd name="adj" fmla="val 6667"/>
            </a:avLst>
          </a:prstGeom>
          <a:solidFill xmlns:a="http://schemas.openxmlformats.org/drawingml/2006/main">
            <a:srgbClr val="EEF3FF"/>
          </a:solidFill>
          <a:ln xmlns:a="http://schemas.openxmlformats.org/drawingml/2006/main" w="19050">
            <a:solidFill>
              <a:srgbClr val="ACC1F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FastAPI</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입력·대상 확인</a:t>
            </a:r>
          </a:p>
        </p:txBody>
      </p:sp>
      <p:sp>
        <p:nvSpPr>
          <p:cNvPr id="21" name="architecture-ai">
            <a:extLst xmlns:a="http://schemas.openxmlformats.org/drawingml/2006/main">
              <a:ext uri="{FF2B5EF4-FFF2-40B4-BE49-F238E27FC236}">
                <a16:creationId xmlns:a16="http://schemas.microsoft.com/office/drawing/2014/main" id="{2B795D23-F2CE-4719-AE04-0587D9D43921}"/>
              </a:ext>
            </a:extLst>
          </p:cNvPr>
          <p:cNvSpPr>
            <a:spLocks xmlns:a="http://schemas.openxmlformats.org/drawingml/2006/main" noGrp="1"/>
          </p:cNvSpPr>
          <p:nvPr/>
        </p:nvSpPr>
        <p:spPr>
          <a:xfrm xmlns:a="http://schemas.openxmlformats.org/drawingml/2006/main">
            <a:off x="11430000" y="4762500"/>
            <a:ext cx="5715000" cy="1714500"/>
          </a:xfrm>
          <a:prstGeom xmlns:a="http://schemas.openxmlformats.org/drawingml/2006/main" prst="roundRect">
            <a:avLst>
              <a:gd name="adj" fmla="val 6667"/>
            </a:avLst>
          </a:prstGeom>
          <a:solidFill xmlns:a="http://schemas.openxmlformats.org/drawingml/2006/main">
            <a:srgbClr val="112840"/>
          </a:solidFill>
          <a:ln xmlns:a="http://schemas.openxmlformats.org/drawingml/2006/main" w="19050">
            <a:solidFill>
              <a:srgbClr val="112840"/>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D6E1EE"/>
                </a:solidFill>
                <a:latin typeface="Noto Sans Kr"/>
                <a:ea typeface="Noto Sans Kr"/>
                <a:cs typeface="Noto Sans Kr"/>
              </a:defRPr>
            </a:defPPr>
            <a:lvl1pPr algn="ctr">
              <a:buNone/>
              <a:defRPr sz="2250">
                <a:solidFill>
                  <a:srgbClr val="D6E1EE"/>
                </a:solidFill>
                <a:latin typeface="Noto Sans Kr"/>
                <a:ea typeface="Noto Sans Kr"/>
                <a:cs typeface="Noto Sans Kr"/>
              </a:defRPr>
            </a:lvl1pPr>
            <a:lvl2pPr algn="ctr">
              <a:buNone/>
              <a:defRPr sz="2250">
                <a:solidFill>
                  <a:srgbClr val="D6E1EE"/>
                </a:solidFill>
                <a:latin typeface="Noto Sans Kr"/>
                <a:ea typeface="Noto Sans Kr"/>
                <a:cs typeface="Noto Sans Kr"/>
              </a:defRPr>
            </a:lvl2pPr>
            <a:lvl3pPr algn="ctr">
              <a:buNone/>
              <a:defRPr sz="2250">
                <a:solidFill>
                  <a:srgbClr val="D6E1EE"/>
                </a:solidFill>
                <a:latin typeface="Noto Sans Kr"/>
                <a:ea typeface="Noto Sans Kr"/>
                <a:cs typeface="Noto Sans Kr"/>
              </a:defRPr>
            </a:lvl3pPr>
            <a:lvl4pPr algn="ctr">
              <a:buNone/>
              <a:defRPr sz="2250">
                <a:solidFill>
                  <a:srgbClr val="D6E1EE"/>
                </a:solidFill>
                <a:latin typeface="Noto Sans Kr"/>
                <a:ea typeface="Noto Sans Kr"/>
                <a:cs typeface="Noto Sans Kr"/>
              </a:defRPr>
            </a:lvl4pPr>
            <a:lvl5pPr algn="ctr">
              <a:buNone/>
              <a:defRPr sz="2250">
                <a:solidFill>
                  <a:srgbClr val="D6E1EE"/>
                </a:solidFill>
                <a:latin typeface="Noto Sans Kr"/>
                <a:ea typeface="Noto Sans Kr"/>
                <a:cs typeface="Noto Sans Kr"/>
              </a:defRPr>
            </a:lvl5pPr>
            <a:lvl6pPr algn="ctr">
              <a:buNone/>
              <a:defRPr sz="2250">
                <a:solidFill>
                  <a:srgbClr val="D6E1EE"/>
                </a:solidFill>
                <a:latin typeface="Noto Sans Kr"/>
                <a:ea typeface="Noto Sans Kr"/>
                <a:cs typeface="Noto Sans Kr"/>
              </a:defRPr>
            </a:lvl6pPr>
            <a:lvl7pPr algn="ctr">
              <a:buNone/>
              <a:defRPr sz="2250">
                <a:solidFill>
                  <a:srgbClr val="D6E1EE"/>
                </a:solidFill>
                <a:latin typeface="Noto Sans Kr"/>
                <a:ea typeface="Noto Sans Kr"/>
                <a:cs typeface="Noto Sans Kr"/>
              </a:defRPr>
            </a:lvl7pPr>
            <a:lvl8pPr algn="ctr">
              <a:buNone/>
              <a:defRPr sz="2250">
                <a:solidFill>
                  <a:srgbClr val="D6E1EE"/>
                </a:solidFill>
                <a:latin typeface="Noto Sans Kr"/>
                <a:ea typeface="Noto Sans Kr"/>
                <a:cs typeface="Noto Sans Kr"/>
              </a:defRPr>
            </a:lvl8pPr>
            <a:lvl9pPr algn="ctr">
              <a:buNone/>
              <a:defRPr sz="2250">
                <a:solidFill>
                  <a:srgbClr val="D6E1EE"/>
                </a:solidFill>
                <a:latin typeface="Noto Sans Kr"/>
                <a:ea typeface="Noto Sans Kr"/>
                <a:cs typeface="Noto Sans Kr"/>
              </a:defRPr>
            </a:lvl9pPr>
          </a:lstStyle>
          <a:p xmlns:a="http://schemas.openxmlformats.org/drawingml/2006/main">
            <a:pPr algn="ctr">
              <a:spcAft>
                <a:spcPts val="12"/>
              </a:spcAft>
              <a:buNone/>
              <a:defRPr sz="2250">
                <a:solidFill>
                  <a:srgbClr val="D6E1EE"/>
                </a:solidFill>
                <a:latin typeface="Noto Sans Kr"/>
                <a:ea typeface="Noto Sans Kr"/>
                <a:cs typeface="Noto Sans Kr"/>
              </a:defRPr>
            </a:pPr>
            <a:r>
              <a:rPr sz="3450" b="1">
                <a:solidFill>
                  <a:srgbClr val="FFFFFF"/>
                </a:solidFill>
                <a:latin typeface="Noto Sans Bold"/>
                <a:ea typeface="Noto Sans Bold"/>
                <a:cs typeface="Noto Sans Bold"/>
              </a:rPr>
              <a:t>LangGraph</a:t>
            </a:r>
          </a:p>
          <a:p xmlns:a="http://schemas.openxmlformats.org/drawingml/2006/main">
            <a:pPr algn="ctr">
              <a:buNone/>
              <a:defRPr sz="2250">
                <a:solidFill>
                  <a:srgbClr val="D6E1EE"/>
                </a:solidFill>
                <a:latin typeface="Noto Sans Kr"/>
                <a:ea typeface="Noto Sans Kr"/>
                <a:cs typeface="Noto Sans Kr"/>
              </a:defRPr>
            </a:pPr>
            <a:r>
              <a:rPr sz="2250">
                <a:solidFill>
                  <a:srgbClr val="D6E1EE"/>
                </a:solidFill>
                <a:latin typeface="Noto Sans Kr"/>
                <a:ea typeface="Noto Sans Kr"/>
                <a:cs typeface="Noto Sans Kr"/>
              </a:rPr>
              <a:t>Supervisor · 전문 조회 조정</a:t>
            </a:r>
            <a:br>
              <a:rPr sz="2250">
                <a:solidFill>
                  <a:srgbClr val="D6E1EE"/>
                </a:solidFill>
                <a:latin typeface="Noto Sans Kr"/>
                <a:ea typeface="Noto Sans Kr"/>
                <a:cs typeface="Noto Sans Kr"/>
              </a:rPr>
            </a:br>
            <a:r>
              <a:rPr sz="2250">
                <a:solidFill>
                  <a:srgbClr val="D6E1EE"/>
                </a:solidFill>
                <a:latin typeface="Noto Sans Kr"/>
                <a:ea typeface="Noto Sans Kr"/>
                <a:cs typeface="Noto Sans Kr"/>
              </a:rPr>
              <a:t>가설 조사·보고서 근거 검증</a:t>
            </a:r>
          </a:p>
        </p:txBody>
      </p:sp>
      <p:sp>
        <p:nvSpPr>
          <p:cNvPr id="22" name="architecture-llm">
            <a:extLst xmlns:a="http://schemas.openxmlformats.org/drawingml/2006/main">
              <a:ext uri="{FF2B5EF4-FFF2-40B4-BE49-F238E27FC236}">
                <a16:creationId xmlns:a16="http://schemas.microsoft.com/office/drawing/2014/main" id="{C35347ED-6E73-4F28-8AA2-9D9E9A5754A8}"/>
              </a:ext>
            </a:extLst>
          </p:cNvPr>
          <p:cNvSpPr>
            <a:spLocks xmlns:a="http://schemas.openxmlformats.org/drawingml/2006/main" noGrp="1"/>
          </p:cNvSpPr>
          <p:nvPr/>
        </p:nvSpPr>
        <p:spPr>
          <a:xfrm xmlns:a="http://schemas.openxmlformats.org/drawingml/2006/main">
            <a:off x="11430000" y="3048000"/>
            <a:ext cx="2667000" cy="1143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LLM</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Ollama · OpenAI</a:t>
            </a:r>
          </a:p>
        </p:txBody>
      </p:sp>
      <p:sp>
        <p:nvSpPr>
          <p:cNvPr id="23" name="architecture-evaluation">
            <a:extLst xmlns:a="http://schemas.openxmlformats.org/drawingml/2006/main">
              <a:ext uri="{FF2B5EF4-FFF2-40B4-BE49-F238E27FC236}">
                <a16:creationId xmlns:a16="http://schemas.microsoft.com/office/drawing/2014/main" id="{AF253FD0-5BE9-45BB-8B7D-D64C3EB1215E}"/>
              </a:ext>
            </a:extLst>
          </p:cNvPr>
          <p:cNvSpPr>
            <a:spLocks xmlns:a="http://schemas.openxmlformats.org/drawingml/2006/main" noGrp="1"/>
          </p:cNvSpPr>
          <p:nvPr/>
        </p:nvSpPr>
        <p:spPr>
          <a:xfrm xmlns:a="http://schemas.openxmlformats.org/drawingml/2006/main">
            <a:off x="14478000" y="3048000"/>
            <a:ext cx="2667000" cy="1143000"/>
          </a:xfrm>
          <a:prstGeom xmlns:a="http://schemas.openxmlformats.org/drawingml/2006/main" prst="roundRect">
            <a:avLst>
              <a:gd name="adj" fmla="val 10000"/>
            </a:avLst>
          </a:prstGeom>
          <a:solidFill xmlns:a="http://schemas.openxmlformats.org/drawingml/2006/main">
            <a:srgbClr val="F2EFF9"/>
          </a:solidFill>
          <a:ln xmlns:a="http://schemas.openxmlformats.org/drawingml/2006/main" w="19050">
            <a:solidFill>
              <a:srgbClr val="C9BAE5"/>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평가·추적</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Judge / LangSmith</a:t>
            </a:r>
          </a:p>
        </p:txBody>
      </p:sp>
      <p:sp>
        <p:nvSpPr>
          <p:cNvPr id="24" name="architecture-sqlite">
            <a:extLst xmlns:a="http://schemas.openxmlformats.org/drawingml/2006/main">
              <a:ext uri="{FF2B5EF4-FFF2-40B4-BE49-F238E27FC236}">
                <a16:creationId xmlns:a16="http://schemas.microsoft.com/office/drawing/2014/main" id="{AD468A44-A0AA-4ADF-A640-50E79A5866CC}"/>
              </a:ext>
            </a:extLst>
          </p:cNvPr>
          <p:cNvSpPr>
            <a:spLocks xmlns:a="http://schemas.openxmlformats.org/drawingml/2006/main" noGrp="1"/>
          </p:cNvSpPr>
          <p:nvPr/>
        </p:nvSpPr>
        <p:spPr>
          <a:xfrm xmlns:a="http://schemas.openxmlformats.org/drawingml/2006/main">
            <a:off x="6191250" y="7239000"/>
            <a:ext cx="371475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566A80"/>
                </a:solidFill>
                <a:latin typeface="Noto Sans Kr"/>
                <a:ea typeface="Noto Sans Kr"/>
                <a:cs typeface="Noto Sans Kr"/>
              </a:defRPr>
            </a:defPPr>
            <a:lvl1pPr algn="ctr">
              <a:buNone/>
              <a:defRPr sz="2250">
                <a:solidFill>
                  <a:srgbClr val="566A80"/>
                </a:solidFill>
                <a:latin typeface="Noto Sans Kr"/>
                <a:ea typeface="Noto Sans Kr"/>
                <a:cs typeface="Noto Sans Kr"/>
              </a:defRPr>
            </a:lvl1pPr>
            <a:lvl2pPr algn="ctr">
              <a:buNone/>
              <a:defRPr sz="2250">
                <a:solidFill>
                  <a:srgbClr val="566A80"/>
                </a:solidFill>
                <a:latin typeface="Noto Sans Kr"/>
                <a:ea typeface="Noto Sans Kr"/>
                <a:cs typeface="Noto Sans Kr"/>
              </a:defRPr>
            </a:lvl2pPr>
            <a:lvl3pPr algn="ctr">
              <a:buNone/>
              <a:defRPr sz="2250">
                <a:solidFill>
                  <a:srgbClr val="566A80"/>
                </a:solidFill>
                <a:latin typeface="Noto Sans Kr"/>
                <a:ea typeface="Noto Sans Kr"/>
                <a:cs typeface="Noto Sans Kr"/>
              </a:defRPr>
            </a:lvl3pPr>
            <a:lvl4pPr algn="ctr">
              <a:buNone/>
              <a:defRPr sz="2250">
                <a:solidFill>
                  <a:srgbClr val="566A80"/>
                </a:solidFill>
                <a:latin typeface="Noto Sans Kr"/>
                <a:ea typeface="Noto Sans Kr"/>
                <a:cs typeface="Noto Sans Kr"/>
              </a:defRPr>
            </a:lvl4pPr>
            <a:lvl5pPr algn="ctr">
              <a:buNone/>
              <a:defRPr sz="2250">
                <a:solidFill>
                  <a:srgbClr val="566A80"/>
                </a:solidFill>
                <a:latin typeface="Noto Sans Kr"/>
                <a:ea typeface="Noto Sans Kr"/>
                <a:cs typeface="Noto Sans Kr"/>
              </a:defRPr>
            </a:lvl5pPr>
            <a:lvl6pPr algn="ctr">
              <a:buNone/>
              <a:defRPr sz="2250">
                <a:solidFill>
                  <a:srgbClr val="566A80"/>
                </a:solidFill>
                <a:latin typeface="Noto Sans Kr"/>
                <a:ea typeface="Noto Sans Kr"/>
                <a:cs typeface="Noto Sans Kr"/>
              </a:defRPr>
            </a:lvl6pPr>
            <a:lvl7pPr algn="ctr">
              <a:buNone/>
              <a:defRPr sz="2250">
                <a:solidFill>
                  <a:srgbClr val="566A80"/>
                </a:solidFill>
                <a:latin typeface="Noto Sans Kr"/>
                <a:ea typeface="Noto Sans Kr"/>
                <a:cs typeface="Noto Sans Kr"/>
              </a:defRPr>
            </a:lvl7pPr>
            <a:lvl8pPr algn="ctr">
              <a:buNone/>
              <a:defRPr sz="2250">
                <a:solidFill>
                  <a:srgbClr val="566A80"/>
                </a:solidFill>
                <a:latin typeface="Noto Sans Kr"/>
                <a:ea typeface="Noto Sans Kr"/>
                <a:cs typeface="Noto Sans Kr"/>
              </a:defRPr>
            </a:lvl8pPr>
            <a:lvl9pPr algn="ctr">
              <a:buNone/>
              <a:defRPr sz="2250">
                <a:solidFill>
                  <a:srgbClr val="566A80"/>
                </a:solidFill>
                <a:latin typeface="Noto Sans Kr"/>
                <a:ea typeface="Noto Sans Kr"/>
                <a:cs typeface="Noto Sans Kr"/>
              </a:defRPr>
            </a:lvl9pPr>
          </a:lstStyle>
          <a:p xmlns:a="http://schemas.openxmlformats.org/drawingml/2006/main">
            <a:pPr algn="ctr">
              <a:spcAft>
                <a:spcPts val="12"/>
              </a:spcAft>
              <a:buNone/>
              <a:defRPr sz="22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SQLite</a:t>
            </a:r>
          </a:p>
          <a:p xmlns:a="http://schemas.openxmlformats.org/drawingml/2006/main">
            <a:pPr algn="ctr">
              <a:buNone/>
              <a:defRPr sz="2250">
                <a:solidFill>
                  <a:srgbClr val="566A80"/>
                </a:solidFill>
                <a:latin typeface="Noto Sans Kr"/>
                <a:ea typeface="Noto Sans Kr"/>
                <a:cs typeface="Noto Sans Kr"/>
              </a:defRPr>
            </a:pPr>
            <a:r>
              <a:rPr sz="2250">
                <a:solidFill>
                  <a:srgbClr val="566A80"/>
                </a:solidFill>
                <a:latin typeface="Noto Sans Kr"/>
                <a:ea typeface="Noto Sans Kr"/>
                <a:cs typeface="Noto Sans Kr"/>
              </a:rPr>
              <a:t>결과·근거·대화</a:t>
            </a:r>
          </a:p>
        </p:txBody>
      </p:sp>
      <p:sp>
        <p:nvSpPr>
          <p:cNvPr id="25" name="architecture-mcp">
            <a:extLst xmlns:a="http://schemas.openxmlformats.org/drawingml/2006/main">
              <a:ext uri="{FF2B5EF4-FFF2-40B4-BE49-F238E27FC236}">
                <a16:creationId xmlns:a16="http://schemas.microsoft.com/office/drawing/2014/main" id="{AA00C8E5-8704-45FF-A217-C95A90A859A8}"/>
              </a:ext>
            </a:extLst>
          </p:cNvPr>
          <p:cNvSpPr>
            <a:spLocks xmlns:a="http://schemas.openxmlformats.org/drawingml/2006/main" noGrp="1"/>
          </p:cNvSpPr>
          <p:nvPr/>
        </p:nvSpPr>
        <p:spPr>
          <a:xfrm xmlns:a="http://schemas.openxmlformats.org/drawingml/2006/main">
            <a:off x="11430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950">
                <a:solidFill>
                  <a:srgbClr val="566A80"/>
                </a:solidFill>
                <a:latin typeface="Noto Sans Kr"/>
                <a:ea typeface="Noto Sans Kr"/>
                <a:cs typeface="Noto Sans Kr"/>
              </a:defRPr>
            </a:defPPr>
            <a:lvl1pPr algn="ctr">
              <a:buNone/>
              <a:defRPr sz="1950">
                <a:solidFill>
                  <a:srgbClr val="566A80"/>
                </a:solidFill>
                <a:latin typeface="Noto Sans Kr"/>
                <a:ea typeface="Noto Sans Kr"/>
                <a:cs typeface="Noto Sans Kr"/>
              </a:defRPr>
            </a:lvl1pPr>
            <a:lvl2pPr algn="ctr">
              <a:buNone/>
              <a:defRPr sz="1950">
                <a:solidFill>
                  <a:srgbClr val="566A80"/>
                </a:solidFill>
                <a:latin typeface="Noto Sans Kr"/>
                <a:ea typeface="Noto Sans Kr"/>
                <a:cs typeface="Noto Sans Kr"/>
              </a:defRPr>
            </a:lvl2pPr>
            <a:lvl3pPr algn="ctr">
              <a:buNone/>
              <a:defRPr sz="1950">
                <a:solidFill>
                  <a:srgbClr val="566A80"/>
                </a:solidFill>
                <a:latin typeface="Noto Sans Kr"/>
                <a:ea typeface="Noto Sans Kr"/>
                <a:cs typeface="Noto Sans Kr"/>
              </a:defRPr>
            </a:lvl3pPr>
            <a:lvl4pPr algn="ctr">
              <a:buNone/>
              <a:defRPr sz="1950">
                <a:solidFill>
                  <a:srgbClr val="566A80"/>
                </a:solidFill>
                <a:latin typeface="Noto Sans Kr"/>
                <a:ea typeface="Noto Sans Kr"/>
                <a:cs typeface="Noto Sans Kr"/>
              </a:defRPr>
            </a:lvl4pPr>
            <a:lvl5pPr algn="ctr">
              <a:buNone/>
              <a:defRPr sz="1950">
                <a:solidFill>
                  <a:srgbClr val="566A80"/>
                </a:solidFill>
                <a:latin typeface="Noto Sans Kr"/>
                <a:ea typeface="Noto Sans Kr"/>
                <a:cs typeface="Noto Sans Kr"/>
              </a:defRPr>
            </a:lvl5pPr>
            <a:lvl6pPr algn="ctr">
              <a:buNone/>
              <a:defRPr sz="1950">
                <a:solidFill>
                  <a:srgbClr val="566A80"/>
                </a:solidFill>
                <a:latin typeface="Noto Sans Kr"/>
                <a:ea typeface="Noto Sans Kr"/>
                <a:cs typeface="Noto Sans Kr"/>
              </a:defRPr>
            </a:lvl6pPr>
            <a:lvl7pPr algn="ctr">
              <a:buNone/>
              <a:defRPr sz="1950">
                <a:solidFill>
                  <a:srgbClr val="566A80"/>
                </a:solidFill>
                <a:latin typeface="Noto Sans Kr"/>
                <a:ea typeface="Noto Sans Kr"/>
                <a:cs typeface="Noto Sans Kr"/>
              </a:defRPr>
            </a:lvl7pPr>
            <a:lvl8pPr algn="ctr">
              <a:buNone/>
              <a:defRPr sz="1950">
                <a:solidFill>
                  <a:srgbClr val="566A80"/>
                </a:solidFill>
                <a:latin typeface="Noto Sans Kr"/>
                <a:ea typeface="Noto Sans Kr"/>
                <a:cs typeface="Noto Sans Kr"/>
              </a:defRPr>
            </a:lvl8pPr>
            <a:lvl9pPr algn="ctr">
              <a:buNone/>
              <a:defRPr sz="1950">
                <a:solidFill>
                  <a:srgbClr val="566A80"/>
                </a:solidFill>
                <a:latin typeface="Noto Sans Kr"/>
                <a:ea typeface="Noto Sans Kr"/>
                <a:cs typeface="Noto Sans Kr"/>
              </a:defRPr>
            </a:lvl9pPr>
          </a:lstStyle>
          <a:p xmlns:a="http://schemas.openxmlformats.org/drawingml/2006/main">
            <a:pPr algn="ctr">
              <a:spcAft>
                <a:spcPts val="12"/>
              </a:spcAft>
              <a:buNone/>
              <a:defRPr sz="19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MCP</a:t>
            </a:r>
          </a:p>
          <a:p xmlns:a="http://schemas.openxmlformats.org/drawingml/2006/main">
            <a:pPr algn="ctr">
              <a:buNone/>
              <a:defRPr sz="1950">
                <a:solidFill>
                  <a:srgbClr val="566A80"/>
                </a:solidFill>
                <a:latin typeface="Noto Sans Kr"/>
                <a:ea typeface="Noto Sans Kr"/>
                <a:cs typeface="Noto Sans Kr"/>
              </a:defRPr>
            </a:pPr>
            <a:r>
              <a:rPr sz="1950">
                <a:solidFill>
                  <a:srgbClr val="566A80"/>
                </a:solidFill>
                <a:latin typeface="Noto Sans Kr"/>
                <a:ea typeface="Noto Sans Kr"/>
                <a:cs typeface="Noto Sans Kr"/>
              </a:rPr>
              <a:t>읽기 전용 관측</a:t>
            </a:r>
          </a:p>
        </p:txBody>
      </p:sp>
      <p:sp>
        <p:nvSpPr>
          <p:cNvPr id="26" name="architecture-rag">
            <a:extLst xmlns:a="http://schemas.openxmlformats.org/drawingml/2006/main">
              <a:ext uri="{FF2B5EF4-FFF2-40B4-BE49-F238E27FC236}">
                <a16:creationId xmlns:a16="http://schemas.microsoft.com/office/drawing/2014/main" id="{D8185CB9-3615-4CA9-B911-92215CE08B3D}"/>
              </a:ext>
            </a:extLst>
          </p:cNvPr>
          <p:cNvSpPr>
            <a:spLocks xmlns:a="http://schemas.openxmlformats.org/drawingml/2006/main" noGrp="1"/>
          </p:cNvSpPr>
          <p:nvPr/>
        </p:nvSpPr>
        <p:spPr>
          <a:xfrm xmlns:a="http://schemas.openxmlformats.org/drawingml/2006/main">
            <a:off x="14478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100">
                <a:solidFill>
                  <a:srgbClr val="566A80"/>
                </a:solidFill>
                <a:latin typeface="Noto Sans Kr"/>
                <a:ea typeface="Noto Sans Kr"/>
                <a:cs typeface="Noto Sans Kr"/>
              </a:defRPr>
            </a:defPPr>
            <a:lvl1pPr algn="ctr">
              <a:buNone/>
              <a:defRPr sz="2100">
                <a:solidFill>
                  <a:srgbClr val="566A80"/>
                </a:solidFill>
                <a:latin typeface="Noto Sans Kr"/>
                <a:ea typeface="Noto Sans Kr"/>
                <a:cs typeface="Noto Sans Kr"/>
              </a:defRPr>
            </a:lvl1pPr>
            <a:lvl2pPr algn="ctr">
              <a:buNone/>
              <a:defRPr sz="2100">
                <a:solidFill>
                  <a:srgbClr val="566A80"/>
                </a:solidFill>
                <a:latin typeface="Noto Sans Kr"/>
                <a:ea typeface="Noto Sans Kr"/>
                <a:cs typeface="Noto Sans Kr"/>
              </a:defRPr>
            </a:lvl2pPr>
            <a:lvl3pPr algn="ctr">
              <a:buNone/>
              <a:defRPr sz="2100">
                <a:solidFill>
                  <a:srgbClr val="566A80"/>
                </a:solidFill>
                <a:latin typeface="Noto Sans Kr"/>
                <a:ea typeface="Noto Sans Kr"/>
                <a:cs typeface="Noto Sans Kr"/>
              </a:defRPr>
            </a:lvl3pPr>
            <a:lvl4pPr algn="ctr">
              <a:buNone/>
              <a:defRPr sz="2100">
                <a:solidFill>
                  <a:srgbClr val="566A80"/>
                </a:solidFill>
                <a:latin typeface="Noto Sans Kr"/>
                <a:ea typeface="Noto Sans Kr"/>
                <a:cs typeface="Noto Sans Kr"/>
              </a:defRPr>
            </a:lvl4pPr>
            <a:lvl5pPr algn="ctr">
              <a:buNone/>
              <a:defRPr sz="2100">
                <a:solidFill>
                  <a:srgbClr val="566A80"/>
                </a:solidFill>
                <a:latin typeface="Noto Sans Kr"/>
                <a:ea typeface="Noto Sans Kr"/>
                <a:cs typeface="Noto Sans Kr"/>
              </a:defRPr>
            </a:lvl5pPr>
            <a:lvl6pPr algn="ctr">
              <a:buNone/>
              <a:defRPr sz="2100">
                <a:solidFill>
                  <a:srgbClr val="566A80"/>
                </a:solidFill>
                <a:latin typeface="Noto Sans Kr"/>
                <a:ea typeface="Noto Sans Kr"/>
                <a:cs typeface="Noto Sans Kr"/>
              </a:defRPr>
            </a:lvl6pPr>
            <a:lvl7pPr algn="ctr">
              <a:buNone/>
              <a:defRPr sz="2100">
                <a:solidFill>
                  <a:srgbClr val="566A80"/>
                </a:solidFill>
                <a:latin typeface="Noto Sans Kr"/>
                <a:ea typeface="Noto Sans Kr"/>
                <a:cs typeface="Noto Sans Kr"/>
              </a:defRPr>
            </a:lvl7pPr>
            <a:lvl8pPr algn="ctr">
              <a:buNone/>
              <a:defRPr sz="2100">
                <a:solidFill>
                  <a:srgbClr val="566A80"/>
                </a:solidFill>
                <a:latin typeface="Noto Sans Kr"/>
                <a:ea typeface="Noto Sans Kr"/>
                <a:cs typeface="Noto Sans Kr"/>
              </a:defRPr>
            </a:lvl8pPr>
            <a:lvl9pPr algn="ctr">
              <a:buNone/>
              <a:defRPr sz="2100">
                <a:solidFill>
                  <a:srgbClr val="566A80"/>
                </a:solidFill>
                <a:latin typeface="Noto Sans Kr"/>
                <a:ea typeface="Noto Sans Kr"/>
                <a:cs typeface="Noto Sans Kr"/>
              </a:defRPr>
            </a:lvl9pPr>
          </a:lstStyle>
          <a:p xmlns:a="http://schemas.openxmlformats.org/drawingml/2006/main">
            <a:pPr algn="ctr">
              <a:spcAft>
                <a:spcPts val="12"/>
              </a:spcAft>
              <a:buNone/>
              <a:defRPr sz="210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RAG</a:t>
            </a:r>
          </a:p>
          <a:p xmlns:a="http://schemas.openxmlformats.org/drawingml/2006/main">
            <a:pPr algn="ctr">
              <a:buNone/>
              <a:defRPr sz="2100">
                <a:solidFill>
                  <a:srgbClr val="566A80"/>
                </a:solidFill>
                <a:latin typeface="Noto Sans Kr"/>
                <a:ea typeface="Noto Sans Kr"/>
                <a:cs typeface="Noto Sans Kr"/>
              </a:defRPr>
            </a:pPr>
            <a:r>
              <a:rPr sz="2100">
                <a:solidFill>
                  <a:srgbClr val="566A80"/>
                </a:solidFill>
                <a:latin typeface="Noto Sans Kr"/>
                <a:ea typeface="Noto Sans Kr"/>
                <a:cs typeface="Noto Sans Kr"/>
              </a:rPr>
              <a:t>매뉴얼 검색</a:t>
            </a:r>
          </a:p>
        </p:txBody>
      </p:sp>
      <p:sp>
        <p:nvSpPr>
          <p:cNvPr id="27" name="architecture-legend">
            <a:extLst xmlns:a="http://schemas.openxmlformats.org/drawingml/2006/main">
              <a:ext uri="{FF2B5EF4-FFF2-40B4-BE49-F238E27FC236}">
                <a16:creationId xmlns:a16="http://schemas.microsoft.com/office/drawing/2014/main" id="{D9AE6A02-9F29-4492-A8D6-596AB0F1B040}"/>
              </a:ext>
            </a:extLst>
          </p:cNvPr>
          <p:cNvSpPr>
            <a:spLocks xmlns:a="http://schemas.openxmlformats.org/drawingml/2006/main" noGrp="1"/>
          </p:cNvSpPr>
          <p:nvPr/>
        </p:nvSpPr>
        <p:spPr>
          <a:xfrm xmlns:a="http://schemas.openxmlformats.org/drawingml/2006/main">
            <a:off x="1143000" y="7505700"/>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566A80"/>
                </a:solidFill>
                <a:latin typeface="Noto Sans Kr"/>
                <a:ea typeface="Noto Sans Kr"/>
                <a:cs typeface="Noto Sans Kr"/>
              </a:defRPr>
            </a:defPPr>
            <a:lvl1pPr algn="l">
              <a:buNone/>
              <a:defRPr sz="1875" b="0">
                <a:solidFill>
                  <a:srgbClr val="566A80"/>
                </a:solidFill>
                <a:latin typeface="Noto Sans Kr"/>
                <a:ea typeface="Noto Sans Kr"/>
                <a:cs typeface="Noto Sans Kr"/>
              </a:defRPr>
            </a:lvl1pPr>
            <a:lvl2pPr algn="l">
              <a:buNone/>
              <a:defRPr sz="1875" b="0">
                <a:solidFill>
                  <a:srgbClr val="566A80"/>
                </a:solidFill>
                <a:latin typeface="Noto Sans Kr"/>
                <a:ea typeface="Noto Sans Kr"/>
                <a:cs typeface="Noto Sans Kr"/>
              </a:defRPr>
            </a:lvl2pPr>
            <a:lvl3pPr algn="l">
              <a:buNone/>
              <a:defRPr sz="1875" b="0">
                <a:solidFill>
                  <a:srgbClr val="566A80"/>
                </a:solidFill>
                <a:latin typeface="Noto Sans Kr"/>
                <a:ea typeface="Noto Sans Kr"/>
                <a:cs typeface="Noto Sans Kr"/>
              </a:defRPr>
            </a:lvl3pPr>
            <a:lvl4pPr algn="l">
              <a:buNone/>
              <a:defRPr sz="1875" b="0">
                <a:solidFill>
                  <a:srgbClr val="566A80"/>
                </a:solidFill>
                <a:latin typeface="Noto Sans Kr"/>
                <a:ea typeface="Noto Sans Kr"/>
                <a:cs typeface="Noto Sans Kr"/>
              </a:defRPr>
            </a:lvl4pPr>
            <a:lvl5pPr algn="l">
              <a:buNone/>
              <a:defRPr sz="1875" b="0">
                <a:solidFill>
                  <a:srgbClr val="566A80"/>
                </a:solidFill>
                <a:latin typeface="Noto Sans Kr"/>
                <a:ea typeface="Noto Sans Kr"/>
                <a:cs typeface="Noto Sans Kr"/>
              </a:defRPr>
            </a:lvl5pPr>
            <a:lvl6pPr algn="l">
              <a:buNone/>
              <a:defRPr sz="1875" b="0">
                <a:solidFill>
                  <a:srgbClr val="566A80"/>
                </a:solidFill>
                <a:latin typeface="Noto Sans Kr"/>
                <a:ea typeface="Noto Sans Kr"/>
                <a:cs typeface="Noto Sans Kr"/>
              </a:defRPr>
            </a:lvl6pPr>
            <a:lvl7pPr algn="l">
              <a:buNone/>
              <a:defRPr sz="1875" b="0">
                <a:solidFill>
                  <a:srgbClr val="566A80"/>
                </a:solidFill>
                <a:latin typeface="Noto Sans Kr"/>
                <a:ea typeface="Noto Sans Kr"/>
                <a:cs typeface="Noto Sans Kr"/>
              </a:defRPr>
            </a:lvl7pPr>
            <a:lvl8pPr algn="l">
              <a:buNone/>
              <a:defRPr sz="1875" b="0">
                <a:solidFill>
                  <a:srgbClr val="566A80"/>
                </a:solidFill>
                <a:latin typeface="Noto Sans Kr"/>
                <a:ea typeface="Noto Sans Kr"/>
                <a:cs typeface="Noto Sans Kr"/>
              </a:defRPr>
            </a:lvl8pPr>
            <a:lvl9pPr algn="l">
              <a:buNone/>
              <a:defRPr sz="1875" b="0">
                <a:solidFill>
                  <a:srgbClr val="566A80"/>
                </a:solidFill>
                <a:latin typeface="Noto Sans Kr"/>
                <a:ea typeface="Noto Sans Kr"/>
                <a:cs typeface="Noto Sans Kr"/>
              </a:defRPr>
            </a:lvl9pPr>
          </a:lstStyle>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실선: 요청·조회·저장</a:t>
            </a:r>
          </a:p>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점선: 평가·추적</a:t>
            </a:r>
          </a:p>
        </p:txBody>
      </p:sp>
    </p:spTree>
    <p:extLst>
      <p:ext uri="{BB962C8B-B14F-4D97-AF65-F5344CB8AC3E}">
        <p14:creationId xmlns:p14="http://schemas.microsoft.com/office/powerpoint/2010/main" val="202853982"/>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4" name="section-label">
            <a:extLst xmlns:a="http://schemas.openxmlformats.org/drawingml/2006/main">
              <a:ext uri="{FF2B5EF4-FFF2-40B4-BE49-F238E27FC236}">
                <a16:creationId xmlns:a16="http://schemas.microsoft.com/office/drawing/2014/main" id="{17F54291-B48F-4B6B-91B2-E7FBD58B4798}"/>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실행 결과: 검색·근거 검증</a:t>
            </a:r>
          </a:p>
        </p:txBody>
      </p:sp>
      <p:sp>
        <p:nvSpPr>
          <p:cNvPr id="2" name="page-number">
            <a:extLst xmlns:a="http://schemas.openxmlformats.org/drawingml/2006/main">
              <a:ext uri="{FF2B5EF4-FFF2-40B4-BE49-F238E27FC236}">
                <a16:creationId xmlns:a16="http://schemas.microsoft.com/office/drawing/2014/main" id="{D959C5C9-25FE-43A1-B5BC-00242817F6CA}"/>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06 / 08</a:t>
            </a:r>
          </a:p>
        </p:txBody>
      </p:sp>
      <p:sp>
        <p:nvSpPr>
          <p:cNvPr id="3" name="slide-title">
            <a:extLst xmlns:a="http://schemas.openxmlformats.org/drawingml/2006/main">
              <a:ext uri="{FF2B5EF4-FFF2-40B4-BE49-F238E27FC236}">
                <a16:creationId xmlns:a16="http://schemas.microsoft.com/office/drawing/2014/main" id="{070E791C-04B1-400A-8F64-488195CDDEC4}"/>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적용 기술과 실제 검증 화면</a:t>
            </a:r>
          </a:p>
        </p:txBody>
      </p:sp>
      <p:sp>
        <p:nvSpPr>
          <p:cNvPr id="4" name="slide-subtitle">
            <a:extLst xmlns:a="http://schemas.openxmlformats.org/drawingml/2006/main">
              <a:ext uri="{FF2B5EF4-FFF2-40B4-BE49-F238E27FC236}">
                <a16:creationId xmlns:a16="http://schemas.microsoft.com/office/drawing/2014/main" id="{B0EC98B2-BE50-42CB-A45C-734D508B263A}"/>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RAG 검색과 근거 검증의 결과를 실제 프론트에서 확인했습니다.</a:t>
            </a:r>
          </a:p>
        </p:txBody>
      </p:sp>
      <p:sp>
        <p:nvSpPr>
          <p:cNvPr id="5" name="scope-note">
            <a:extLst xmlns:a="http://schemas.openxmlformats.org/drawingml/2006/main">
              <a:ext uri="{FF2B5EF4-FFF2-40B4-BE49-F238E27FC236}">
                <a16:creationId xmlns:a16="http://schemas.microsoft.com/office/drawing/2014/main" id="{75D3ED57-C157-42FA-9FEC-982BEE227378}"/>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2026-10-22 실제 Ollama 재실행·프론트 캡처 / 교육용 합성 관측 / Judge는 별도 품질 평가</a:t>
            </a:r>
          </a:p>
        </p:txBody>
      </p:sp>
      <p:cxnSp>
        <p:nvCxnSpPr>
          <p:cNvPr id="6" name="footer-rule">
            <a:extLst xmlns:a="http://schemas.openxmlformats.org/drawingml/2006/main">
              <a:ext uri="{FF2B5EF4-FFF2-40B4-BE49-F238E27FC236}">
                <a16:creationId xmlns:a16="http://schemas.microsoft.com/office/drawing/2014/main" id="{9CCC09CB-DC45-471E-9C8E-ECC598C9800D}"/>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044AC4CB-699B-4F4B-A41C-C2083CB126A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9" name="technical-quality">
            <a:extLst xmlns:a="http://schemas.openxmlformats.org/drawingml/2006/main">
              <a:ext uri="{FF2B5EF4-FFF2-40B4-BE49-F238E27FC236}">
                <a16:creationId xmlns:a16="http://schemas.microsoft.com/office/drawing/2014/main" id="{233A2D13-2563-433B-A267-034CA4FF9420}"/>
              </a:ext>
            </a:extLst>
          </p:cNvPr>
          <p:cNvSpPr>
            <a:spLocks xmlns:a="http://schemas.openxmlformats.org/drawingml/2006/main" noGrp="1"/>
          </p:cNvSpPr>
          <p:nvPr/>
        </p:nvSpPr>
        <p:spPr>
          <a:xfrm xmlns:a="http://schemas.openxmlformats.org/drawingml/2006/main">
            <a:off x="1143000" y="828675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0">
                <a:solidFill>
                  <a:srgbClr val="566A80"/>
                </a:solidFill>
                <a:latin typeface="Noto Sans Kr"/>
                <a:ea typeface="Noto Sans Kr"/>
                <a:cs typeface="Noto Sans Kr"/>
              </a:defRPr>
            </a:defPPr>
            <a:lvl1pPr algn="l">
              <a:buNone/>
              <a:defRPr sz="1950" b="0">
                <a:solidFill>
                  <a:srgbClr val="566A80"/>
                </a:solidFill>
                <a:latin typeface="Noto Sans Kr"/>
                <a:ea typeface="Noto Sans Kr"/>
                <a:cs typeface="Noto Sans Kr"/>
              </a:defRPr>
            </a:lvl1pPr>
            <a:lvl2pPr algn="l">
              <a:buNone/>
              <a:defRPr sz="1950" b="0">
                <a:solidFill>
                  <a:srgbClr val="566A80"/>
                </a:solidFill>
                <a:latin typeface="Noto Sans Kr"/>
                <a:ea typeface="Noto Sans Kr"/>
                <a:cs typeface="Noto Sans Kr"/>
              </a:defRPr>
            </a:lvl2pPr>
            <a:lvl3pPr algn="l">
              <a:buNone/>
              <a:defRPr sz="1950" b="0">
                <a:solidFill>
                  <a:srgbClr val="566A80"/>
                </a:solidFill>
                <a:latin typeface="Noto Sans Kr"/>
                <a:ea typeface="Noto Sans Kr"/>
                <a:cs typeface="Noto Sans Kr"/>
              </a:defRPr>
            </a:lvl3pPr>
            <a:lvl4pPr algn="l">
              <a:buNone/>
              <a:defRPr sz="1950" b="0">
                <a:solidFill>
                  <a:srgbClr val="566A80"/>
                </a:solidFill>
                <a:latin typeface="Noto Sans Kr"/>
                <a:ea typeface="Noto Sans Kr"/>
                <a:cs typeface="Noto Sans Kr"/>
              </a:defRPr>
            </a:lvl4pPr>
            <a:lvl5pPr algn="l">
              <a:buNone/>
              <a:defRPr sz="1950" b="0">
                <a:solidFill>
                  <a:srgbClr val="566A80"/>
                </a:solidFill>
                <a:latin typeface="Noto Sans Kr"/>
                <a:ea typeface="Noto Sans Kr"/>
                <a:cs typeface="Noto Sans Kr"/>
              </a:defRPr>
            </a:lvl5pPr>
            <a:lvl6pPr algn="l">
              <a:buNone/>
              <a:defRPr sz="1950" b="0">
                <a:solidFill>
                  <a:srgbClr val="566A80"/>
                </a:solidFill>
                <a:latin typeface="Noto Sans Kr"/>
                <a:ea typeface="Noto Sans Kr"/>
                <a:cs typeface="Noto Sans Kr"/>
              </a:defRPr>
            </a:lvl6pPr>
            <a:lvl7pPr algn="l">
              <a:buNone/>
              <a:defRPr sz="1950" b="0">
                <a:solidFill>
                  <a:srgbClr val="566A80"/>
                </a:solidFill>
                <a:latin typeface="Noto Sans Kr"/>
                <a:ea typeface="Noto Sans Kr"/>
                <a:cs typeface="Noto Sans Kr"/>
              </a:defRPr>
            </a:lvl7pPr>
            <a:lvl8pPr algn="l">
              <a:buNone/>
              <a:defRPr sz="1950" b="0">
                <a:solidFill>
                  <a:srgbClr val="566A80"/>
                </a:solidFill>
                <a:latin typeface="Noto Sans Kr"/>
                <a:ea typeface="Noto Sans Kr"/>
                <a:cs typeface="Noto Sans Kr"/>
              </a:defRPr>
            </a:lvl8pPr>
            <a:lvl9pPr algn="l">
              <a:buNone/>
              <a:defRPr sz="1950" b="0">
                <a:solidFill>
                  <a:srgbClr val="566A80"/>
                </a:solidFill>
                <a:latin typeface="Noto Sans Kr"/>
                <a:ea typeface="Noto Sans Kr"/>
                <a:cs typeface="Noto Sans Kr"/>
              </a:defRPr>
            </a:lvl9pPr>
          </a:lstStyle>
          <a:p xmlns:a="http://schemas.openxmlformats.org/drawingml/2006/main">
            <a:pPr algn="l">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모듈 분리·의존성 주입으로 외부 연결 교체</a:t>
            </a:r>
          </a:p>
        </p:txBody>
      </p:sp>
      <p:sp>
        <p:nvSpPr>
          <p:cNvPr id="15" name="validation-screenshot-title">
            <a:extLst xmlns:a="http://schemas.openxmlformats.org/drawingml/2006/main">
              <a:ext uri="{FF2B5EF4-FFF2-40B4-BE49-F238E27FC236}">
                <a16:creationId xmlns:a16="http://schemas.microsoft.com/office/drawing/2014/main" id="{5E1A6FDE-0EF8-4165-B20C-1F4680E3AA50}"/>
              </a:ext>
            </a:extLst>
          </p:cNvPr>
          <p:cNvSpPr>
            <a:spLocks xmlns:a="http://schemas.openxmlformats.org/drawingml/2006/main" noGrp="1"/>
          </p:cNvSpPr>
          <p:nvPr/>
        </p:nvSpPr>
        <p:spPr>
          <a:xfrm xmlns:a="http://schemas.openxmlformats.org/drawingml/2006/main">
            <a:off x="9144000" y="3333750"/>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550" b="1">
                <a:solidFill>
                  <a:srgbClr val="2B5BEB"/>
                </a:solidFill>
                <a:latin typeface="Noto Sans Bold"/>
                <a:ea typeface="Noto Sans Bold"/>
                <a:cs typeface="Noto Sans Bold"/>
              </a:defRPr>
            </a:defPPr>
            <a:lvl1pPr>
              <a:buNone/>
              <a:defRPr sz="2550" b="1">
                <a:solidFill>
                  <a:srgbClr val="2B5BEB"/>
                </a:solidFill>
                <a:latin typeface="Noto Sans Bold"/>
                <a:ea typeface="Noto Sans Bold"/>
                <a:cs typeface="Noto Sans Bold"/>
              </a:defRPr>
            </a:lvl1pPr>
            <a:lvl2pPr>
              <a:buNone/>
              <a:defRPr sz="2550" b="1">
                <a:solidFill>
                  <a:srgbClr val="2B5BEB"/>
                </a:solidFill>
                <a:latin typeface="Noto Sans Bold"/>
                <a:ea typeface="Noto Sans Bold"/>
                <a:cs typeface="Noto Sans Bold"/>
              </a:defRPr>
            </a:lvl2pPr>
            <a:lvl3pPr>
              <a:buNone/>
              <a:defRPr sz="2550" b="1">
                <a:solidFill>
                  <a:srgbClr val="2B5BEB"/>
                </a:solidFill>
                <a:latin typeface="Noto Sans Bold"/>
                <a:ea typeface="Noto Sans Bold"/>
                <a:cs typeface="Noto Sans Bold"/>
              </a:defRPr>
            </a:lvl3pPr>
            <a:lvl4pPr>
              <a:buNone/>
              <a:defRPr sz="2550" b="1">
                <a:solidFill>
                  <a:srgbClr val="2B5BEB"/>
                </a:solidFill>
                <a:latin typeface="Noto Sans Bold"/>
                <a:ea typeface="Noto Sans Bold"/>
                <a:cs typeface="Noto Sans Bold"/>
              </a:defRPr>
            </a:lvl4pPr>
            <a:lvl5pPr>
              <a:buNone/>
              <a:defRPr sz="2550" b="1">
                <a:solidFill>
                  <a:srgbClr val="2B5BEB"/>
                </a:solidFill>
                <a:latin typeface="Noto Sans Bold"/>
                <a:ea typeface="Noto Sans Bold"/>
                <a:cs typeface="Noto Sans Bold"/>
              </a:defRPr>
            </a:lvl5pPr>
            <a:lvl6pPr>
              <a:buNone/>
              <a:defRPr sz="2550" b="1">
                <a:solidFill>
                  <a:srgbClr val="2B5BEB"/>
                </a:solidFill>
                <a:latin typeface="Noto Sans Bold"/>
                <a:ea typeface="Noto Sans Bold"/>
                <a:cs typeface="Noto Sans Bold"/>
              </a:defRPr>
            </a:lvl6pPr>
            <a:lvl7pPr>
              <a:buNone/>
              <a:defRPr sz="2550" b="1">
                <a:solidFill>
                  <a:srgbClr val="2B5BEB"/>
                </a:solidFill>
                <a:latin typeface="Noto Sans Bold"/>
                <a:ea typeface="Noto Sans Bold"/>
                <a:cs typeface="Noto Sans Bold"/>
              </a:defRPr>
            </a:lvl7pPr>
            <a:lvl8pPr>
              <a:buNone/>
              <a:defRPr sz="2550" b="1">
                <a:solidFill>
                  <a:srgbClr val="2B5BEB"/>
                </a:solidFill>
                <a:latin typeface="Noto Sans Bold"/>
                <a:ea typeface="Noto Sans Bold"/>
                <a:cs typeface="Noto Sans Bold"/>
              </a:defRPr>
            </a:lvl8pPr>
            <a:lvl9pPr>
              <a:buNone/>
              <a:defRPr sz="2550" b="1">
                <a:solidFill>
                  <a:srgbClr val="2B5BEB"/>
                </a:solidFill>
                <a:latin typeface="Noto Sans Bold"/>
                <a:ea typeface="Noto Sans Bold"/>
                <a:cs typeface="Noto Sans Bold"/>
              </a:defRPr>
            </a:lvl9pPr>
          </a:lstStyle>
          <a:p xmlns:a="http://schemas.openxmlformats.org/drawingml/2006/main">
            <a:pPr>
              <a:buNone/>
              <a:defRPr sz="2550" b="1">
                <a:solidFill>
                  <a:srgbClr val="2B5BEB"/>
                </a:solidFill>
                <a:latin typeface="Noto Sans Bold"/>
                <a:ea typeface="Noto Sans Bold"/>
                <a:cs typeface="Noto Sans Bold"/>
              </a:defRPr>
            </a:pPr>
            <a:r>
              <a:rPr sz="2550" b="1">
                <a:solidFill>
                  <a:srgbClr val="2B5BEB"/>
                </a:solidFill>
                <a:latin typeface="Noto Sans Bold"/>
                <a:ea typeface="Noto Sans Bold"/>
                <a:cs typeface="Noto Sans Bold"/>
              </a:rPr>
              <a:t>실제 프론트의 최종 검증 결과</a:t>
            </a:r>
          </a:p>
        </p:txBody>
      </p:sp>
      <p:pic>
        <p:nvPicPr>
          <p:cNvPr id="16" name="">
            <a:extLst xmlns:a="http://schemas.openxmlformats.org/drawingml/2006/main">
              <a:ext uri="{FF2B5EF4-FFF2-40B4-BE49-F238E27FC236}">
                <a16:creationId xmlns:a16="http://schemas.microsoft.com/office/drawing/2014/main" id="{D2312597-6485-468B-ADD5-119840B2B82E}"/>
              </a:ext>
            </a:extLst>
          </p:cNvPr>
          <p:cNvPicPr>
            <a:picLocks xmlns:a="http://schemas.openxmlformats.org/drawingml/2006/main" noChangeAspect="1"/>
          </p:cNvPicPr>
          <p:nvPr/>
        </p:nvPicPr>
        <p:blipFill>
          <a:blip xmlns:r="http://schemas.openxmlformats.org/officeDocument/2006/relationships" xmlns:a="http://schemas.openxmlformats.org/drawingml/2006/main" r:embed="R1e3ecdbd7ec8439f"/>
          <a:srcRect xmlns:a="http://schemas.openxmlformats.org/drawingml/2006/main" l="78516" t="35833" r="1953" b="41944"/>
          <a:stretch xmlns:a="http://schemas.openxmlformats.org/drawingml/2006/main"/>
        </p:blipFill>
        <p:spPr>
          <a:xfrm xmlns:a="http://schemas.openxmlformats.org/drawingml/2006/main">
            <a:off x="9334500" y="3905250"/>
            <a:ext cx="7239000" cy="4632960"/>
          </a:xfrm>
          <a:prstGeom xmlns:a="http://schemas.openxmlformats.org/drawingml/2006/main" prst="rect">
            <a:avLst/>
          </a:prstGeom>
        </p:spPr>
      </p:pic>
      <p:graphicFrame>
        <p:nvGraphicFramePr>
          <p:cNvPr id="17" name="">
            <a:extLst xmlns:a="http://schemas.openxmlformats.org/drawingml/2006/main">
              <a:ext uri="{FF2B5EF4-FFF2-40B4-BE49-F238E27FC236}">
                <a16:creationId xmlns:a16="http://schemas.microsoft.com/office/drawing/2014/main" id="{CC718DF8-AFD2-451E-94A0-C564B5F4277A}"/>
              </a:ext>
            </a:extLst>
          </p:cNvPr>
          <p:cNvGraphicFramePr/>
          <p:nvPr/>
        </p:nvGraphicFramePr>
        <p:xfrm>
          <a:off xmlns:a="http://schemas.openxmlformats.org/drawingml/2006/main" x="1143000" y="3333750"/>
          <a:ext xmlns:a="http://schemas.openxmlformats.org/drawingml/2006/main" cx="7239000" cy="4552950"/>
        </p:xfrm>
        <a:graphic xmlns:a="http://schemas.openxmlformats.org/drawingml/2006/main">
          <a:graphicData uri="http://schemas.openxmlformats.org/drawingml/2006/table">
            <a:tbl>
              <a:tblPr firstRow="0" bandRow="0"/>
              <a:tblGrid>
                <a:gridCol w="1952625"/>
                <a:gridCol w="5286375"/>
              </a:tblGrid>
              <a:tr h="533400">
                <a:tc>
                  <a:txBody>
                    <a:bodyPr/>
                    <a:lstStyle/>
                    <a:p>
                      <a:r>
                        <a:rPr sz="1950" b="1">
                          <a:solidFill>
                            <a:srgbClr val="FFFFFF"/>
                          </a:solidFill>
                          <a:latin typeface="Noto Sans Bold"/>
                          <a:ea typeface="Noto Sans Bold"/>
                          <a:cs typeface="Noto Sans Bold"/>
                        </a:rPr>
                        <a:t>기술</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1950" b="1">
                          <a:solidFill>
                            <a:srgbClr val="FFFFFF"/>
                          </a:solidFill>
                          <a:latin typeface="Noto Sans Bold"/>
                          <a:ea typeface="Noto Sans Bold"/>
                          <a:cs typeface="Noto Sans Bold"/>
                        </a:rPr>
                        <a:t>역할과 선택 이유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914400">
                <a:tc>
                  <a:txBody>
                    <a:bodyPr/>
                    <a:lstStyle/>
                    <a:p>
                      <a:r>
                        <a:rPr sz="2100">
                          <a:solidFill>
                            <a:srgbClr val="122C46"/>
                          </a:solidFill>
                          <a:latin typeface="Noto Sans Kr"/>
                          <a:ea typeface="Noto Sans Kr"/>
                          <a:cs typeface="Noto Sans Kr"/>
                        </a:rPr>
                        <a:t>LangGraph</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전문 역할 분리·조건부 반복</a:t>
                      </a:r>
                    </a:p>
                    <a:p>
                      <a:r>
                        <a:rPr sz="2100">
                          <a:solidFill>
                            <a:srgbClr val="122C46"/>
                          </a:solidFill>
                          <a:latin typeface="Noto Sans Kr"/>
                          <a:ea typeface="Noto Sans Kr"/>
                          <a:cs typeface="Noto Sans Kr"/>
                        </a:rPr>
                        <a:t>지표·로그 병렬 조회</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200150">
                <a:tc>
                  <a:txBody>
                    <a:bodyPr/>
                    <a:lstStyle/>
                    <a:p>
                      <a:r>
                        <a:rPr sz="2100">
                          <a:solidFill>
                            <a:srgbClr val="122C46"/>
                          </a:solidFill>
                          <a:latin typeface="Noto Sans Kr"/>
                          <a:ea typeface="Noto Sans Kr"/>
                          <a:cs typeface="Noto Sans Kr"/>
                        </a:rPr>
                        <a:t>MCP</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Tool: 관측 조회</a:t>
                      </a:r>
                    </a:p>
                    <a:p>
                      <a:r>
                        <a:rPr sz="2100">
                          <a:solidFill>
                            <a:srgbClr val="122C46"/>
                          </a:solidFill>
                          <a:latin typeface="Noto Sans Kr"/>
                          <a:ea typeface="Noto Sans Kr"/>
                          <a:cs typeface="Noto Sans Kr"/>
                        </a:rPr>
                        <a:t>Resource: 런북 원문</a:t>
                      </a:r>
                    </a:p>
                    <a:p>
                      <a:r>
                        <a:rPr sz="2100">
                          <a:solidFill>
                            <a:srgbClr val="122C46"/>
                          </a:solidFill>
                          <a:latin typeface="Noto Sans Kr"/>
                          <a:ea typeface="Noto Sans Kr"/>
                          <a:cs typeface="Noto Sans Kr"/>
                        </a:rPr>
                        <a:t>Prompt: 공통 조사 절차</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200150">
                <a:tc>
                  <a:txBody>
                    <a:bodyPr/>
                    <a:lstStyle/>
                    <a:p>
                      <a:r>
                        <a:rPr sz="2100">
                          <a:solidFill>
                            <a:srgbClr val="122C46"/>
                          </a:solidFill>
                          <a:latin typeface="Noto Sans Kr"/>
                          <a:ea typeface="Noto Sans Kr"/>
                          <a:cs typeface="Noto Sans Kr"/>
                        </a:rPr>
                        <a:t>RAG</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매뉴얼 6종·최대 3종 검색</a:t>
                      </a:r>
                    </a:p>
                    <a:p>
                      <a:r>
                        <a:rPr sz="2100">
                          <a:solidFill>
                            <a:srgbClr val="122C46"/>
                          </a:solidFill>
                          <a:latin typeface="Noto Sans Kr"/>
                          <a:ea typeface="Noto Sans Kr"/>
                          <a:cs typeface="Noto Sans Kr"/>
                        </a:rPr>
                        <a:t>SQLite 벡터 저장</a:t>
                      </a:r>
                    </a:p>
                    <a:p>
                      <a:r>
                        <a:rPr sz="2100">
                          <a:solidFill>
                            <a:srgbClr val="122C46"/>
                          </a:solidFill>
                          <a:latin typeface="Noto Sans Kr"/>
                          <a:ea typeface="Noto Sans Kr"/>
                          <a:cs typeface="Noto Sans Kr"/>
                        </a:rPr>
                        <a:t>NumPy 유사도 계산</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704850">
                <a:tc>
                  <a:txBody>
                    <a:bodyPr/>
                    <a:lstStyle/>
                    <a:p>
                      <a:r>
                        <a:rPr sz="2100">
                          <a:solidFill>
                            <a:srgbClr val="122C46"/>
                          </a:solidFill>
                          <a:latin typeface="Noto Sans Kr"/>
                          <a:ea typeface="Noto Sans Kr"/>
                          <a:cs typeface="Noto Sans Kr"/>
                        </a:rPr>
                        <a:t>LCEL</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프롬프트·모델·파서 연결</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915065902"/>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8" name="section-label">
            <a:extLst xmlns:a="http://schemas.openxmlformats.org/drawingml/2006/main">
              <a:ext uri="{FF2B5EF4-FFF2-40B4-BE49-F238E27FC236}">
                <a16:creationId xmlns:a16="http://schemas.microsoft.com/office/drawing/2014/main" id="{BC1CD896-4E37-47E1-BCAE-CB4E869179B5}"/>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실제 검증</a:t>
            </a:r>
          </a:p>
        </p:txBody>
      </p:sp>
      <p:sp>
        <p:nvSpPr>
          <p:cNvPr id="2" name="page-number">
            <a:extLst xmlns:a="http://schemas.openxmlformats.org/drawingml/2006/main">
              <a:ext uri="{FF2B5EF4-FFF2-40B4-BE49-F238E27FC236}">
                <a16:creationId xmlns:a16="http://schemas.microsoft.com/office/drawing/2014/main" id="{AD841F25-22D5-4938-8919-3BD582A307FB}"/>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07 / 08</a:t>
            </a:r>
          </a:p>
        </p:txBody>
      </p:sp>
      <p:sp>
        <p:nvSpPr>
          <p:cNvPr id="3" name="slide-title">
            <a:extLst xmlns:a="http://schemas.openxmlformats.org/drawingml/2006/main">
              <a:ext uri="{FF2B5EF4-FFF2-40B4-BE49-F238E27FC236}">
                <a16:creationId xmlns:a16="http://schemas.microsoft.com/office/drawing/2014/main" id="{2A1ABE7A-A6C1-4A6B-BA62-181D6D06A22C}"/>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실제 LLM 평가·추적 결과</a:t>
            </a:r>
          </a:p>
        </p:txBody>
      </p:sp>
      <p:sp>
        <p:nvSpPr>
          <p:cNvPr id="4" name="slide-subtitle">
            <a:extLst xmlns:a="http://schemas.openxmlformats.org/drawingml/2006/main">
              <a:ext uri="{FF2B5EF4-FFF2-40B4-BE49-F238E27FC236}">
                <a16:creationId xmlns:a16="http://schemas.microsoft.com/office/drawing/2014/main" id="{E2EF8F28-5968-4348-963E-E15609C7529A}"/>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기능 검사와 별도 Judge 평가를 구분하고, 원격 저장까지 확인했습니다.</a:t>
            </a:r>
          </a:p>
        </p:txBody>
      </p:sp>
      <p:sp>
        <p:nvSpPr>
          <p:cNvPr id="5" name="scope-note">
            <a:extLst xmlns:a="http://schemas.openxmlformats.org/drawingml/2006/main">
              <a:ext uri="{FF2B5EF4-FFF2-40B4-BE49-F238E27FC236}">
                <a16:creationId xmlns:a16="http://schemas.microsoft.com/office/drawing/2014/main" id="{ECF687C8-96BC-49D6-BDC7-817CE5E9EB5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별도 입력 검사: 거절 5건 생성 0토큰 / 2026-10-21 보존 실행·교육용 합성 관측</a:t>
            </a:r>
          </a:p>
        </p:txBody>
      </p:sp>
      <p:cxnSp>
        <p:nvCxnSpPr>
          <p:cNvPr id="6" name="footer-rule">
            <a:extLst xmlns:a="http://schemas.openxmlformats.org/drawingml/2006/main">
              <a:ext uri="{FF2B5EF4-FFF2-40B4-BE49-F238E27FC236}">
                <a16:creationId xmlns:a16="http://schemas.microsoft.com/office/drawing/2014/main" id="{55930782-AA21-4769-BE6D-858D195FABC0}"/>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2DEFEC2C-C845-4444-B081-1AC7E7AEB27F}"/>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result-metric-0">
            <a:extLst xmlns:a="http://schemas.openxmlformats.org/drawingml/2006/main">
              <a:ext uri="{FF2B5EF4-FFF2-40B4-BE49-F238E27FC236}">
                <a16:creationId xmlns:a16="http://schemas.microsoft.com/office/drawing/2014/main" id="{406F9DBB-8363-4875-857F-08C47F991236}"/>
              </a:ext>
            </a:extLst>
          </p:cNvPr>
          <p:cNvSpPr>
            <a:spLocks xmlns:a="http://schemas.openxmlformats.org/drawingml/2006/main" noGrp="1"/>
          </p:cNvSpPr>
          <p:nvPr/>
        </p:nvSpPr>
        <p:spPr>
          <a:xfrm xmlns:a="http://schemas.openxmlformats.org/drawingml/2006/main">
            <a:off x="1143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2B5BEB"/>
                </a:solidFill>
                <a:latin typeface="Noto Sans Bold"/>
                <a:ea typeface="Noto Sans Bold"/>
                <a:cs typeface="Noto Sans Bold"/>
              </a:defRPr>
            </a:defPPr>
            <a:lvl1pPr algn="l">
              <a:buNone/>
              <a:defRPr sz="8250" b="1">
                <a:solidFill>
                  <a:srgbClr val="2B5BEB"/>
                </a:solidFill>
                <a:latin typeface="Noto Sans Bold"/>
                <a:ea typeface="Noto Sans Bold"/>
                <a:cs typeface="Noto Sans Bold"/>
              </a:defRPr>
            </a:lvl1pPr>
            <a:lvl2pPr algn="l">
              <a:buNone/>
              <a:defRPr sz="8250" b="1">
                <a:solidFill>
                  <a:srgbClr val="2B5BEB"/>
                </a:solidFill>
                <a:latin typeface="Noto Sans Bold"/>
                <a:ea typeface="Noto Sans Bold"/>
                <a:cs typeface="Noto Sans Bold"/>
              </a:defRPr>
            </a:lvl2pPr>
            <a:lvl3pPr algn="l">
              <a:buNone/>
              <a:defRPr sz="8250" b="1">
                <a:solidFill>
                  <a:srgbClr val="2B5BEB"/>
                </a:solidFill>
                <a:latin typeface="Noto Sans Bold"/>
                <a:ea typeface="Noto Sans Bold"/>
                <a:cs typeface="Noto Sans Bold"/>
              </a:defRPr>
            </a:lvl3pPr>
            <a:lvl4pPr algn="l">
              <a:buNone/>
              <a:defRPr sz="8250" b="1">
                <a:solidFill>
                  <a:srgbClr val="2B5BEB"/>
                </a:solidFill>
                <a:latin typeface="Noto Sans Bold"/>
                <a:ea typeface="Noto Sans Bold"/>
                <a:cs typeface="Noto Sans Bold"/>
              </a:defRPr>
            </a:lvl4pPr>
            <a:lvl5pPr algn="l">
              <a:buNone/>
              <a:defRPr sz="8250" b="1">
                <a:solidFill>
                  <a:srgbClr val="2B5BEB"/>
                </a:solidFill>
                <a:latin typeface="Noto Sans Bold"/>
                <a:ea typeface="Noto Sans Bold"/>
                <a:cs typeface="Noto Sans Bold"/>
              </a:defRPr>
            </a:lvl5pPr>
            <a:lvl6pPr algn="l">
              <a:buNone/>
              <a:defRPr sz="8250" b="1">
                <a:solidFill>
                  <a:srgbClr val="2B5BEB"/>
                </a:solidFill>
                <a:latin typeface="Noto Sans Bold"/>
                <a:ea typeface="Noto Sans Bold"/>
                <a:cs typeface="Noto Sans Bold"/>
              </a:defRPr>
            </a:lvl6pPr>
            <a:lvl7pPr algn="l">
              <a:buNone/>
              <a:defRPr sz="8250" b="1">
                <a:solidFill>
                  <a:srgbClr val="2B5BEB"/>
                </a:solidFill>
                <a:latin typeface="Noto Sans Bold"/>
                <a:ea typeface="Noto Sans Bold"/>
                <a:cs typeface="Noto Sans Bold"/>
              </a:defRPr>
            </a:lvl7pPr>
            <a:lvl8pPr algn="l">
              <a:buNone/>
              <a:defRPr sz="8250" b="1">
                <a:solidFill>
                  <a:srgbClr val="2B5BEB"/>
                </a:solidFill>
                <a:latin typeface="Noto Sans Bold"/>
                <a:ea typeface="Noto Sans Bold"/>
                <a:cs typeface="Noto Sans Bold"/>
              </a:defRPr>
            </a:lvl8pPr>
            <a:lvl9pPr algn="l">
              <a:buNone/>
              <a:defRPr sz="8250" b="1">
                <a:solidFill>
                  <a:srgbClr val="2B5BEB"/>
                </a:solidFill>
                <a:latin typeface="Noto Sans Bold"/>
                <a:ea typeface="Noto Sans Bold"/>
                <a:cs typeface="Noto Sans Bold"/>
              </a:defRPr>
            </a:lvl9pPr>
          </a:lstStyle>
          <a:p xmlns:a="http://schemas.openxmlformats.org/drawingml/2006/main">
            <a:pPr algn="l">
              <a:buNone/>
              <a:defRPr sz="8250" b="1">
                <a:solidFill>
                  <a:srgbClr val="2B5BEB"/>
                </a:solidFill>
                <a:latin typeface="Noto Sans Bold"/>
                <a:ea typeface="Noto Sans Bold"/>
                <a:cs typeface="Noto Sans Bold"/>
              </a:defRPr>
            </a:pPr>
            <a:r>
              <a:rPr sz="8250" b="1">
                <a:solidFill>
                  <a:srgbClr val="2B5BEB"/>
                </a:solidFill>
                <a:latin typeface="Noto Sans Bold"/>
                <a:ea typeface="Noto Sans Bold"/>
                <a:cs typeface="Noto Sans Bold"/>
              </a:rPr>
              <a:t>99</a:t>
            </a:r>
          </a:p>
        </p:txBody>
      </p:sp>
      <p:sp>
        <p:nvSpPr>
          <p:cNvPr id="9" name="result-label-0">
            <a:extLst xmlns:a="http://schemas.openxmlformats.org/drawingml/2006/main">
              <a:ext uri="{FF2B5EF4-FFF2-40B4-BE49-F238E27FC236}">
                <a16:creationId xmlns:a16="http://schemas.microsoft.com/office/drawing/2014/main" id="{99F2E669-F4E6-493F-86C9-A2935733D73D}"/>
              </a:ext>
            </a:extLst>
          </p:cNvPr>
          <p:cNvSpPr>
            <a:spLocks xmlns:a="http://schemas.openxmlformats.org/drawingml/2006/main" noGrp="1"/>
          </p:cNvSpPr>
          <p:nvPr/>
        </p:nvSpPr>
        <p:spPr>
          <a:xfrm xmlns:a="http://schemas.openxmlformats.org/drawingml/2006/main">
            <a:off x="1143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분기·오류 처리 테스트</a:t>
            </a:r>
          </a:p>
        </p:txBody>
      </p:sp>
      <p:sp>
        <p:nvSpPr>
          <p:cNvPr id="10" name="result-metric-1">
            <a:extLst xmlns:a="http://schemas.openxmlformats.org/drawingml/2006/main">
              <a:ext uri="{FF2B5EF4-FFF2-40B4-BE49-F238E27FC236}">
                <a16:creationId xmlns:a16="http://schemas.microsoft.com/office/drawing/2014/main" id="{953C875C-5ED1-466A-B985-DEBA92BC08BC}"/>
              </a:ext>
            </a:extLst>
          </p:cNvPr>
          <p:cNvSpPr>
            <a:spLocks xmlns:a="http://schemas.openxmlformats.org/drawingml/2006/main" noGrp="1"/>
          </p:cNvSpPr>
          <p:nvPr/>
        </p:nvSpPr>
        <p:spPr>
          <a:xfrm xmlns:a="http://schemas.openxmlformats.org/drawingml/2006/main">
            <a:off x="6477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087F7A"/>
                </a:solidFill>
                <a:latin typeface="Noto Sans Bold"/>
                <a:ea typeface="Noto Sans Bold"/>
                <a:cs typeface="Noto Sans Bold"/>
              </a:defRPr>
            </a:defPPr>
            <a:lvl1pPr algn="l">
              <a:buNone/>
              <a:defRPr sz="8250" b="1">
                <a:solidFill>
                  <a:srgbClr val="087F7A"/>
                </a:solidFill>
                <a:latin typeface="Noto Sans Bold"/>
                <a:ea typeface="Noto Sans Bold"/>
                <a:cs typeface="Noto Sans Bold"/>
              </a:defRPr>
            </a:lvl1pPr>
            <a:lvl2pPr algn="l">
              <a:buNone/>
              <a:defRPr sz="8250" b="1">
                <a:solidFill>
                  <a:srgbClr val="087F7A"/>
                </a:solidFill>
                <a:latin typeface="Noto Sans Bold"/>
                <a:ea typeface="Noto Sans Bold"/>
                <a:cs typeface="Noto Sans Bold"/>
              </a:defRPr>
            </a:lvl2pPr>
            <a:lvl3pPr algn="l">
              <a:buNone/>
              <a:defRPr sz="8250" b="1">
                <a:solidFill>
                  <a:srgbClr val="087F7A"/>
                </a:solidFill>
                <a:latin typeface="Noto Sans Bold"/>
                <a:ea typeface="Noto Sans Bold"/>
                <a:cs typeface="Noto Sans Bold"/>
              </a:defRPr>
            </a:lvl3pPr>
            <a:lvl4pPr algn="l">
              <a:buNone/>
              <a:defRPr sz="8250" b="1">
                <a:solidFill>
                  <a:srgbClr val="087F7A"/>
                </a:solidFill>
                <a:latin typeface="Noto Sans Bold"/>
                <a:ea typeface="Noto Sans Bold"/>
                <a:cs typeface="Noto Sans Bold"/>
              </a:defRPr>
            </a:lvl4pPr>
            <a:lvl5pPr algn="l">
              <a:buNone/>
              <a:defRPr sz="8250" b="1">
                <a:solidFill>
                  <a:srgbClr val="087F7A"/>
                </a:solidFill>
                <a:latin typeface="Noto Sans Bold"/>
                <a:ea typeface="Noto Sans Bold"/>
                <a:cs typeface="Noto Sans Bold"/>
              </a:defRPr>
            </a:lvl5pPr>
            <a:lvl6pPr algn="l">
              <a:buNone/>
              <a:defRPr sz="8250" b="1">
                <a:solidFill>
                  <a:srgbClr val="087F7A"/>
                </a:solidFill>
                <a:latin typeface="Noto Sans Bold"/>
                <a:ea typeface="Noto Sans Bold"/>
                <a:cs typeface="Noto Sans Bold"/>
              </a:defRPr>
            </a:lvl6pPr>
            <a:lvl7pPr algn="l">
              <a:buNone/>
              <a:defRPr sz="8250" b="1">
                <a:solidFill>
                  <a:srgbClr val="087F7A"/>
                </a:solidFill>
                <a:latin typeface="Noto Sans Bold"/>
                <a:ea typeface="Noto Sans Bold"/>
                <a:cs typeface="Noto Sans Bold"/>
              </a:defRPr>
            </a:lvl7pPr>
            <a:lvl8pPr algn="l">
              <a:buNone/>
              <a:defRPr sz="8250" b="1">
                <a:solidFill>
                  <a:srgbClr val="087F7A"/>
                </a:solidFill>
                <a:latin typeface="Noto Sans Bold"/>
                <a:ea typeface="Noto Sans Bold"/>
                <a:cs typeface="Noto Sans Bold"/>
              </a:defRPr>
            </a:lvl8pPr>
            <a:lvl9pPr algn="l">
              <a:buNone/>
              <a:defRPr sz="8250" b="1">
                <a:solidFill>
                  <a:srgbClr val="087F7A"/>
                </a:solidFill>
                <a:latin typeface="Noto Sans Bold"/>
                <a:ea typeface="Noto Sans Bold"/>
                <a:cs typeface="Noto Sans Bold"/>
              </a:defRPr>
            </a:lvl9pPr>
          </a:lstStyle>
          <a:p xmlns:a="http://schemas.openxmlformats.org/drawingml/2006/main">
            <a:pPr algn="l">
              <a:buNone/>
              <a:defRPr sz="8250" b="1">
                <a:solidFill>
                  <a:srgbClr val="087F7A"/>
                </a:solidFill>
                <a:latin typeface="Noto Sans Bold"/>
                <a:ea typeface="Noto Sans Bold"/>
                <a:cs typeface="Noto Sans Bold"/>
              </a:defRPr>
            </a:pPr>
            <a:r>
              <a:rPr sz="8250" b="1">
                <a:solidFill>
                  <a:srgbClr val="087F7A"/>
                </a:solidFill>
                <a:latin typeface="Noto Sans Bold"/>
                <a:ea typeface="Noto Sans Bold"/>
                <a:cs typeface="Noto Sans Bold"/>
              </a:rPr>
              <a:t>6/6</a:t>
            </a:r>
          </a:p>
        </p:txBody>
      </p:sp>
      <p:sp>
        <p:nvSpPr>
          <p:cNvPr id="11" name="result-label-1">
            <a:extLst xmlns:a="http://schemas.openxmlformats.org/drawingml/2006/main">
              <a:ext uri="{FF2B5EF4-FFF2-40B4-BE49-F238E27FC236}">
                <a16:creationId xmlns:a16="http://schemas.microsoft.com/office/drawing/2014/main" id="{A9CD7EFC-8561-48F1-B3B8-4126B3B584ED}"/>
              </a:ext>
            </a:extLst>
          </p:cNvPr>
          <p:cNvSpPr>
            <a:spLocks xmlns:a="http://schemas.openxmlformats.org/drawingml/2006/main" noGrp="1"/>
          </p:cNvSpPr>
          <p:nvPr/>
        </p:nvSpPr>
        <p:spPr>
          <a:xfrm xmlns:a="http://schemas.openxmlformats.org/drawingml/2006/main">
            <a:off x="6477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가설 조사 기능*</a:t>
            </a:r>
          </a:p>
        </p:txBody>
      </p:sp>
      <p:sp>
        <p:nvSpPr>
          <p:cNvPr id="12" name="result-metric-2">
            <a:extLst xmlns:a="http://schemas.openxmlformats.org/drawingml/2006/main">
              <a:ext uri="{FF2B5EF4-FFF2-40B4-BE49-F238E27FC236}">
                <a16:creationId xmlns:a16="http://schemas.microsoft.com/office/drawing/2014/main" id="{65E0DBAB-2E5B-4BFB-8F73-54ED5A865B3C}"/>
              </a:ext>
            </a:extLst>
          </p:cNvPr>
          <p:cNvSpPr>
            <a:spLocks xmlns:a="http://schemas.openxmlformats.org/drawingml/2006/main" noGrp="1"/>
          </p:cNvSpPr>
          <p:nvPr/>
        </p:nvSpPr>
        <p:spPr>
          <a:xfrm xmlns:a="http://schemas.openxmlformats.org/drawingml/2006/main">
            <a:off x="11811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B66A19"/>
                </a:solidFill>
                <a:latin typeface="Noto Sans Bold"/>
                <a:ea typeface="Noto Sans Bold"/>
                <a:cs typeface="Noto Sans Bold"/>
              </a:defRPr>
            </a:defPPr>
            <a:lvl1pPr algn="l">
              <a:buNone/>
              <a:defRPr sz="8250" b="1">
                <a:solidFill>
                  <a:srgbClr val="B66A19"/>
                </a:solidFill>
                <a:latin typeface="Noto Sans Bold"/>
                <a:ea typeface="Noto Sans Bold"/>
                <a:cs typeface="Noto Sans Bold"/>
              </a:defRPr>
            </a:lvl1pPr>
            <a:lvl2pPr algn="l">
              <a:buNone/>
              <a:defRPr sz="8250" b="1">
                <a:solidFill>
                  <a:srgbClr val="B66A19"/>
                </a:solidFill>
                <a:latin typeface="Noto Sans Bold"/>
                <a:ea typeface="Noto Sans Bold"/>
                <a:cs typeface="Noto Sans Bold"/>
              </a:defRPr>
            </a:lvl2pPr>
            <a:lvl3pPr algn="l">
              <a:buNone/>
              <a:defRPr sz="8250" b="1">
                <a:solidFill>
                  <a:srgbClr val="B66A19"/>
                </a:solidFill>
                <a:latin typeface="Noto Sans Bold"/>
                <a:ea typeface="Noto Sans Bold"/>
                <a:cs typeface="Noto Sans Bold"/>
              </a:defRPr>
            </a:lvl3pPr>
            <a:lvl4pPr algn="l">
              <a:buNone/>
              <a:defRPr sz="8250" b="1">
                <a:solidFill>
                  <a:srgbClr val="B66A19"/>
                </a:solidFill>
                <a:latin typeface="Noto Sans Bold"/>
                <a:ea typeface="Noto Sans Bold"/>
                <a:cs typeface="Noto Sans Bold"/>
              </a:defRPr>
            </a:lvl4pPr>
            <a:lvl5pPr algn="l">
              <a:buNone/>
              <a:defRPr sz="8250" b="1">
                <a:solidFill>
                  <a:srgbClr val="B66A19"/>
                </a:solidFill>
                <a:latin typeface="Noto Sans Bold"/>
                <a:ea typeface="Noto Sans Bold"/>
                <a:cs typeface="Noto Sans Bold"/>
              </a:defRPr>
            </a:lvl5pPr>
            <a:lvl6pPr algn="l">
              <a:buNone/>
              <a:defRPr sz="8250" b="1">
                <a:solidFill>
                  <a:srgbClr val="B66A19"/>
                </a:solidFill>
                <a:latin typeface="Noto Sans Bold"/>
                <a:ea typeface="Noto Sans Bold"/>
                <a:cs typeface="Noto Sans Bold"/>
              </a:defRPr>
            </a:lvl6pPr>
            <a:lvl7pPr algn="l">
              <a:buNone/>
              <a:defRPr sz="8250" b="1">
                <a:solidFill>
                  <a:srgbClr val="B66A19"/>
                </a:solidFill>
                <a:latin typeface="Noto Sans Bold"/>
                <a:ea typeface="Noto Sans Bold"/>
                <a:cs typeface="Noto Sans Bold"/>
              </a:defRPr>
            </a:lvl7pPr>
            <a:lvl8pPr algn="l">
              <a:buNone/>
              <a:defRPr sz="8250" b="1">
                <a:solidFill>
                  <a:srgbClr val="B66A19"/>
                </a:solidFill>
                <a:latin typeface="Noto Sans Bold"/>
                <a:ea typeface="Noto Sans Bold"/>
                <a:cs typeface="Noto Sans Bold"/>
              </a:defRPr>
            </a:lvl8pPr>
            <a:lvl9pPr algn="l">
              <a:buNone/>
              <a:defRPr sz="8250" b="1">
                <a:solidFill>
                  <a:srgbClr val="B66A19"/>
                </a:solidFill>
                <a:latin typeface="Noto Sans Bold"/>
                <a:ea typeface="Noto Sans Bold"/>
                <a:cs typeface="Noto Sans Bold"/>
              </a:defRPr>
            </a:lvl9pPr>
          </a:lstStyle>
          <a:p xmlns:a="http://schemas.openxmlformats.org/drawingml/2006/main">
            <a:pPr algn="l">
              <a:buNone/>
              <a:defRPr sz="8250" b="1">
                <a:solidFill>
                  <a:srgbClr val="B66A19"/>
                </a:solidFill>
                <a:latin typeface="Noto Sans Bold"/>
                <a:ea typeface="Noto Sans Bold"/>
                <a:cs typeface="Noto Sans Bold"/>
              </a:defRPr>
            </a:pPr>
            <a:r>
              <a:rPr sz="8250" b="1">
                <a:solidFill>
                  <a:srgbClr val="B66A19"/>
                </a:solidFill>
                <a:latin typeface="Noto Sans Bold"/>
                <a:ea typeface="Noto Sans Bold"/>
                <a:cs typeface="Noto Sans Bold"/>
              </a:rPr>
              <a:t>5/6</a:t>
            </a:r>
          </a:p>
        </p:txBody>
      </p:sp>
      <p:sp>
        <p:nvSpPr>
          <p:cNvPr id="13" name="result-label-2">
            <a:extLst xmlns:a="http://schemas.openxmlformats.org/drawingml/2006/main">
              <a:ext uri="{FF2B5EF4-FFF2-40B4-BE49-F238E27FC236}">
                <a16:creationId xmlns:a16="http://schemas.microsoft.com/office/drawing/2014/main" id="{F90A505F-6F8D-496A-B427-06BFD4AC5CA1}"/>
              </a:ext>
            </a:extLst>
          </p:cNvPr>
          <p:cNvSpPr>
            <a:spLocks xmlns:a="http://schemas.openxmlformats.org/drawingml/2006/main" noGrp="1"/>
          </p:cNvSpPr>
          <p:nvPr/>
        </p:nvSpPr>
        <p:spPr>
          <a:xfrm xmlns:a="http://schemas.openxmlformats.org/drawingml/2006/main">
            <a:off x="11811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Judge 포함 종합*</a:t>
            </a:r>
          </a:p>
        </p:txBody>
      </p:sp>
      <p:cxnSp>
        <p:nvCxnSpPr>
          <p:cNvPr id="14" name="metric-rule-1">
            <a:extLst xmlns:a="http://schemas.openxmlformats.org/drawingml/2006/main">
              <a:ext uri="{FF2B5EF4-FFF2-40B4-BE49-F238E27FC236}">
                <a16:creationId xmlns:a16="http://schemas.microsoft.com/office/drawing/2014/main" id="{D3367E63-81FF-4874-8FB2-F0941A08905F}"/>
              </a:ext>
            </a:extLst>
          </p:cNvPr>
          <p:cNvCxnSpPr/>
          <p:nvPr/>
        </p:nvCxnSpPr>
        <p:spPr>
          <a:xfrm xmlns:a="http://schemas.openxmlformats.org/drawingml/2006/main">
            <a:off x="5905500" y="3476625"/>
            <a:ext cx="0" cy="1571625"/>
          </a:xfrm>
          <a:prstGeom xmlns:a="http://schemas.openxmlformats.org/drawingml/2006/main" prst="straightConnector1">
            <a:avLst/>
          </a:prstGeom>
          <a:ln xmlns:a="http://schemas.openxmlformats.org/drawingml/2006/main" w="28575">
            <a:solidFill>
              <a:srgbClr val="DDE5EE"/>
            </a:solidFill>
          </a:ln>
        </p:spPr>
      </p:cxnSp>
      <p:cxnSp>
        <p:nvCxnSpPr>
          <p:cNvPr id="15" name="metric-rule-2">
            <a:extLst xmlns:a="http://schemas.openxmlformats.org/drawingml/2006/main">
              <a:ext uri="{FF2B5EF4-FFF2-40B4-BE49-F238E27FC236}">
                <a16:creationId xmlns:a16="http://schemas.microsoft.com/office/drawing/2014/main" id="{3BC0B764-BE30-4CF4-BA26-B4BB15428989}"/>
              </a:ext>
            </a:extLst>
          </p:cNvPr>
          <p:cNvCxnSpPr/>
          <p:nvPr/>
        </p:nvCxnSpPr>
        <p:spPr>
          <a:xfrm xmlns:a="http://schemas.openxmlformats.org/drawingml/2006/main">
            <a:off x="11239500" y="3476625"/>
            <a:ext cx="0" cy="1571625"/>
          </a:xfrm>
          <a:prstGeom xmlns:a="http://schemas.openxmlformats.org/drawingml/2006/main" prst="straightConnector1">
            <a:avLst/>
          </a:prstGeom>
          <a:ln xmlns:a="http://schemas.openxmlformats.org/drawingml/2006/main" w="28575">
            <a:solidFill>
              <a:srgbClr val="DDE5EE"/>
            </a:solidFill>
          </a:ln>
        </p:spPr>
      </p:cxnSp>
      <p:sp>
        <p:nvSpPr>
          <p:cNvPr id="16" name="metric-scope">
            <a:extLst xmlns:a="http://schemas.openxmlformats.org/drawingml/2006/main">
              <a:ext uri="{FF2B5EF4-FFF2-40B4-BE49-F238E27FC236}">
                <a16:creationId xmlns:a16="http://schemas.microsoft.com/office/drawing/2014/main" id="{2DF32EAF-35F8-4F7F-8914-0B31F5BABDE0}"/>
              </a:ext>
            </a:extLst>
          </p:cNvPr>
          <p:cNvSpPr>
            <a:spLocks xmlns:a="http://schemas.openxmlformats.org/drawingml/2006/main" noGrp="1"/>
          </p:cNvSpPr>
          <p:nvPr/>
        </p:nvSpPr>
        <p:spPr>
          <a:xfrm xmlns:a="http://schemas.openxmlformats.org/drawingml/2006/main">
            <a:off x="1143000" y="533400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 입력 검사 도입 전 실제 Ollama 6개 사례 평가</a:t>
            </a:r>
          </a:p>
        </p:txBody>
      </p:sp>
      <p:graphicFrame>
        <p:nvGraphicFramePr>
          <p:cNvPr id="17" name="">
            <a:extLst xmlns:a="http://schemas.openxmlformats.org/drawingml/2006/main">
              <a:ext uri="{FF2B5EF4-FFF2-40B4-BE49-F238E27FC236}">
                <a16:creationId xmlns:a16="http://schemas.microsoft.com/office/drawing/2014/main" id="{527787AD-4052-46C7-9164-7AA3A844C4C8}"/>
              </a:ext>
            </a:extLst>
          </p:cNvPr>
          <p:cNvGraphicFramePr/>
          <p:nvPr/>
        </p:nvGraphicFramePr>
        <p:xfrm>
          <a:off xmlns:a="http://schemas.openxmlformats.org/drawingml/2006/main" x="1143000" y="5905500"/>
          <a:ext xmlns:a="http://schemas.openxmlformats.org/drawingml/2006/main" cx="16002000" cy="2590800"/>
        </p:xfrm>
        <a:graphic xmlns:a="http://schemas.openxmlformats.org/drawingml/2006/main">
          <a:graphicData uri="http://schemas.openxmlformats.org/drawingml/2006/table">
            <a:tbl>
              <a:tblPr firstRow="0" bandRow="0"/>
              <a:tblGrid>
                <a:gridCol w="3714750"/>
                <a:gridCol w="7905750"/>
                <a:gridCol w="4381500"/>
              </a:tblGrid>
              <a:tr h="533400">
                <a:tc>
                  <a:txBody>
                    <a:bodyPr/>
                    <a:lstStyle/>
                    <a:p>
                      <a:r>
                        <a:rPr sz="2025" b="1">
                          <a:solidFill>
                            <a:srgbClr val="FFFFFF"/>
                          </a:solidFill>
                          <a:latin typeface="Noto Sans Bold"/>
                          <a:ea typeface="Noto Sans Bold"/>
                          <a:cs typeface="Noto Sans Bold"/>
                        </a:rPr>
                        <a:t>대상</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실제 실행·평가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확인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685800">
                <a:tc>
                  <a:txBody>
                    <a:bodyPr/>
                    <a:lstStyle/>
                    <a:p>
                      <a:r>
                        <a:rPr sz="2100">
                          <a:solidFill>
                            <a:srgbClr val="122C46"/>
                          </a:solidFill>
                          <a:latin typeface="Noto Sans Kr"/>
                          <a:ea typeface="Noto Sans Kr"/>
                          <a:cs typeface="Noto Sans Kr"/>
                        </a:rPr>
                        <a:t>traffic 사례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기능 통과 · Judge 5개 항목 모두 5/5</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종합 통과</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00">
                          <a:solidFill>
                            <a:srgbClr val="122C46"/>
                          </a:solidFill>
                          <a:latin typeface="Noto Sans Kr"/>
                          <a:ea typeface="Noto Sans Kr"/>
                          <a:cs typeface="Noto Sans Kr"/>
                        </a:rPr>
                        <a:t>release 사례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기능 통과 · Judge 근거충실성 2/5</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종합 미통과 보존</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00">
                          <a:solidFill>
                            <a:srgbClr val="122C46"/>
                          </a:solidFill>
                          <a:latin typeface="Noto Sans Kr"/>
                          <a:ea typeface="Noto Sans Kr"/>
                          <a:cs typeface="Noto Sans Kr"/>
                        </a:rPr>
                        <a:t>LangSmith</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실행 6건 · 평가 점수 30개 재조회</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원격 저장 확인</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719094336"/>
      </p:ext>
    </p:extLst>
  </p:cSld>
</p:sld>
</file>

<file path=ppt/slides/slide8.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D8CE3078-0363-492D-8321-1D092F66BC5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교훈</a:t>
            </a:r>
          </a:p>
        </p:txBody>
      </p:sp>
      <p:sp>
        <p:nvSpPr>
          <p:cNvPr id="2" name="page-number">
            <a:extLst xmlns:a="http://schemas.openxmlformats.org/drawingml/2006/main">
              <a:ext uri="{FF2B5EF4-FFF2-40B4-BE49-F238E27FC236}">
                <a16:creationId xmlns:a16="http://schemas.microsoft.com/office/drawing/2014/main" id="{AFA31181-E044-4131-8EB2-AA8A51AECA5E}"/>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08 / 08</a:t>
            </a:r>
          </a:p>
        </p:txBody>
      </p:sp>
      <p:sp>
        <p:nvSpPr>
          <p:cNvPr id="3" name="slide-title">
            <a:extLst xmlns:a="http://schemas.openxmlformats.org/drawingml/2006/main">
              <a:ext uri="{FF2B5EF4-FFF2-40B4-BE49-F238E27FC236}">
                <a16:creationId xmlns:a16="http://schemas.microsoft.com/office/drawing/2014/main" id="{FDBB3ED1-0B4E-43E8-996B-88CBC26E00F1}"/>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한계와 다음 개선, 배운 점</a:t>
            </a:r>
          </a:p>
        </p:txBody>
      </p:sp>
      <p:sp>
        <p:nvSpPr>
          <p:cNvPr id="4" name="slide-subtitle">
            <a:extLst xmlns:a="http://schemas.openxmlformats.org/drawingml/2006/main">
              <a:ext uri="{FF2B5EF4-FFF2-40B4-BE49-F238E27FC236}">
                <a16:creationId xmlns:a16="http://schemas.microsoft.com/office/drawing/2014/main" id="{E8CE40A9-AABF-4D52-9204-D37F2A2E57A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현재 검증 범위와 운영 적용에 필요한 다음 단계를 함께 정리했습니다.</a:t>
            </a:r>
          </a:p>
        </p:txBody>
      </p:sp>
      <p:sp>
        <p:nvSpPr>
          <p:cNvPr id="5" name="scope-note">
            <a:extLst xmlns:a="http://schemas.openxmlformats.org/drawingml/2006/main">
              <a:ext uri="{FF2B5EF4-FFF2-40B4-BE49-F238E27FC236}">
                <a16:creationId xmlns:a16="http://schemas.microsoft.com/office/drawing/2014/main" id="{7329854A-BAED-4059-8B23-6145A4263580}"/>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교차 지지도 인과 확정과 구분합니다. 전체 비용 절감률은 미측정입니다.</a:t>
            </a:r>
          </a:p>
        </p:txBody>
      </p:sp>
      <p:cxnSp>
        <p:nvCxnSpPr>
          <p:cNvPr id="6" name="footer-rule">
            <a:extLst xmlns:a="http://schemas.openxmlformats.org/drawingml/2006/main">
              <a:ext uri="{FF2B5EF4-FFF2-40B4-BE49-F238E27FC236}">
                <a16:creationId xmlns:a16="http://schemas.microsoft.com/office/drawing/2014/main" id="{22533769-5E50-4BAF-A100-9BB5A800D89C}"/>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748AD6C6-F256-4462-96AB-16B9449F557F}"/>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5ECDF77E-7EA2-4B8B-8B1D-528FB008D77B}"/>
              </a:ext>
            </a:extLst>
          </p:cNvPr>
          <p:cNvGraphicFramePr/>
          <p:nvPr/>
        </p:nvGraphicFramePr>
        <p:xfrm>
          <a:off xmlns:a="http://schemas.openxmlformats.org/drawingml/2006/main" x="1143000" y="3333750"/>
          <a:ext xmlns:a="http://schemas.openxmlformats.org/drawingml/2006/main" cx="16002000" cy="3619500"/>
        </p:xfrm>
        <a:graphic xmlns:a="http://schemas.openxmlformats.org/drawingml/2006/main">
          <a:graphicData uri="http://schemas.openxmlformats.org/drawingml/2006/table">
            <a:tbl>
              <a:tblPr firstRow="0" bandRow="0"/>
              <a:tblGrid>
                <a:gridCol w="8001000"/>
                <a:gridCol w="8001000"/>
              </a:tblGrid>
              <a:tr h="533400">
                <a:tc>
                  <a:txBody>
                    <a:bodyPr/>
                    <a:lstStyle/>
                    <a:p>
                      <a:r>
                        <a:rPr sz="2100" b="1">
                          <a:solidFill>
                            <a:srgbClr val="FFFFFF"/>
                          </a:solidFill>
                          <a:latin typeface="Noto Sans Bold"/>
                          <a:ea typeface="Noto Sans Bold"/>
                          <a:cs typeface="Noto Sans Bold"/>
                        </a:rPr>
                        <a:t>남은 한계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00" b="1">
                          <a:solidFill>
                            <a:srgbClr val="FFFFFF"/>
                          </a:solidFill>
                          <a:latin typeface="Noto Sans Bold"/>
                          <a:ea typeface="Noto Sans Bold"/>
                          <a:cs typeface="Noto Sans Bold"/>
                        </a:rPr>
                        <a:t>다음 개선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028700">
                <a:tc>
                  <a:txBody>
                    <a:bodyPr/>
                    <a:lstStyle/>
                    <a:p>
                      <a:r>
                        <a:rPr sz="2400">
                          <a:solidFill>
                            <a:srgbClr val="122C46"/>
                          </a:solidFill>
                          <a:latin typeface="Noto Sans Kr"/>
                          <a:ea typeface="Noto Sans Kr"/>
                          <a:cs typeface="Noto Sans Kr"/>
                        </a:rPr>
                        <a:t>CPU 세 가설·합성 관측</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실제 모니터링 연결, 조사 범위 확장</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조회 한도로 미확인 가설 잔존</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조사 우선순위와 호출 비용 계측</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Judge 편향·입력 필터 오탐·미탐</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다른 계열·사람 평가로 검증 보완</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eflection">
            <a:extLst xmlns:a="http://schemas.openxmlformats.org/drawingml/2006/main">
              <a:ext uri="{FF2B5EF4-FFF2-40B4-BE49-F238E27FC236}">
                <a16:creationId xmlns:a16="http://schemas.microsoft.com/office/drawing/2014/main" id="{365A5D64-6A28-4ED2-87BC-03BE1B5A3911}"/>
              </a:ext>
            </a:extLst>
          </p:cNvPr>
          <p:cNvSpPr>
            <a:spLocks xmlns:a="http://schemas.openxmlformats.org/drawingml/2006/main" noGrp="1"/>
          </p:cNvSpPr>
          <p:nvPr/>
        </p:nvSpPr>
        <p:spPr>
          <a:xfrm xmlns:a="http://schemas.openxmlformats.org/drawingml/2006/main">
            <a:off x="1143000" y="7524750"/>
            <a:ext cx="16002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판단 조건과 근거를 남겨야,</a:t>
            </a:r>
          </a:p>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설명이 바뀐 이유를 검증할 수 있었습니다.</a:t>
            </a:r>
          </a:p>
        </p:txBody>
      </p:sp>
    </p:spTree>
    <p:extLst>
      <p:ext uri="{BB962C8B-B14F-4D97-AF65-F5344CB8AC3E}">
        <p14:creationId xmlns:p14="http://schemas.microsoft.com/office/powerpoint/2010/main" val="165263434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2026-10-22T04:50:07.3080000Z</dcterms:created>
  <dcterms:modified xsi:type="dcterms:W3CDTF">2026-10-22T04:50:07.3080000Z</dcterms:modified>
</coreProperties>
</file>