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605eabc07148ea" /><Relationship Type="http://schemas.openxmlformats.org/officeDocument/2006/relationships/extended-properties" Target="/docProps/app.xml" Id="R63a221977cc8472a" /><Relationship Type="http://schemas.openxmlformats.org/officeDocument/2006/relationships/officeDocument" Target="/ppt/presentation.xml" Id="R8ad22ac237c54b3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f8a820ca7b34c6e"/>
  </p:sldMasterIdLst>
  <p:notesMasterIdLst>
    <p:notesMasterId xmlns:r="http://schemas.openxmlformats.org/officeDocument/2006/relationships" r:id="Re86af93cd3ae47d7"/>
  </p:notesMasterIdLst>
  <p:sldIdLst>
    <p:sldId xmlns:r="http://schemas.openxmlformats.org/officeDocument/2006/relationships" id="256" r:id="Rca370d6e53d0416e"/>
    <p:sldId xmlns:r="http://schemas.openxmlformats.org/officeDocument/2006/relationships" id="257" r:id="R0a145d0f233f4d2a"/>
    <p:sldId xmlns:r="http://schemas.openxmlformats.org/officeDocument/2006/relationships" id="258" r:id="R3353804f211c41ea"/>
    <p:sldId xmlns:r="http://schemas.openxmlformats.org/officeDocument/2006/relationships" id="259" r:id="R6e1377d6e2094407"/>
    <p:sldId xmlns:r="http://schemas.openxmlformats.org/officeDocument/2006/relationships" id="260" r:id="R4b3c806dd6c443c6"/>
    <p:sldId xmlns:r="http://schemas.openxmlformats.org/officeDocument/2006/relationships" id="261" r:id="Rfa7784b8587e42a4"/>
    <p:sldId xmlns:r="http://schemas.openxmlformats.org/officeDocument/2006/relationships" id="262" r:id="Rf44de557d5ab428f"/>
    <p:sldId xmlns:r="http://schemas.openxmlformats.org/officeDocument/2006/relationships" id="263" r:id="R53a201f7c6454480"/>
  </p:sldIdLst>
  <p:sldSz cx="18288000" cy="10287000"/>
  <p:notesSz cx="6858000" cy="9144000"/>
  <p:embeddedFontLst>
    <p:embeddedFont>
      <p:font typeface="Noto Sans Bold"/>
      <p:regular xmlns:r="http://schemas.openxmlformats.org/officeDocument/2006/relationships" r:id="R56dbfc30b76b447e"/>
    </p:embeddedFont>
    <p:embeddedFont>
      <p:font typeface="Noto Sans Kr"/>
      <p:regular xmlns:r="http://schemas.openxmlformats.org/officeDocument/2006/relationships" r:id="R7f01fc897b074d43"/>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d8ca016704e4977" /><Relationship Type="http://schemas.openxmlformats.org/officeDocument/2006/relationships/slideMaster" Target="/ppt/slideMasters/slideMaster1.xml" Id="Raf8a820ca7b34c6e" /><Relationship Type="http://schemas.openxmlformats.org/officeDocument/2006/relationships/notesMaster" Target="/ppt/notesMasters/notesMaster1.xml" Id="Re86af93cd3ae47d7" /><Relationship Type="http://schemas.openxmlformats.org/officeDocument/2006/relationships/presProps" Target="/ppt/presProps.xml" Id="Rdb1cefc9a1d042d6" /><Relationship Type="http://schemas.openxmlformats.org/officeDocument/2006/relationships/viewProps" Target="/ppt/viewProps.xml" Id="Rc7302086c7944df6" /><Relationship Type="http://schemas.openxmlformats.org/officeDocument/2006/relationships/tableStyles" Target="/ppt/tableStyles.xml" Id="R456def719a214c52" /><Relationship Type="http://schemas.openxmlformats.org/officeDocument/2006/relationships/font" Target="/ppt/fonts/font.dat" Id="R56dbfc30b76b447e" /><Relationship Type="http://schemas.openxmlformats.org/officeDocument/2006/relationships/font" Target="/ppt/fonts/font2.dat" Id="R7f01fc897b074d43" /><Relationship Type="http://schemas.openxmlformats.org/officeDocument/2006/relationships/slide" Target="/ppt/slides/slide1.xml" Id="Rca370d6e53d0416e" /><Relationship Type="http://schemas.openxmlformats.org/officeDocument/2006/relationships/slide" Target="/ppt/slides/slide2.xml" Id="R0a145d0f233f4d2a" /><Relationship Type="http://schemas.openxmlformats.org/officeDocument/2006/relationships/slide" Target="/ppt/slides/slide3.xml" Id="R3353804f211c41ea" /><Relationship Type="http://schemas.openxmlformats.org/officeDocument/2006/relationships/slide" Target="/ppt/slides/slide4.xml" Id="R6e1377d6e2094407" /><Relationship Type="http://schemas.openxmlformats.org/officeDocument/2006/relationships/slide" Target="/ppt/slides/slide5.xml" Id="R4b3c806dd6c443c6" /><Relationship Type="http://schemas.openxmlformats.org/officeDocument/2006/relationships/slide" Target="/ppt/slides/slide6.xml" Id="Rfa7784b8587e42a4" /><Relationship Type="http://schemas.openxmlformats.org/officeDocument/2006/relationships/slide" Target="/ppt/slides/slide7.xml" Id="Rf44de557d5ab428f" /><Relationship Type="http://schemas.openxmlformats.org/officeDocument/2006/relationships/slide" Target="/ppt/slides/slide8.xml" Id="R53a201f7c64544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bcee683ff342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1860cb78054921" /><Relationship Type="http://schemas.openxmlformats.org/officeDocument/2006/relationships/notesMaster" Target="/ppt/notesMasters/notesMaster1.xml" Id="R7c9fd591be3e42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225449de944eb6" /><Relationship Type="http://schemas.openxmlformats.org/officeDocument/2006/relationships/notesMaster" Target="/ppt/notesMasters/notesMaster1.xml" Id="Rb54b1d1f81804f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19e7023a294ebd" /><Relationship Type="http://schemas.openxmlformats.org/officeDocument/2006/relationships/notesMaster" Target="/ppt/notesMasters/notesMaster1.xml" Id="R91e37c37a8074e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a07052a8504f4f" /><Relationship Type="http://schemas.openxmlformats.org/officeDocument/2006/relationships/notesMaster" Target="/ppt/notesMasters/notesMaster1.xml" Id="R7073f84b3acf47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c83c8c98dd46b2" /><Relationship Type="http://schemas.openxmlformats.org/officeDocument/2006/relationships/notesMaster" Target="/ppt/notesMasters/notesMaster1.xml" Id="Ra1e7bc29299540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3b89def1f94449" /><Relationship Type="http://schemas.openxmlformats.org/officeDocument/2006/relationships/notesMaster" Target="/ppt/notesMasters/notesMaster1.xml" Id="Rc9e8dbc8798b44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e5d870da394c6e" /><Relationship Type="http://schemas.openxmlformats.org/officeDocument/2006/relationships/notesMaster" Target="/ppt/notesMasters/notesMaster1.xml" Id="R9b3e6241503842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3ea88267509745de" /><Relationship Type="http://schemas.openxmlformats.org/officeDocument/2006/relationships/notesMaster" Target="/ppt/notesMasters/notesMaster1.xml" Id="R4e4aa2e8c83246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0~15초</a:t>
            </a:r>
          </a:p>
          <a:p xmlns:a="http://schemas.openxmlformats.org/drawingml/2006/main">
            <a:r>
              <a:t/>
            </a:r>
          </a:p>
          <a:p xmlns:a="http://schemas.openxmlformats.org/drawingml/2006/main">
            <a:r>
              <a:t>발표 멘트</a:t>
            </a:r>
          </a:p>
          <a:p xmlns:a="http://schemas.openxmlformats.org/drawingml/2006/main">
            <a:r>
              <a:t>안녕하세요. SKALA 광주 2반 G066 정준용입니다. 장애 질문에 답하는 운영 진단 에이전트에 입력 검사와 가설 기반 추가 조사를 구현했습니다. 핵심 기능, 전체 구조, 실제 검증 결과 순서로 설명하겠습니다.</a:t>
            </a:r>
          </a:p>
          <a:p xmlns:a="http://schemas.openxmlformats.org/drawingml/2006/main">
            <a:r>
              <a:t/>
            </a:r>
          </a:p>
          <a:p xmlns:a="http://schemas.openxmlformats.org/drawingml/2006/main">
            <a:r>
              <a:t>화면 진행</a:t>
            </a:r>
          </a:p>
          <a:p xmlns:a="http://schemas.openxmlformats.org/drawingml/2006/main">
            <a:r>
              <a:t>프로젝트명과 소속을 소개한다.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해결 과제와 개선 이유</a:t>
            </a:r>
          </a:p>
          <a:p xmlns:a="http://schemas.openxmlformats.org/drawingml/2006/main">
            <a:r>
              <a:t>SKALA 광주 2반 · G066 · 정준용</a:t>
            </a:r>
          </a:p>
          <a:p xmlns:a="http://schemas.openxmlformats.org/drawingml/2006/main">
            <a:r>
              <a:t>발표 시간 30초 / 15~45초</a:t>
            </a:r>
          </a:p>
          <a:p xmlns:a="http://schemas.openxmlformats.org/drawingml/2006/main">
            <a:r>
              <a:t/>
            </a:r>
          </a:p>
          <a:p xmlns:a="http://schemas.openxmlformats.org/drawingml/2006/main">
            <a:r>
              <a:t>발표 멘트</a:t>
            </a:r>
          </a:p>
          <a:p xmlns:a="http://schemas.openxmlformats.org/drawingml/2006/main">
            <a:r>
              <a:t>첫째, 업무 외 입력에도 모델을 호출해 토큰이 낭비됐습니다. 둘째, CPU 상승과 경고만으로 원인을 추정하면 잘못된 조치를 권할 수 있었습니다. 셋째, 문서와 조회 결과가 불완전하거나 수치가 틀려도 답변을 신뢰하기 어려웠습니다. 그래서 호출 전 입력 검사, 가설을 구별하는 추가 조사, 근거 수집과 사실 검증을 연결했습니다. 화면에는 결과뿐 아니라 판단이 달라진 이유도 보여줍니다.</a:t>
            </a:r>
          </a:p>
          <a:p xmlns:a="http://schemas.openxmlformats.org/drawingml/2006/main">
            <a:r>
              <a:t/>
            </a:r>
          </a:p>
          <a:p xmlns:a="http://schemas.openxmlformats.org/drawingml/2006/main">
            <a:r>
              <a:t>화면 진행</a:t>
            </a:r>
          </a:p>
          <a:p xmlns:a="http://schemas.openxmlformats.org/drawingml/2006/main">
            <a:r>
              <a:t>업무 외 입력, 근거가 부족한 원인 추정, 조회 실패와 수치 오류를 각각의 개선과 연결한다.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 validation으로 호출 전 차단</a:t>
            </a:r>
          </a:p>
          <a:p xmlns:a="http://schemas.openxmlformats.org/drawingml/2006/main">
            <a:r>
              <a:t>SKALA 광주 2반 · G066 · 정준용</a:t>
            </a:r>
          </a:p>
          <a:p xmlns:a="http://schemas.openxmlformats.org/drawingml/2006/main">
            <a:r>
              <a:t>발표 시간 35초 / 45~80초</a:t>
            </a:r>
          </a:p>
          <a:p xmlns:a="http://schemas.openxmlformats.org/drawingml/2006/main">
            <a:r>
              <a:t/>
            </a:r>
          </a:p>
          <a:p xmlns:a="http://schemas.openxmlformats.org/drawingml/2006/main">
            <a:r>
              <a:t>발표 멘트</a:t>
            </a:r>
          </a:p>
          <a:p xmlns:a="http://schemas.openxmlformats.org/drawingml/2006/main">
            <a:r>
              <a:t>입력 검사는 모델을 부르기 전에 백엔드에서 실행합니다. 반복 문자나 명백한 업무 외 요청을 로컬 규칙으로 거절합니다. 등록된 대상이 불분명하면 추가 질문을 하고, 짧은 후속 답변은 원래 질문과 연결합니다. 거절 입력은 저장하지 않아 맥락이 오염되는 것도 막았습니다. 실제 서버에 보낸 거절 다섯 건은 생성 0토큰이었고 LLM과 MCP 호출도 없었습니다. 전체 서비스의 비용 절감률까지 측정한 것은 아닙니다.</a:t>
            </a:r>
          </a:p>
          <a:p xmlns:a="http://schemas.openxmlformats.org/drawingml/2006/main">
            <a:r>
              <a:t/>
            </a:r>
          </a:p>
          <a:p xmlns:a="http://schemas.openxmlformats.org/drawingml/2006/main">
            <a:r>
              <a:t>화면 진행</a:t>
            </a:r>
          </a:p>
          <a:p xmlns:a="http://schemas.openxmlformats.org/drawingml/2006/main">
            <a:r>
              <a:t>입력별 처리와 생성 0토큰의 검증 범위를 짚는다.</a:t>
            </a:r>
          </a:p>
          <a:p xmlns:a="http://schemas.openxmlformats.org/drawingml/2006/main">
            <a:r>
              <a:t/>
            </a:r>
          </a:p>
          <a:p xmlns:a="http://schemas.openxmlformats.org/drawingml/2006/main">
            <a:r>
              <a:t>근거 자료</a:t>
            </a:r>
          </a:p>
          <a:p xmlns:a="http://schemas.openxmlformats.org/drawingml/2006/main">
            <a:r>
              <a:t>https://github.com/beshurl/skala-ai-mini-project/blob/main/server.py</a:t>
            </a:r>
          </a:p>
          <a:p xmlns:a="http://schemas.openxmlformats.org/drawingml/2006/main">
            <a:r>
              <a:t>https://github.com/beshurl/skala-ai-mini-project/blob/main/agent/input_validation.py</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가설을 구별하는 추가 조사</a:t>
            </a:r>
          </a:p>
          <a:p xmlns:a="http://schemas.openxmlformats.org/drawingml/2006/main">
            <a:r>
              <a:t>SKALA 광주 2반 · G066 · 정준용</a:t>
            </a:r>
          </a:p>
          <a:p xmlns:a="http://schemas.openxmlformats.org/drawingml/2006/main">
            <a:r>
              <a:t>발표 시간 50초 / 80~130초</a:t>
            </a:r>
          </a:p>
          <a:p xmlns:a="http://schemas.openxmlformats.org/drawingml/2006/main">
            <a:r>
              <a:t/>
            </a:r>
          </a:p>
          <a:p xmlns:a="http://schemas.openxmlformats.org/drawingml/2006/main">
            <a:r>
              <a:t>발표 멘트</a:t>
            </a:r>
          </a:p>
          <a:p xmlns:a="http://schemas.openxmlformats.org/drawingml/2006/main">
            <a:r>
              <a:t>핵심 차별점은 조회 전에 지지와 반증 조건을 정하는 점입니다. 실제 LLM은 허용된 질문 중 아직 하지 않은 질문을 고릅니다. MCP가 추가 관측을 읽으면 코드는 같은 5분 구간의 수치로 가설을 판정합니다. 부족하면 다음 질문을 고르되 전체 조회는 네 번으로 제한합니다. 두 관측이 한 가설을 지지하고 경쟁 가설이 반증되면 조기 종료하며, 자료가 부족하거나 상충하면 판단을 보류합니다. 프론트에는 조사 이유, 관측값과 판단 전후를 보여줍니다. 현재는 CPU 장애의 세 가설과 교육용 합성 관측에 적용합니다.</a:t>
            </a:r>
          </a:p>
          <a:p xmlns:a="http://schemas.openxmlformats.org/drawingml/2006/main">
            <a:r>
              <a:t/>
            </a:r>
          </a:p>
          <a:p xmlns:a="http://schemas.openxmlformats.org/drawingml/2006/main">
            <a:r>
              <a:t>화면 진행</a:t>
            </a:r>
          </a:p>
          <a:p xmlns:a="http://schemas.openxmlformats.org/drawingml/2006/main">
            <a:r>
              <a:t>조건 설정, 질문 선택, 관측 대조, 종료 판정을 표 순서로 설명한다.</a:t>
            </a:r>
          </a:p>
          <a:p xmlns:a="http://schemas.openxmlformats.org/drawingml/2006/main">
            <a:r>
              <a:t/>
            </a:r>
          </a:p>
          <a:p xmlns:a="http://schemas.openxmlformats.org/drawingml/2006/main">
            <a:r>
              <a:t>근거 자료</a:t>
            </a:r>
          </a:p>
          <a:p xmlns:a="http://schemas.openxmlformats.org/drawingml/2006/main">
            <a:r>
              <a:t>https://github.com/beshurl/skala-ai-mini-project/blob/main/agent/investigation.py</a:t>
            </a:r>
          </a:p>
          <a:p xmlns:a="http://schemas.openxmlformats.org/drawingml/2006/main">
            <a:r>
              <a:t>https://github.com/beshurl/skala-ai-mini-project/blob/main/agent/contracts.py</a:t>
            </a:r>
          </a:p>
          <a:p xmlns:a="http://schemas.openxmlformats.org/drawingml/2006/main">
            <a:r>
              <a:t>https://github.com/beshurl/skala-ai-mini-project/blob/main/frontend/app.js</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50초 / 130~180초</a:t>
            </a:r>
          </a:p>
          <a:p xmlns:a="http://schemas.openxmlformats.org/drawingml/2006/main">
            <a:r>
              <a:t/>
            </a:r>
          </a:p>
          <a:p xmlns:a="http://schemas.openxmlformats.org/drawingml/2006/main">
            <a:r>
              <a:t>발표 멘트</a:t>
            </a:r>
          </a:p>
          <a:p xmlns:a="http://schemas.openxmlformats.org/drawingml/2006/main">
            <a:r>
              <a:t>전체 구조는 이 한 장으로 설명하겠습니다. Vue 화면이 FastAPI에 질문을 전달하고 SSE로 진행 상황을 받습니다. 백엔드는 입력과 대상을 확인하고 LangGraph가 근거 수집과 가설 조사, 검증을 조정합니다. 실제 모델은 Ollama로 연결했고 OpenAI 연결도 지원합니다. MCP는 읽기 전용 관측 조회를, RAG는 매뉴얼 의미 검색을 담당합니다. SQLite에는 완료 결과와 근거, 대화 맥락을 저장합니다. 별도 Judge와 LangSmith는 품질 평가와 원격 추적을 담당합니다. 관측은 교육용 합성 데이터를 사용했습니다.</a:t>
            </a:r>
          </a:p>
          <a:p xmlns:a="http://schemas.openxmlformats.org/drawingml/2006/main">
            <a:r>
              <a:t/>
            </a:r>
          </a:p>
          <a:p xmlns:a="http://schemas.openxmlformats.org/drawingml/2006/main">
            <a:r>
              <a:t>화면 진행</a:t>
            </a:r>
          </a:p>
          <a:p xmlns:a="http://schemas.openxmlformats.org/drawingml/2006/main">
            <a:r>
              <a:t>전체 구조에서 Vue, FastAPI, LangGraph 경로를 짚고 LLM, MCP·RAG, SQLite, 평가·추적의 역할만 설명한다.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역할 분리</a:t>
            </a:r>
          </a:p>
          <a:p xmlns:a="http://schemas.openxmlformats.org/drawingml/2006/main">
            <a:r>
              <a:t>SKALA 광주 2반 · G066 · 정준용</a:t>
            </a:r>
          </a:p>
          <a:p xmlns:a="http://schemas.openxmlformats.org/drawingml/2006/main">
            <a:r>
              <a:t>발표 시간 40초 / 180~220초</a:t>
            </a:r>
          </a:p>
          <a:p xmlns:a="http://schemas.openxmlformats.org/drawingml/2006/main">
            <a:r>
              <a:t/>
            </a:r>
          </a:p>
          <a:p xmlns:a="http://schemas.openxmlformats.org/drawingml/2006/main">
            <a:r>
              <a:t>발표 멘트</a:t>
            </a:r>
          </a:p>
          <a:p xmlns:a="http://schemas.openxmlformats.org/drawingml/2006/main">
            <a:r>
              <a:t>LangGraph Supervisor가 지표와 로그, 런북 전문 조회를 조정합니다. 전문 조회가 모두 별도 LLM인 것은 아닙니다. MCP는 조회 Tool, 런북 원문 Resource, 조사 절차 Prompt를 제공합니다. RAG는 매뉴얼 여섯 종을 임베딩해 SQLite에 저장하고 NumPy 코사인 유사도로 최대 세 개를 검색합니다. LCEL 작성 결과는 대상과 수치, 출처와 허용 조치를 코드로 검사합니다. 최대 세 번 작성해도 실패하면 확인한 관측만 안내합니다. 별도 Judge와 LangSmith, 모듈화와 의존성 주입, 단위·API 테스트로 품질과 실행 과정을 확인했습니다.</a:t>
            </a:r>
          </a:p>
          <a:p xmlns:a="http://schemas.openxmlformats.org/drawingml/2006/main">
            <a:r>
              <a:t/>
            </a:r>
          </a:p>
          <a:p xmlns:a="http://schemas.openxmlformats.org/drawingml/2006/main">
            <a:r>
              <a:t>화면 진행</a:t>
            </a:r>
          </a:p>
          <a:p xmlns:a="http://schemas.openxmlformats.org/drawingml/2006/main">
            <a:r>
              <a:t>기술 표에서 MCP·RAG, 사실 검사와 별도 평가, 코드 품질의 책임을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https://github.com/beshurl/skala-ai-mini-project/blob/main/agent/deps.py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https://github.com/beshurl/skala-ai-mini-project/blob/main/tests/</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 화면과 실제 검증 결과</a:t>
            </a:r>
          </a:p>
          <a:p xmlns:a="http://schemas.openxmlformats.org/drawingml/2006/main">
            <a:r>
              <a:t>SKALA 광주 2반 · G066 · 정준용</a:t>
            </a:r>
          </a:p>
          <a:p xmlns:a="http://schemas.openxmlformats.org/drawingml/2006/main">
            <a:r>
              <a:t>발표 시간 45초 / 220~265초</a:t>
            </a:r>
          </a:p>
          <a:p xmlns:a="http://schemas.openxmlformats.org/drawingml/2006/main">
            <a:r>
              <a:t/>
            </a:r>
          </a:p>
          <a:p xmlns:a="http://schemas.openxmlformats.org/drawingml/2006/main">
            <a:r>
              <a:t>발표 멘트</a:t>
            </a:r>
          </a:p>
          <a:p xmlns:a="http://schemas.openxmlformats.org/drawingml/2006/main">
            <a:r>
              <a:t>실제 모델로 실행해 저장한 화면입니다. CPU 91%와 배치 경고가 같아도 배치의 CPU 기여가 5%여서 배치 가설은 반증했습니다. 요청 처리 기여 88%와 요청량 3.2배는 요청량 가설을 교차 지지했습니다. 관측은 교육용 합성 데이터입니다. 오른쪽은 10월 21일 기록으로, 입력 거절 다섯 건의 생성 0토큰과 LLM·MCP 미호출, 테스트 99개 통과를 확인했습니다. 입력 검사 도입 전 실제 가설 평가는 기능 6/6, Judge 포함 종합 5/6이었고 원격 실행 6건과 점수 30개도 재조회했습니다.</a:t>
            </a:r>
          </a:p>
          <a:p xmlns:a="http://schemas.openxmlformats.org/drawingml/2006/main">
            <a:r>
              <a:t/>
            </a:r>
          </a:p>
          <a:p xmlns:a="http://schemas.openxmlformats.org/drawingml/2006/main">
            <a:r>
              <a:t>화면 진행</a:t>
            </a:r>
          </a:p>
          <a:p xmlns:a="http://schemas.openxmlformats.org/drawingml/2006/main">
            <a:r>
              <a:t>배치 반증과 요청량 교차 지지의 실제 저장 화면을 짚는다. 오른쪽 검증 표에서 입력 거절과 이전 가설 조사 평가를 구분한다. 전체 조사나 Judge는 재실행하지 않는다.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https://github.com/beshurl/skala-ai-mini-project/blob/main/artifacts/input_validation_verification.json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35초 / 265~300초</a:t>
            </a:r>
          </a:p>
          <a:p xmlns:a="http://schemas.openxmlformats.org/drawingml/2006/main">
            <a:r>
              <a:t/>
            </a:r>
          </a:p>
          <a:p xmlns:a="http://schemas.openxmlformats.org/drawingml/2006/main">
            <a:r>
              <a:t>발표 멘트</a:t>
            </a:r>
          </a:p>
          <a:p xmlns:a="http://schemas.openxmlformats.org/drawingml/2006/main">
            <a:r>
              <a:t>입력 규칙에는 오탐과 미탐이 생길 수 있습니다. 추가 조사는 CPU 세 가설과 합성 관측에 한정되고 최대 네 번의 조회 때문에 미확인 가설도 남을 수 있습니다. 교차 지지는 인과 확정과 구분해야 하며 Judge에도 오류와 편향이 있습니다. 다음에는 실제 모니터링, 사람과 다른 계열 Judge의 교차 평가, 동일 조건의 전체 비용 측정을 진행하겠습니다. 이번 경험으로 자연스러운 설명보다 판단 조건과 근거를 남기는 일이 중요함을 배웠습니다. 결론 보류에도 이유를 보여주는 설계를 이어가겠습니다.</a:t>
            </a:r>
          </a:p>
          <a:p xmlns:a="http://schemas.openxmlformats.org/drawingml/2006/main">
            <a:r>
              <a:t/>
            </a:r>
          </a:p>
          <a:p xmlns:a="http://schemas.openxmlformats.org/drawingml/2006/main">
            <a:r>
              <a:t>화면 진행</a:t>
            </a:r>
          </a:p>
          <a:p xmlns:a="http://schemas.openxmlformats.org/drawingml/2006/main">
            <a:r>
              <a:t>한계와 다음 개선을 연결한다. 판단 조건과 근거를 남기는 설계 경험으로 마무리하고 5분에 종료한다.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add7cd5d2a439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ebe3642a58c47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3f61919edd4e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eb94da0de07428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8dad11bfc0f47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576cf91809439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f2b293670854f0e"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79e502917ff457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525508578094f0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0e51eae165dd48f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74cea37587c2456a"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cc4e289d5c490a" /><Relationship Type="http://schemas.openxmlformats.org/officeDocument/2006/relationships/slideLayout" Target="/ppt/slideLayouts/slideLayout1.xml" Id="R1ac97518797b43c7" /><Relationship Type="http://schemas.openxmlformats.org/officeDocument/2006/relationships/slideLayout" Target="/ppt/slideLayouts/slideLayout2.xml" Id="Rcfed6e09d5e945fa" /><Relationship Type="http://schemas.openxmlformats.org/officeDocument/2006/relationships/slideLayout" Target="/ppt/slideLayouts/slideLayout3.xml" Id="R684a18d0d80346aa" /><Relationship Type="http://schemas.openxmlformats.org/officeDocument/2006/relationships/slideLayout" Target="/ppt/slideLayouts/slideLayout4.xml" Id="Rd8422d0216fc4803" /><Relationship Type="http://schemas.openxmlformats.org/officeDocument/2006/relationships/slideLayout" Target="/ppt/slideLayouts/slideLayout5.xml" Id="Re58b0fda03c8438e" /><Relationship Type="http://schemas.openxmlformats.org/officeDocument/2006/relationships/slideLayout" Target="/ppt/slideLayouts/slideLayout6.xml" Id="R8de4874d74bb4429" /><Relationship Type="http://schemas.openxmlformats.org/officeDocument/2006/relationships/slideLayout" Target="/ppt/slideLayouts/slideLayout7.xml" Id="R1d2caac6ce214e58" /><Relationship Type="http://schemas.openxmlformats.org/officeDocument/2006/relationships/slideLayout" Target="/ppt/slideLayouts/slideLayout8.xml" Id="Rc18158ace66f41fd" /><Relationship Type="http://schemas.openxmlformats.org/officeDocument/2006/relationships/slideLayout" Target="/ppt/slideLayouts/slideLayout9.xml" Id="Re30cebc032264648" /><Relationship Type="http://schemas.openxmlformats.org/officeDocument/2006/relationships/slideLayout" Target="/ppt/slideLayouts/slideLayout10.xml" Id="R13736b6cf2e74ed7" /><Relationship Type="http://schemas.openxmlformats.org/officeDocument/2006/relationships/slideLayout" Target="/ppt/slideLayouts/slideLayout11.xml" Id="R1c2d8ca164ef4fc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ac97518797b43c7"/>
    <p:sldLayoutId xmlns:r="http://schemas.openxmlformats.org/officeDocument/2006/relationships" id="2147483650" r:id="Rcfed6e09d5e945fa"/>
    <p:sldLayoutId xmlns:r="http://schemas.openxmlformats.org/officeDocument/2006/relationships" id="2147483651" r:id="R684a18d0d80346aa"/>
    <p:sldLayoutId xmlns:r="http://schemas.openxmlformats.org/officeDocument/2006/relationships" id="2147483652" r:id="Rd8422d0216fc4803"/>
    <p:sldLayoutId xmlns:r="http://schemas.openxmlformats.org/officeDocument/2006/relationships" id="2147483653" r:id="Re58b0fda03c8438e"/>
    <p:sldLayoutId xmlns:r="http://schemas.openxmlformats.org/officeDocument/2006/relationships" id="2147483654" r:id="R8de4874d74bb4429"/>
    <p:sldLayoutId xmlns:r="http://schemas.openxmlformats.org/officeDocument/2006/relationships" id="2147483655" r:id="R1d2caac6ce214e58"/>
    <p:sldLayoutId xmlns:r="http://schemas.openxmlformats.org/officeDocument/2006/relationships" id="2147483656" r:id="Rc18158ace66f41fd"/>
    <p:sldLayoutId xmlns:r="http://schemas.openxmlformats.org/officeDocument/2006/relationships" id="2147483657" r:id="Re30cebc032264648"/>
    <p:sldLayoutId xmlns:r="http://schemas.openxmlformats.org/officeDocument/2006/relationships" id="2147483658" r:id="R13736b6cf2e74ed7"/>
    <p:sldLayoutId xmlns:r="http://schemas.openxmlformats.org/officeDocument/2006/relationships" id="2147483659" r:id="R1c2d8ca164ef4fcb"/>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aaf1ec75fd264c60" /><Relationship Type="http://schemas.openxmlformats.org/officeDocument/2006/relationships/notesSlide" Target="/ppt/notesSlides/notesSlide1.xml" Id="R4e93b2b47477458d"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c0de62225a544af" /><Relationship Type="http://schemas.openxmlformats.org/officeDocument/2006/relationships/notesSlide" Target="/ppt/notesSlides/notesSlide2.xml" Id="Re9021669610047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4af5baaacb024699" /><Relationship Type="http://schemas.openxmlformats.org/officeDocument/2006/relationships/notesSlide" Target="/ppt/notesSlides/notesSlide3.xml" Id="Rcc1c5d92342c4b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832f821c2bee423e" /><Relationship Type="http://schemas.openxmlformats.org/officeDocument/2006/relationships/notesSlide" Target="/ppt/notesSlides/notesSlide4.xml" Id="R25aff13eea2048e8"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15430691188349e6" /><Relationship Type="http://schemas.openxmlformats.org/officeDocument/2006/relationships/notesSlide" Target="/ppt/notesSlides/notesSlide5.xml" Id="R173e59ffd44a49ac"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348459b4fc0d46e3" /><Relationship Type="http://schemas.openxmlformats.org/officeDocument/2006/relationships/notesSlide" Target="/ppt/notesSlides/notesSlide6.xml" Id="R2995d18519ef4b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3643cbff59dd4ba1" /><Relationship Type="http://schemas.openxmlformats.org/officeDocument/2006/relationships/image" Target="/ppt/media/image.jpeg" Id="R5b6fbb58deb34d5e" /><Relationship Type="http://schemas.openxmlformats.org/officeDocument/2006/relationships/notesSlide" Target="/ppt/notesSlides/notesSlide7.xml" Id="R1b41191e7d2640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8ec54f1a1d814cf2" /><Relationship Type="http://schemas.openxmlformats.org/officeDocument/2006/relationships/notesSlide" Target="/ppt/notesSlides/notesSlide8.xml" Id="R1f3cf65627704b6f" /></Relationships>
</file>

<file path=ppt/slides/slide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50F82593-588D-4468-84FD-3FE8CD182FE0}"/>
              </a:ext>
            </a:extLst>
          </p:cNvPr>
          <p:cNvSpPr>
            <a:spLocks xmlns:a="http://schemas.openxmlformats.org/drawingml/2006/main" noGrp="1"/>
          </p:cNvSpPr>
          <p:nvPr/>
        </p:nvSpPr>
        <p:spPr>
          <a:xfrm xmlns:a="http://schemas.openxmlformats.org/drawingml/2006/main" rot="0">
            <a:off x="914400" y="514350"/>
            <a:ext cx="1645920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610"/>
              </a:lnSpc>
              <a:buNone/>
            </a:pPr>
            <a:r>
              <a:rPr sz="2175" b="1">
                <a:solidFill>
                  <a:srgbClr val="2864DC"/>
                </a:solidFill>
                <a:latin typeface="Noto Sans Bold"/>
                <a:ea typeface="Noto Sans Bold"/>
                <a:cs typeface="Noto Sans Bold"/>
              </a:rPr>
              <a:t>1) 표지 및 소속 정보</a:t>
            </a:r>
          </a:p>
        </p:txBody>
      </p:sp>
      <p:sp>
        <p:nvSpPr>
          <p:cNvPr id="3" name="AutoShape 3">
            <a:extLst xmlns:a="http://schemas.openxmlformats.org/drawingml/2006/main">
              <a:ext uri="{FF2B5EF4-FFF2-40B4-BE49-F238E27FC236}">
                <a16:creationId xmlns:a16="http://schemas.microsoft.com/office/drawing/2014/main" id="{E91E3F6C-E002-4B45-B47F-8DF4D857A3F2}"/>
              </a:ext>
            </a:extLst>
          </p:cNvPr>
          <p:cNvSpPr>
            <a:spLocks xmlns:a="http://schemas.openxmlformats.org/drawingml/2006/main" noGrp="1"/>
          </p:cNvSpPr>
          <p:nvPr/>
        </p:nvSpPr>
        <p:spPr>
          <a:xfrm xmlns:a="http://schemas.openxmlformats.org/drawingml/2006/main" rot="3960">
            <a:off x="904865" y="9420225"/>
            <a:ext cx="16478260" cy="0"/>
          </a:xfrm>
          <a:prstGeom xmlns:a="http://schemas.openxmlformats.org/drawingml/2006/main" prst="line">
            <a:avLst/>
          </a:prstGeom>
          <a:ln xmlns:a="http://schemas.openxmlformats.org/drawingml/2006/main" w="19050" cap="rnd">
            <a:solidFill>
              <a:srgbClr val="D2DBE6"/>
            </a:solidFill>
            <a:prstDash val="solid"/>
            <a:headEnd type="none" w="sm" len="sm"/>
            <a:tailEnd type="none" w="sm" len="sm"/>
          </a:ln>
        </p:spPr>
      </p:sp>
      <p:sp>
        <p:nvSpPr>
          <p:cNvPr id="4" name="TextBox 4">
            <a:extLst xmlns:a="http://schemas.openxmlformats.org/drawingml/2006/main">
              <a:ext uri="{FF2B5EF4-FFF2-40B4-BE49-F238E27FC236}">
                <a16:creationId xmlns:a16="http://schemas.microsoft.com/office/drawing/2014/main" id="{C22BC7FA-4AA8-4F7B-88FD-936760DE14E4}"/>
              </a:ext>
            </a:extLst>
          </p:cNvPr>
          <p:cNvSpPr>
            <a:spLocks xmlns:a="http://schemas.openxmlformats.org/drawingml/2006/main" noGrp="1"/>
          </p:cNvSpPr>
          <p:nvPr/>
        </p:nvSpPr>
        <p:spPr>
          <a:xfrm xmlns:a="http://schemas.openxmlformats.org/drawingml/2006/main" rot="0">
            <a:off x="914400" y="9629775"/>
            <a:ext cx="15144750" cy="30861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30"/>
              </a:lnSpc>
              <a:buNone/>
            </a:pPr>
            <a:r>
              <a:rPr sz="2025">
                <a:solidFill>
                  <a:srgbClr val="526176"/>
                </a:solidFill>
                <a:latin typeface="Noto Sans Kr"/>
                <a:ea typeface="Noto Sans Kr"/>
                <a:cs typeface="Noto Sans Kr"/>
              </a:rPr>
              <a:t>SKALA 프로젝트 개선 결과</a:t>
            </a:r>
          </a:p>
        </p:txBody>
      </p:sp>
      <p:sp>
        <p:nvSpPr>
          <p:cNvPr id="5" name="TextBox 5">
            <a:extLst xmlns:a="http://schemas.openxmlformats.org/drawingml/2006/main">
              <a:ext uri="{FF2B5EF4-FFF2-40B4-BE49-F238E27FC236}">
                <a16:creationId xmlns:a16="http://schemas.microsoft.com/office/drawing/2014/main" id="{A9BAC2CD-349F-4C64-9B8C-3879DB02A44A}"/>
              </a:ext>
            </a:extLst>
          </p:cNvPr>
          <p:cNvSpPr>
            <a:spLocks xmlns:a="http://schemas.openxmlformats.org/drawingml/2006/main" noGrp="1"/>
          </p:cNvSpPr>
          <p:nvPr/>
        </p:nvSpPr>
        <p:spPr>
          <a:xfrm xmlns:a="http://schemas.openxmlformats.org/drawingml/2006/main" rot="0">
            <a:off x="16611600" y="9601200"/>
            <a:ext cx="762000" cy="4191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60"/>
              </a:lnSpc>
              <a:buNone/>
            </a:pPr>
            <a:r>
              <a:rPr sz="2550" b="1">
                <a:solidFill>
                  <a:srgbClr val="2864DC"/>
                </a:solidFill>
                <a:latin typeface="Noto Sans Bold"/>
                <a:ea typeface="Noto Sans Bold"/>
                <a:cs typeface="Noto Sans Bold"/>
              </a:rPr>
              <a:t>01</a:t>
            </a:r>
          </a:p>
        </p:txBody>
      </p:sp>
      <p:sp>
        <p:nvSpPr>
          <p:cNvPr id="6" name="TextBox 6">
            <a:extLst xmlns:a="http://schemas.openxmlformats.org/drawingml/2006/main">
              <a:ext uri="{FF2B5EF4-FFF2-40B4-BE49-F238E27FC236}">
                <a16:creationId xmlns:a16="http://schemas.microsoft.com/office/drawing/2014/main" id="{A8C0386F-B9DC-445D-BEEE-D785AC21226D}"/>
              </a:ext>
            </a:extLst>
          </p:cNvPr>
          <p:cNvSpPr>
            <a:spLocks xmlns:a="http://schemas.openxmlformats.org/drawingml/2006/main" noGrp="1"/>
          </p:cNvSpPr>
          <p:nvPr/>
        </p:nvSpPr>
        <p:spPr>
          <a:xfrm xmlns:a="http://schemas.openxmlformats.org/drawingml/2006/main" rot="0">
            <a:off x="914400" y="1781175"/>
            <a:ext cx="16459200" cy="31432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10800"/>
              </a:lnSpc>
              <a:buNone/>
            </a:pPr>
            <a:r>
              <a:rPr sz="9000" b="1">
                <a:solidFill>
                  <a:srgbClr val="142338"/>
                </a:solidFill>
                <a:latin typeface="Noto Sans Bold"/>
                <a:ea typeface="Noto Sans Bold"/>
                <a:cs typeface="Noto Sans Bold"/>
              </a:rPr>
              <a:t>가설 기반</a:t>
            </a:r>
          </a:p>
          <a:p xmlns:a="http://schemas.openxmlformats.org/drawingml/2006/main">
            <a:pPr algn="l">
              <a:lnSpc>
                <a:spcPts val="10800"/>
              </a:lnSpc>
              <a:buNone/>
            </a:pPr>
            <a:r>
              <a:rPr sz="9000" b="1">
                <a:solidFill>
                  <a:srgbClr val="142338"/>
                </a:solidFill>
                <a:latin typeface="Noto Sans Bold"/>
                <a:ea typeface="Noto Sans Bold"/>
                <a:cs typeface="Noto Sans Bold"/>
              </a:rPr>
              <a:t>운영 진단 에이전트</a:t>
            </a:r>
          </a:p>
        </p:txBody>
      </p:sp>
      <p:sp>
        <p:nvSpPr>
          <p:cNvPr id="7" name="TextBox 7">
            <a:extLst xmlns:a="http://schemas.openxmlformats.org/drawingml/2006/main">
              <a:ext uri="{FF2B5EF4-FFF2-40B4-BE49-F238E27FC236}">
                <a16:creationId xmlns:a16="http://schemas.microsoft.com/office/drawing/2014/main" id="{E794A2E8-44FE-4B61-BC09-2E80FA21B752}"/>
              </a:ext>
            </a:extLst>
          </p:cNvPr>
          <p:cNvSpPr>
            <a:spLocks xmlns:a="http://schemas.openxmlformats.org/drawingml/2006/main" noGrp="1"/>
          </p:cNvSpPr>
          <p:nvPr/>
        </p:nvSpPr>
        <p:spPr>
          <a:xfrm xmlns:a="http://schemas.openxmlformats.org/drawingml/2006/main" rot="0">
            <a:off x="971550" y="5467350"/>
            <a:ext cx="16344900" cy="838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5040"/>
              </a:lnSpc>
              <a:buNone/>
            </a:pPr>
            <a:r>
              <a:rPr sz="4200" b="1">
                <a:solidFill>
                  <a:srgbClr val="2864DC"/>
                </a:solidFill>
                <a:latin typeface="Noto Sans Bold"/>
                <a:ea typeface="Noto Sans Bold"/>
                <a:cs typeface="Noto Sans Bold"/>
              </a:rPr>
              <a:t>관측으로 가설을 비교하는 조사 흐름</a:t>
            </a:r>
          </a:p>
        </p:txBody>
      </p:sp>
      <p:sp>
        <p:nvSpPr>
          <p:cNvPr id="8" name="TextBox 8">
            <a:extLst xmlns:a="http://schemas.openxmlformats.org/drawingml/2006/main">
              <a:ext uri="{FF2B5EF4-FFF2-40B4-BE49-F238E27FC236}">
                <a16:creationId xmlns:a16="http://schemas.microsoft.com/office/drawing/2014/main" id="{67714A5F-068A-4112-84CA-15F01C417852}"/>
              </a:ext>
            </a:extLst>
          </p:cNvPr>
          <p:cNvSpPr>
            <a:spLocks xmlns:a="http://schemas.openxmlformats.org/drawingml/2006/main" noGrp="1"/>
          </p:cNvSpPr>
          <p:nvPr/>
        </p:nvSpPr>
        <p:spPr>
          <a:xfrm xmlns:a="http://schemas.openxmlformats.org/drawingml/2006/main" rot="0">
            <a:off x="971550" y="7105650"/>
            <a:ext cx="16402050" cy="7239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4140"/>
              </a:lnSpc>
              <a:buNone/>
            </a:pPr>
            <a:r>
              <a:rPr sz="3450">
                <a:solidFill>
                  <a:srgbClr val="142338"/>
                </a:solidFill>
                <a:latin typeface="Noto Sans Kr"/>
                <a:ea typeface="Noto Sans Kr"/>
                <a:cs typeface="Noto Sans Kr"/>
              </a:rPr>
              <a:t>SKALA 광주 2반 · G066 · 정준용</a:t>
            </a:r>
          </a:p>
        </p:txBody>
      </p: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D9C4AD90-E7F1-47EB-8DBA-AFE52CA4D5AC}"/>
              </a:ext>
            </a:extLst>
          </p:cNvPr>
          <p:cNvSpPr>
            <a:spLocks xmlns:a="http://schemas.openxmlformats.org/drawingml/2006/main" noGrp="1"/>
          </p:cNvSpPr>
          <p:nvPr/>
        </p:nvSpPr>
        <p:spPr>
          <a:xfrm xmlns:a="http://schemas.openxmlformats.org/drawingml/2006/main" rot="0">
            <a:off x="914400" y="514350"/>
            <a:ext cx="1645920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610"/>
              </a:lnSpc>
              <a:buNone/>
            </a:pPr>
            <a:r>
              <a:rPr sz="2175" b="1">
                <a:solidFill>
                  <a:srgbClr val="2864DC"/>
                </a:solidFill>
                <a:latin typeface="Noto Sans Bold"/>
                <a:ea typeface="Noto Sans Bold"/>
                <a:cs typeface="Noto Sans Bold"/>
              </a:rPr>
              <a:t>2) 문제 개선 및 신규 구현 사항</a:t>
            </a:r>
          </a:p>
        </p:txBody>
      </p:sp>
      <p:sp>
        <p:nvSpPr>
          <p:cNvPr id="3" name="TextBox 3">
            <a:extLst xmlns:a="http://schemas.openxmlformats.org/drawingml/2006/main">
              <a:ext uri="{FF2B5EF4-FFF2-40B4-BE49-F238E27FC236}">
                <a16:creationId xmlns:a16="http://schemas.microsoft.com/office/drawing/2014/main" id="{F3FD0801-69BB-4BF8-9377-143259ADCB18}"/>
              </a:ext>
            </a:extLst>
          </p:cNvPr>
          <p:cNvSpPr>
            <a:spLocks xmlns:a="http://schemas.openxmlformats.org/drawingml/2006/main" noGrp="1"/>
          </p:cNvSpPr>
          <p:nvPr/>
        </p:nvSpPr>
        <p:spPr>
          <a:xfrm xmlns:a="http://schemas.openxmlformats.org/drawingml/2006/main" rot="0">
            <a:off x="914400" y="1323975"/>
            <a:ext cx="16459200" cy="10001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6480"/>
              </a:lnSpc>
              <a:buNone/>
            </a:pPr>
            <a:r>
              <a:rPr sz="5400" b="1">
                <a:solidFill>
                  <a:srgbClr val="142338"/>
                </a:solidFill>
                <a:latin typeface="Noto Sans Bold"/>
                <a:ea typeface="Noto Sans Bold"/>
                <a:cs typeface="Noto Sans Bold"/>
              </a:rPr>
              <a:t>해결 과제와 개선 이유</a:t>
            </a:r>
          </a:p>
        </p:txBody>
      </p:sp>
      <p:sp>
        <p:nvSpPr>
          <p:cNvPr id="4" name="AutoShape 4">
            <a:extLst xmlns:a="http://schemas.openxmlformats.org/drawingml/2006/main">
              <a:ext uri="{FF2B5EF4-FFF2-40B4-BE49-F238E27FC236}">
                <a16:creationId xmlns:a16="http://schemas.microsoft.com/office/drawing/2014/main" id="{B1EC9089-31AF-452F-867D-9ACD087DB0E2}"/>
              </a:ext>
            </a:extLst>
          </p:cNvPr>
          <p:cNvSpPr>
            <a:spLocks xmlns:a="http://schemas.openxmlformats.org/drawingml/2006/main" noGrp="1"/>
          </p:cNvSpPr>
          <p:nvPr/>
        </p:nvSpPr>
        <p:spPr>
          <a:xfrm xmlns:a="http://schemas.openxmlformats.org/drawingml/2006/main" rot="3960">
            <a:off x="904865" y="9420225"/>
            <a:ext cx="16478260" cy="0"/>
          </a:xfrm>
          <a:prstGeom xmlns:a="http://schemas.openxmlformats.org/drawingml/2006/main" prst="line">
            <a:avLst/>
          </a:prstGeom>
          <a:ln xmlns:a="http://schemas.openxmlformats.org/drawingml/2006/main" w="19050" cap="rnd">
            <a:solidFill>
              <a:srgbClr val="D2DBE6"/>
            </a:solidFill>
            <a:prstDash val="solid"/>
            <a:headEnd type="none" w="sm" len="sm"/>
            <a:tailEnd type="none" w="sm" len="sm"/>
          </a:ln>
        </p:spPr>
      </p:sp>
      <p:sp>
        <p:nvSpPr>
          <p:cNvPr id="5" name="TextBox 5">
            <a:extLst xmlns:a="http://schemas.openxmlformats.org/drawingml/2006/main">
              <a:ext uri="{FF2B5EF4-FFF2-40B4-BE49-F238E27FC236}">
                <a16:creationId xmlns:a16="http://schemas.microsoft.com/office/drawing/2014/main" id="{25B1ADA9-BF8C-40C4-B6D6-D5BC8425EAB0}"/>
              </a:ext>
            </a:extLst>
          </p:cNvPr>
          <p:cNvSpPr>
            <a:spLocks xmlns:a="http://schemas.openxmlformats.org/drawingml/2006/main" noGrp="1"/>
          </p:cNvSpPr>
          <p:nvPr/>
        </p:nvSpPr>
        <p:spPr>
          <a:xfrm xmlns:a="http://schemas.openxmlformats.org/drawingml/2006/main" rot="0">
            <a:off x="914400" y="9629775"/>
            <a:ext cx="15144750" cy="4095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30"/>
              </a:lnSpc>
              <a:buNone/>
            </a:pPr>
            <a:r>
              <a:rPr sz="2025">
                <a:solidFill>
                  <a:srgbClr val="526176"/>
                </a:solidFill>
                <a:latin typeface="Noto Sans Kr"/>
                <a:ea typeface="Noto Sans Kr"/>
                <a:cs typeface="Noto Sans Kr"/>
              </a:rPr>
              <a:t>호출 전 차단·추가 관측·근거 검증을 하나의 실행 흐름으로 연결</a:t>
            </a:r>
          </a:p>
        </p:txBody>
      </p:sp>
      <p:sp>
        <p:nvSpPr>
          <p:cNvPr id="6" name="TextBox 6">
            <a:extLst xmlns:a="http://schemas.openxmlformats.org/drawingml/2006/main">
              <a:ext uri="{FF2B5EF4-FFF2-40B4-BE49-F238E27FC236}">
                <a16:creationId xmlns:a16="http://schemas.microsoft.com/office/drawing/2014/main" id="{3DFCFF4A-20D9-4A77-8285-563AF15D00C0}"/>
              </a:ext>
            </a:extLst>
          </p:cNvPr>
          <p:cNvSpPr>
            <a:spLocks xmlns:a="http://schemas.openxmlformats.org/drawingml/2006/main" noGrp="1"/>
          </p:cNvSpPr>
          <p:nvPr/>
        </p:nvSpPr>
        <p:spPr>
          <a:xfrm xmlns:a="http://schemas.openxmlformats.org/drawingml/2006/main" rot="0">
            <a:off x="16611600" y="9601200"/>
            <a:ext cx="762000" cy="4191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60"/>
              </a:lnSpc>
              <a:buNone/>
            </a:pPr>
            <a:r>
              <a:rPr sz="2550" b="1">
                <a:solidFill>
                  <a:srgbClr val="2864DC"/>
                </a:solidFill>
                <a:latin typeface="Noto Sans Bold"/>
                <a:ea typeface="Noto Sans Bold"/>
                <a:cs typeface="Noto Sans Bold"/>
              </a:rPr>
              <a:t>02</a:t>
            </a:r>
          </a:p>
        </p:txBody>
      </p:sp>
      <p:graphicFrame>
        <p:nvGraphicFramePr>
          <p:cNvPr id="7" name="Table 7">
            <a:extLst xmlns:a="http://schemas.openxmlformats.org/drawingml/2006/main">
              <a:ext uri="{FF2B5EF4-FFF2-40B4-BE49-F238E27FC236}">
                <a16:creationId xmlns:a16="http://schemas.microsoft.com/office/drawing/2014/main" id="{B1FA1762-5A5B-4704-9E3D-826EF3DAA6BB}"/>
              </a:ext>
            </a:extLst>
          </p:cNvPr>
          <p:cNvGraphicFramePr/>
          <p:nvPr/>
        </p:nvGraphicFramePr>
        <p:xfrm>
          <a:off xmlns:a="http://schemas.openxmlformats.org/drawingml/2006/main" x="914400" y="2705100"/>
          <a:ext xmlns:a="http://schemas.openxmlformats.org/drawingml/2006/main" cx="16459200" cy="5613400"/>
        </p:xfrm>
        <a:graphic xmlns:a="http://schemas.openxmlformats.org/drawingml/2006/main">
          <a:graphicData uri="http://schemas.openxmlformats.org/drawingml/2006/table">
            <a:tbl>
              <a:tblPr/>
              <a:tblGrid>
                <a:gridCol w="5078243"/>
                <a:gridCol w="4950100"/>
                <a:gridCol w="6430858"/>
              </a:tblGrid>
              <a:tr h="908257">
                <a:tc>
                  <a:txBody>
                    <a:bodyPr anchor="t"/>
                    <a:lstStyle/>
                    <a:p>
                      <a:pPr algn="l">
                        <a:lnSpc>
                          <a:spcPts val="3419"/>
                        </a:lnSpc>
                        <a:buNone/>
                      </a:pPr>
                      <a:r>
                        <a:rPr sz="2850" b="1">
                          <a:solidFill>
                            <a:srgbClr val="2864DC"/>
                          </a:solidFill>
                          <a:latin typeface="Noto Sans Bold"/>
                          <a:ea typeface="Noto Sans Bold"/>
                          <a:cs typeface="Noto Sans Bold"/>
                        </a:rPr>
                        <a:t>문제</a:t>
                      </a:r>
                      <a:endParaRPr sz="1100"/>
                    </a:p>
                  </a:txBody>
                  <a:tcPr marL="171450" marR="171450" marT="171450" marB="171450" anchor="ctr">
                    <a:lnL w="14288" cmpd="sng">
                      <a:solidFill>
                        <a:srgbClr val="D2DBE6"/>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c>
                  <a:txBody>
                    <a:bodyPr anchor="t"/>
                    <a:lstStyle/>
                    <a:p>
                      <a:pPr algn="l">
                        <a:lnSpc>
                          <a:spcPts val="3419"/>
                        </a:lnSpc>
                        <a:buNone/>
                      </a:pPr>
                      <a:r>
                        <a:rPr sz="2850" b="1">
                          <a:solidFill>
                            <a:srgbClr val="2864DC"/>
                          </a:solidFill>
                          <a:latin typeface="Noto Sans Bold"/>
                          <a:ea typeface="Noto Sans Bold"/>
                          <a:cs typeface="Noto Sans Bold"/>
                        </a:rPr>
                        <a:t>개선 이유</a:t>
                      </a:r>
                      <a:endParaRPr sz="1100"/>
                    </a:p>
                  </a:txBody>
                  <a:tcPr marL="171450" marR="171450" marT="171450" marB="171450" anchor="ctr">
                    <a:lnL w="4762" cmpd="sng">
                      <a:solidFill>
                        <a:srgbClr val="000000"/>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c>
                  <a:txBody>
                    <a:bodyPr anchor="t"/>
                    <a:lstStyle/>
                    <a:p>
                      <a:pPr algn="l">
                        <a:lnSpc>
                          <a:spcPts val="3419"/>
                        </a:lnSpc>
                        <a:buNone/>
                      </a:pPr>
                      <a:r>
                        <a:rPr sz="2850" b="1">
                          <a:solidFill>
                            <a:srgbClr val="2864DC"/>
                          </a:solidFill>
                          <a:latin typeface="Noto Sans Bold"/>
                          <a:ea typeface="Noto Sans Bold"/>
                          <a:cs typeface="Noto Sans Bold"/>
                        </a:rPr>
                        <a:t>구현</a:t>
                      </a:r>
                      <a:endParaRPr sz="1100"/>
                    </a:p>
                  </a:txBody>
                  <a:tcPr marL="171450" marR="171450" marT="171450" marB="171450" anchor="ctr">
                    <a:lnL w="4762" cmpd="sng">
                      <a:solidFill>
                        <a:srgbClr val="000000"/>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r>
              <a:tr h="1568381">
                <a:tc>
                  <a:txBody>
                    <a:bodyPr anchor="t"/>
                    <a:lstStyle/>
                    <a:p>
                      <a:pPr algn="l">
                        <a:lnSpc>
                          <a:spcPts val="3419"/>
                        </a:lnSpc>
                        <a:buNone/>
                      </a:pPr>
                      <a:r>
                        <a:rPr sz="2850">
                          <a:solidFill>
                            <a:srgbClr val="142338"/>
                          </a:solidFill>
                          <a:latin typeface="Noto Sans Kr"/>
                          <a:ea typeface="Noto Sans Kr"/>
                          <a:cs typeface="Noto Sans Kr"/>
                        </a:rPr>
                        <a:t>업무 외 입력도 모델 호출</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419"/>
                        </a:lnSpc>
                        <a:buNone/>
                      </a:pPr>
                      <a:r>
                        <a:rPr sz="2850">
                          <a:solidFill>
                            <a:srgbClr val="142338"/>
                          </a:solidFill>
                          <a:latin typeface="Noto Sans Kr"/>
                          <a:ea typeface="Noto Sans Kr"/>
                          <a:cs typeface="Noto Sans Kr"/>
                        </a:rPr>
                        <a:t>조사 가치 없는 요청의</a:t>
                      </a:r>
                      <a:endParaRPr sz="1100"/>
                    </a:p>
                    <a:p>
                      <a:pPr algn="l">
                        <a:lnSpc>
                          <a:spcPts val="3419"/>
                        </a:lnSpc>
                        <a:buNone/>
                      </a:pPr>
                      <a:r>
                        <a:rPr sz="2850">
                          <a:solidFill>
                            <a:srgbClr val="142338"/>
                          </a:solidFill>
                          <a:latin typeface="Noto Sans Kr"/>
                          <a:ea typeface="Noto Sans Kr"/>
                          <a:cs typeface="Noto Sans Kr"/>
                        </a:rPr>
                        <a:t>토큰·시간 낭비</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419"/>
                        </a:lnSpc>
                        <a:buNone/>
                      </a:pPr>
                      <a:r>
                        <a:rPr sz="2850">
                          <a:solidFill>
                            <a:srgbClr val="142338"/>
                          </a:solidFill>
                          <a:latin typeface="Noto Sans Kr"/>
                          <a:ea typeface="Noto Sans Kr"/>
                          <a:cs typeface="Noto Sans Kr"/>
                        </a:rPr>
                        <a:t>백엔드 로컬 입력 검사</a:t>
                      </a:r>
                      <a:endParaRPr sz="1100"/>
                    </a:p>
                    <a:p>
                      <a:pPr algn="l">
                        <a:lnSpc>
                          <a:spcPts val="3419"/>
                        </a:lnSpc>
                        <a:buNone/>
                      </a:pPr>
                      <a:r>
                        <a:rPr sz="2850">
                          <a:solidFill>
                            <a:srgbClr val="142338"/>
                          </a:solidFill>
                          <a:latin typeface="Noto Sans Kr"/>
                          <a:ea typeface="Noto Sans Kr"/>
                          <a:cs typeface="Noto Sans Kr"/>
                        </a:rPr>
                        <a:t>모델·도구 실행 전 종료</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1568381">
                <a:tc>
                  <a:txBody>
                    <a:bodyPr anchor="t"/>
                    <a:lstStyle/>
                    <a:p>
                      <a:pPr algn="l">
                        <a:lnSpc>
                          <a:spcPts val="3419"/>
                        </a:lnSpc>
                        <a:buNone/>
                      </a:pPr>
                      <a:r>
                        <a:rPr sz="2850">
                          <a:solidFill>
                            <a:srgbClr val="142338"/>
                          </a:solidFill>
                          <a:latin typeface="Noto Sans Kr"/>
                          <a:ea typeface="Noto Sans Kr"/>
                          <a:cs typeface="Noto Sans Kr"/>
                        </a:rPr>
                        <a:t>CPU 상승과 경고로 원인 추정</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419"/>
                        </a:lnSpc>
                        <a:buNone/>
                      </a:pPr>
                      <a:r>
                        <a:rPr sz="2850">
                          <a:solidFill>
                            <a:srgbClr val="142338"/>
                          </a:solidFill>
                          <a:latin typeface="Noto Sans Kr"/>
                          <a:ea typeface="Noto Sans Kr"/>
                          <a:cs typeface="Noto Sans Kr"/>
                        </a:rPr>
                        <a:t>경고와 자원 사용의</a:t>
                      </a:r>
                      <a:endParaRPr sz="1100"/>
                    </a:p>
                    <a:p>
                      <a:pPr algn="l">
                        <a:lnSpc>
                          <a:spcPts val="3419"/>
                        </a:lnSpc>
                        <a:buNone/>
                      </a:pPr>
                      <a:r>
                        <a:rPr sz="2850">
                          <a:solidFill>
                            <a:srgbClr val="142338"/>
                          </a:solidFill>
                          <a:latin typeface="Noto Sans Kr"/>
                          <a:ea typeface="Noto Sans Kr"/>
                          <a:cs typeface="Noto Sans Kr"/>
                        </a:rPr>
                        <a:t>실제 연관성 확인 필요</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419"/>
                        </a:lnSpc>
                        <a:buNone/>
                      </a:pPr>
                      <a:r>
                        <a:rPr sz="2850">
                          <a:solidFill>
                            <a:srgbClr val="142338"/>
                          </a:solidFill>
                          <a:latin typeface="Noto Sans Kr"/>
                          <a:ea typeface="Noto Sans Kr"/>
                          <a:cs typeface="Noto Sans Kr"/>
                        </a:rPr>
                        <a:t>경쟁 가설의 사전 조건</a:t>
                      </a:r>
                      <a:endParaRPr sz="1100"/>
                    </a:p>
                    <a:p>
                      <a:pPr algn="l">
                        <a:lnSpc>
                          <a:spcPts val="3419"/>
                        </a:lnSpc>
                        <a:buNone/>
                      </a:pPr>
                      <a:r>
                        <a:rPr sz="2850">
                          <a:solidFill>
                            <a:srgbClr val="142338"/>
                          </a:solidFill>
                          <a:latin typeface="Noto Sans Kr"/>
                          <a:ea typeface="Noto Sans Kr"/>
                          <a:cs typeface="Noto Sans Kr"/>
                        </a:rPr>
                        <a:t>추가 관측으로 지지·반증</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1568381">
                <a:tc>
                  <a:txBody>
                    <a:bodyPr anchor="t"/>
                    <a:lstStyle/>
                    <a:p>
                      <a:pPr algn="l">
                        <a:lnSpc>
                          <a:spcPts val="3419"/>
                        </a:lnSpc>
                        <a:buNone/>
                      </a:pPr>
                      <a:r>
                        <a:rPr sz="2850">
                          <a:solidFill>
                            <a:srgbClr val="142338"/>
                          </a:solidFill>
                          <a:latin typeface="Noto Sans Kr"/>
                          <a:ea typeface="Noto Sans Kr"/>
                          <a:cs typeface="Noto Sans Kr"/>
                        </a:rPr>
                        <a:t>근거 누락·조회 실패·수치 오류</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419"/>
                        </a:lnSpc>
                        <a:buNone/>
                      </a:pPr>
                      <a:r>
                        <a:rPr sz="2850">
                          <a:solidFill>
                            <a:srgbClr val="142338"/>
                          </a:solidFill>
                          <a:latin typeface="Noto Sans Kr"/>
                          <a:ea typeface="Noto Sans Kr"/>
                          <a:cs typeface="Noto Sans Kr"/>
                        </a:rPr>
                        <a:t>진단 신뢰도와</a:t>
                      </a:r>
                      <a:endParaRPr sz="1100"/>
                    </a:p>
                    <a:p>
                      <a:pPr algn="l">
                        <a:lnSpc>
                          <a:spcPts val="3419"/>
                        </a:lnSpc>
                        <a:buNone/>
                      </a:pPr>
                      <a:r>
                        <a:rPr sz="2850">
                          <a:solidFill>
                            <a:srgbClr val="142338"/>
                          </a:solidFill>
                          <a:latin typeface="Noto Sans Kr"/>
                          <a:ea typeface="Noto Sans Kr"/>
                          <a:cs typeface="Noto Sans Kr"/>
                        </a:rPr>
                        <a:t>실패 대응 개선 필요</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419"/>
                        </a:lnSpc>
                        <a:buNone/>
                      </a:pPr>
                      <a:r>
                        <a:rPr sz="2850">
                          <a:solidFill>
                            <a:srgbClr val="142338"/>
                          </a:solidFill>
                          <a:latin typeface="Noto Sans Kr"/>
                          <a:ea typeface="Noto Sans Kr"/>
                          <a:cs typeface="Noto Sans Kr"/>
                        </a:rPr>
                        <a:t>다중 RAG·실패 격리</a:t>
                      </a:r>
                      <a:endParaRPr sz="1100"/>
                    </a:p>
                    <a:p>
                      <a:pPr algn="l">
                        <a:lnSpc>
                          <a:spcPts val="3419"/>
                        </a:lnSpc>
                        <a:buNone/>
                      </a:pPr>
                      <a:r>
                        <a:rPr sz="2850">
                          <a:solidFill>
                            <a:srgbClr val="142338"/>
                          </a:solidFill>
                          <a:latin typeface="Noto Sans Kr"/>
                          <a:ea typeface="Noto Sans Kr"/>
                          <a:cs typeface="Noto Sans Kr"/>
                        </a:rPr>
                        <a:t>사실 검증과 제한된 재작성</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bl>
          </a:graphicData>
        </a:graphic>
      </p:graphicFrame>
      <p:sp>
        <p:nvSpPr>
          <p:cNvPr id="8" name="TextBox 8">
            <a:extLst xmlns:a="http://schemas.openxmlformats.org/drawingml/2006/main">
              <a:ext uri="{FF2B5EF4-FFF2-40B4-BE49-F238E27FC236}">
                <a16:creationId xmlns:a16="http://schemas.microsoft.com/office/drawing/2014/main" id="{C49809A0-DCA6-4983-B2CE-881E52B505C2}"/>
              </a:ext>
            </a:extLst>
          </p:cNvPr>
          <p:cNvSpPr>
            <a:spLocks xmlns:a="http://schemas.openxmlformats.org/drawingml/2006/main" noGrp="1"/>
          </p:cNvSpPr>
          <p:nvPr/>
        </p:nvSpPr>
        <p:spPr>
          <a:xfrm xmlns:a="http://schemas.openxmlformats.org/drawingml/2006/main" rot="0">
            <a:off x="914400" y="8753475"/>
            <a:ext cx="2095500" cy="5238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240"/>
              </a:lnSpc>
              <a:buNone/>
            </a:pPr>
            <a:r>
              <a:rPr sz="2700" b="1">
                <a:solidFill>
                  <a:srgbClr val="2864DC"/>
                </a:solidFill>
                <a:latin typeface="Noto Sans Bold"/>
                <a:ea typeface="Noto Sans Bold"/>
                <a:cs typeface="Noto Sans Bold"/>
              </a:rPr>
              <a:t>신규 화면</a:t>
            </a:r>
          </a:p>
        </p:txBody>
      </p:sp>
      <p:sp>
        <p:nvSpPr>
          <p:cNvPr id="9" name="TextBox 9">
            <a:extLst xmlns:a="http://schemas.openxmlformats.org/drawingml/2006/main">
              <a:ext uri="{FF2B5EF4-FFF2-40B4-BE49-F238E27FC236}">
                <a16:creationId xmlns:a16="http://schemas.microsoft.com/office/drawing/2014/main" id="{9BF79EDC-98CE-4CFA-BFD9-9012C5D7EA80}"/>
              </a:ext>
            </a:extLst>
          </p:cNvPr>
          <p:cNvSpPr>
            <a:spLocks xmlns:a="http://schemas.openxmlformats.org/drawingml/2006/main" noGrp="1"/>
          </p:cNvSpPr>
          <p:nvPr/>
        </p:nvSpPr>
        <p:spPr>
          <a:xfrm xmlns:a="http://schemas.openxmlformats.org/drawingml/2006/main" rot="0">
            <a:off x="3295650" y="8763000"/>
            <a:ext cx="14077950" cy="5143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240"/>
              </a:lnSpc>
              <a:buNone/>
            </a:pPr>
            <a:r>
              <a:rPr sz="2700">
                <a:solidFill>
                  <a:srgbClr val="142338"/>
                </a:solidFill>
                <a:latin typeface="Noto Sans Kr"/>
                <a:ea typeface="Noto Sans Kr"/>
                <a:cs typeface="Noto Sans Kr"/>
              </a:rPr>
              <a:t>조사 이유 · 사전 조건 · 관측 · 판단 전후 · 종료 이유</a:t>
            </a:r>
          </a:p>
        </p:txBody>
      </p:sp>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6013F573-57A8-4003-95D0-71493A6BE231}"/>
              </a:ext>
            </a:extLst>
          </p:cNvPr>
          <p:cNvSpPr>
            <a:spLocks xmlns:a="http://schemas.openxmlformats.org/drawingml/2006/main" noGrp="1"/>
          </p:cNvSpPr>
          <p:nvPr/>
        </p:nvSpPr>
        <p:spPr>
          <a:xfrm xmlns:a="http://schemas.openxmlformats.org/drawingml/2006/main">
            <a:off x="914400" y="514350"/>
            <a:ext cx="1645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2864DC"/>
                </a:solidFill>
                <a:latin typeface="Noto Sans Bold"/>
                <a:ea typeface="Noto Sans Bold"/>
                <a:cs typeface="Noto Sans Bold"/>
              </a:defRPr>
            </a:defPPr>
            <a:lvl1pPr algn="l">
              <a:defRPr sz="2175" b="1">
                <a:solidFill>
                  <a:srgbClr val="2864DC"/>
                </a:solidFill>
                <a:latin typeface="Noto Sans Bold"/>
                <a:ea typeface="Noto Sans Bold"/>
                <a:cs typeface="Noto Sans Bold"/>
              </a:defRPr>
            </a:lvl1pPr>
            <a:lvl2pPr algn="l">
              <a:defRPr sz="2175" b="1">
                <a:solidFill>
                  <a:srgbClr val="2864DC"/>
                </a:solidFill>
                <a:latin typeface="Noto Sans Bold"/>
                <a:ea typeface="Noto Sans Bold"/>
                <a:cs typeface="Noto Sans Bold"/>
              </a:defRPr>
            </a:lvl2pPr>
            <a:lvl3pPr algn="l">
              <a:defRPr sz="2175" b="1">
                <a:solidFill>
                  <a:srgbClr val="2864DC"/>
                </a:solidFill>
                <a:latin typeface="Noto Sans Bold"/>
                <a:ea typeface="Noto Sans Bold"/>
                <a:cs typeface="Noto Sans Bold"/>
              </a:defRPr>
            </a:lvl3pPr>
            <a:lvl4pPr algn="l">
              <a:defRPr sz="2175" b="1">
                <a:solidFill>
                  <a:srgbClr val="2864DC"/>
                </a:solidFill>
                <a:latin typeface="Noto Sans Bold"/>
                <a:ea typeface="Noto Sans Bold"/>
                <a:cs typeface="Noto Sans Bold"/>
              </a:defRPr>
            </a:lvl4pPr>
            <a:lvl5pPr algn="l">
              <a:defRPr sz="2175" b="1">
                <a:solidFill>
                  <a:srgbClr val="2864DC"/>
                </a:solidFill>
                <a:latin typeface="Noto Sans Bold"/>
                <a:ea typeface="Noto Sans Bold"/>
                <a:cs typeface="Noto Sans Bold"/>
              </a:defRPr>
            </a:lvl5pPr>
            <a:lvl6pPr algn="l">
              <a:defRPr sz="2175" b="1">
                <a:solidFill>
                  <a:srgbClr val="2864DC"/>
                </a:solidFill>
                <a:latin typeface="Noto Sans Bold"/>
                <a:ea typeface="Noto Sans Bold"/>
                <a:cs typeface="Noto Sans Bold"/>
              </a:defRPr>
            </a:lvl6pPr>
            <a:lvl7pPr algn="l">
              <a:defRPr sz="2175" b="1">
                <a:solidFill>
                  <a:srgbClr val="2864DC"/>
                </a:solidFill>
                <a:latin typeface="Noto Sans Bold"/>
                <a:ea typeface="Noto Sans Bold"/>
                <a:cs typeface="Noto Sans Bold"/>
              </a:defRPr>
            </a:lvl7pPr>
            <a:lvl8pPr algn="l">
              <a:defRPr sz="2175" b="1">
                <a:solidFill>
                  <a:srgbClr val="2864DC"/>
                </a:solidFill>
                <a:latin typeface="Noto Sans Bold"/>
                <a:ea typeface="Noto Sans Bold"/>
                <a:cs typeface="Noto Sans Bold"/>
              </a:defRPr>
            </a:lvl8pPr>
            <a:lvl9pPr algn="l">
              <a:defRPr sz="2175" b="1">
                <a:solidFill>
                  <a:srgbClr val="2864DC"/>
                </a:solidFill>
                <a:latin typeface="Noto Sans Bold"/>
                <a:ea typeface="Noto Sans Bold"/>
                <a:cs typeface="Noto Sans Bold"/>
              </a:defRPr>
            </a:lvl9pPr>
          </a:lstStyle>
          <a:p xmlns:a="http://schemas.openxmlformats.org/drawingml/2006/main">
            <a:pPr algn="l">
              <a:defRPr sz="2175" b="1">
                <a:solidFill>
                  <a:srgbClr val="2864DC"/>
                </a:solidFill>
                <a:latin typeface="Noto Sans Bold"/>
                <a:ea typeface="Noto Sans Bold"/>
                <a:cs typeface="Noto Sans Bold"/>
              </a:defRPr>
            </a:pPr>
            <a:r>
              <a:rPr sz="2175" b="1">
                <a:solidFill>
                  <a:srgbClr val="2864DC"/>
                </a:solidFill>
                <a:latin typeface="Noto Sans Bold"/>
                <a:ea typeface="Noto Sans Bold"/>
                <a:cs typeface="Noto Sans Bold"/>
              </a:rPr>
              <a:t>2) 핵심 개선 기능</a:t>
            </a:r>
          </a:p>
        </p:txBody>
      </p:sp>
      <p:sp>
        <p:nvSpPr>
          <p:cNvPr id="2" name="slide-title">
            <a:extLst xmlns:a="http://schemas.openxmlformats.org/drawingml/2006/main">
              <a:ext uri="{FF2B5EF4-FFF2-40B4-BE49-F238E27FC236}">
                <a16:creationId xmlns:a16="http://schemas.microsoft.com/office/drawing/2014/main" id="{C74234D0-1003-4CA6-BD18-5B4597F1AB7C}"/>
              </a:ext>
            </a:extLst>
          </p:cNvPr>
          <p:cNvSpPr>
            <a:spLocks xmlns:a="http://schemas.openxmlformats.org/drawingml/2006/main" noGrp="1"/>
          </p:cNvSpPr>
          <p:nvPr/>
        </p:nvSpPr>
        <p:spPr>
          <a:xfrm xmlns:a="http://schemas.openxmlformats.org/drawingml/2006/main">
            <a:off x="914400" y="1323975"/>
            <a:ext cx="16459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400" b="1">
                <a:solidFill>
                  <a:srgbClr val="142338"/>
                </a:solidFill>
                <a:latin typeface="Noto Sans Bold"/>
                <a:ea typeface="Noto Sans Bold"/>
                <a:cs typeface="Noto Sans Bold"/>
              </a:defRPr>
            </a:defPPr>
            <a:lvl1pPr algn="l">
              <a:defRPr sz="5400" b="1">
                <a:solidFill>
                  <a:srgbClr val="142338"/>
                </a:solidFill>
                <a:latin typeface="Noto Sans Bold"/>
                <a:ea typeface="Noto Sans Bold"/>
                <a:cs typeface="Noto Sans Bold"/>
              </a:defRPr>
            </a:lvl1pPr>
            <a:lvl2pPr algn="l">
              <a:defRPr sz="5400" b="1">
                <a:solidFill>
                  <a:srgbClr val="142338"/>
                </a:solidFill>
                <a:latin typeface="Noto Sans Bold"/>
                <a:ea typeface="Noto Sans Bold"/>
                <a:cs typeface="Noto Sans Bold"/>
              </a:defRPr>
            </a:lvl2pPr>
            <a:lvl3pPr algn="l">
              <a:defRPr sz="5400" b="1">
                <a:solidFill>
                  <a:srgbClr val="142338"/>
                </a:solidFill>
                <a:latin typeface="Noto Sans Bold"/>
                <a:ea typeface="Noto Sans Bold"/>
                <a:cs typeface="Noto Sans Bold"/>
              </a:defRPr>
            </a:lvl3pPr>
            <a:lvl4pPr algn="l">
              <a:defRPr sz="5400" b="1">
                <a:solidFill>
                  <a:srgbClr val="142338"/>
                </a:solidFill>
                <a:latin typeface="Noto Sans Bold"/>
                <a:ea typeface="Noto Sans Bold"/>
                <a:cs typeface="Noto Sans Bold"/>
              </a:defRPr>
            </a:lvl4pPr>
            <a:lvl5pPr algn="l">
              <a:defRPr sz="5400" b="1">
                <a:solidFill>
                  <a:srgbClr val="142338"/>
                </a:solidFill>
                <a:latin typeface="Noto Sans Bold"/>
                <a:ea typeface="Noto Sans Bold"/>
                <a:cs typeface="Noto Sans Bold"/>
              </a:defRPr>
            </a:lvl5pPr>
            <a:lvl6pPr algn="l">
              <a:defRPr sz="5400" b="1">
                <a:solidFill>
                  <a:srgbClr val="142338"/>
                </a:solidFill>
                <a:latin typeface="Noto Sans Bold"/>
                <a:ea typeface="Noto Sans Bold"/>
                <a:cs typeface="Noto Sans Bold"/>
              </a:defRPr>
            </a:lvl6pPr>
            <a:lvl7pPr algn="l">
              <a:defRPr sz="5400" b="1">
                <a:solidFill>
                  <a:srgbClr val="142338"/>
                </a:solidFill>
                <a:latin typeface="Noto Sans Bold"/>
                <a:ea typeface="Noto Sans Bold"/>
                <a:cs typeface="Noto Sans Bold"/>
              </a:defRPr>
            </a:lvl7pPr>
            <a:lvl8pPr algn="l">
              <a:defRPr sz="5400" b="1">
                <a:solidFill>
                  <a:srgbClr val="142338"/>
                </a:solidFill>
                <a:latin typeface="Noto Sans Bold"/>
                <a:ea typeface="Noto Sans Bold"/>
                <a:cs typeface="Noto Sans Bold"/>
              </a:defRPr>
            </a:lvl8pPr>
            <a:lvl9pPr algn="l">
              <a:defRPr sz="5400" b="1">
                <a:solidFill>
                  <a:srgbClr val="142338"/>
                </a:solidFill>
                <a:latin typeface="Noto Sans Bold"/>
                <a:ea typeface="Noto Sans Bold"/>
                <a:cs typeface="Noto Sans Bold"/>
              </a:defRPr>
            </a:lvl9pPr>
          </a:lstStyle>
          <a:p xmlns:a="http://schemas.openxmlformats.org/drawingml/2006/main">
            <a:pPr algn="l">
              <a:defRPr sz="5400" b="1">
                <a:solidFill>
                  <a:srgbClr val="142338"/>
                </a:solidFill>
                <a:latin typeface="Noto Sans Bold"/>
                <a:ea typeface="Noto Sans Bold"/>
                <a:cs typeface="Noto Sans Bold"/>
              </a:defRPr>
            </a:pPr>
            <a:r>
              <a:rPr sz="5400" b="1">
                <a:solidFill>
                  <a:srgbClr val="142338"/>
                </a:solidFill>
                <a:latin typeface="Noto Sans Bold"/>
                <a:ea typeface="Noto Sans Bold"/>
                <a:cs typeface="Noto Sans Bold"/>
              </a:rPr>
              <a:t>입력 validation으로 호출 전 차단</a:t>
            </a:r>
          </a:p>
        </p:txBody>
      </p:sp>
      <p:cxnSp>
        <p:nvCxnSpPr>
          <p:cNvPr id="3" name="architecture-link">
            <a:extLst xmlns:a="http://schemas.openxmlformats.org/drawingml/2006/main">
              <a:ext uri="{FF2B5EF4-FFF2-40B4-BE49-F238E27FC236}">
                <a16:creationId xmlns:a16="http://schemas.microsoft.com/office/drawing/2014/main" id="{17F5E5AA-C62E-4D2F-96FA-5BC6734ED735}"/>
              </a:ext>
            </a:extLst>
          </p:cNvPr>
          <p:cNvCxnSpPr/>
          <p:nvPr/>
        </p:nvCxnSpPr>
        <p:spPr>
          <a:xfrm xmlns:a="http://schemas.openxmlformats.org/drawingml/2006/main">
            <a:off x="914400" y="9429750"/>
            <a:ext cx="16459200" cy="0"/>
          </a:xfrm>
          <a:prstGeom xmlns:a="http://schemas.openxmlformats.org/drawingml/2006/main" prst="straightConnector1">
            <a:avLst/>
          </a:prstGeom>
          <a:ln xmlns:a="http://schemas.openxmlformats.org/drawingml/2006/main" w="28575">
            <a:solidFill>
              <a:srgbClr val="D2DBE6"/>
            </a:solidFill>
          </a:ln>
        </p:spPr>
      </p:cxnSp>
      <p:sp>
        <p:nvSpPr>
          <p:cNvPr id="4" name="footer">
            <a:extLst xmlns:a="http://schemas.openxmlformats.org/drawingml/2006/main">
              <a:ext uri="{FF2B5EF4-FFF2-40B4-BE49-F238E27FC236}">
                <a16:creationId xmlns:a16="http://schemas.microsoft.com/office/drawing/2014/main" id="{974A73C3-95BC-4231-87F8-A5E0E417306B}"/>
              </a:ext>
            </a:extLst>
          </p:cNvPr>
          <p:cNvSpPr>
            <a:spLocks xmlns:a="http://schemas.openxmlformats.org/drawingml/2006/main" noGrp="1"/>
          </p:cNvSpPr>
          <p:nvPr/>
        </p:nvSpPr>
        <p:spPr>
          <a:xfrm xmlns:a="http://schemas.openxmlformats.org/drawingml/2006/main">
            <a:off x="914400" y="9639300"/>
            <a:ext cx="1514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526176"/>
                </a:solidFill>
                <a:latin typeface="Noto Sans Kr"/>
                <a:ea typeface="Noto Sans Kr"/>
                <a:cs typeface="Noto Sans Kr"/>
              </a:defRPr>
            </a:defPPr>
            <a:lvl1pPr algn="l">
              <a:defRPr sz="2025" b="0">
                <a:solidFill>
                  <a:srgbClr val="526176"/>
                </a:solidFill>
                <a:latin typeface="Noto Sans Kr"/>
                <a:ea typeface="Noto Sans Kr"/>
                <a:cs typeface="Noto Sans Kr"/>
              </a:defRPr>
            </a:lvl1pPr>
            <a:lvl2pPr algn="l">
              <a:defRPr sz="2025" b="0">
                <a:solidFill>
                  <a:srgbClr val="526176"/>
                </a:solidFill>
                <a:latin typeface="Noto Sans Kr"/>
                <a:ea typeface="Noto Sans Kr"/>
                <a:cs typeface="Noto Sans Kr"/>
              </a:defRPr>
            </a:lvl2pPr>
            <a:lvl3pPr algn="l">
              <a:defRPr sz="2025" b="0">
                <a:solidFill>
                  <a:srgbClr val="526176"/>
                </a:solidFill>
                <a:latin typeface="Noto Sans Kr"/>
                <a:ea typeface="Noto Sans Kr"/>
                <a:cs typeface="Noto Sans Kr"/>
              </a:defRPr>
            </a:lvl3pPr>
            <a:lvl4pPr algn="l">
              <a:defRPr sz="2025" b="0">
                <a:solidFill>
                  <a:srgbClr val="526176"/>
                </a:solidFill>
                <a:latin typeface="Noto Sans Kr"/>
                <a:ea typeface="Noto Sans Kr"/>
                <a:cs typeface="Noto Sans Kr"/>
              </a:defRPr>
            </a:lvl4pPr>
            <a:lvl5pPr algn="l">
              <a:defRPr sz="2025" b="0">
                <a:solidFill>
                  <a:srgbClr val="526176"/>
                </a:solidFill>
                <a:latin typeface="Noto Sans Kr"/>
                <a:ea typeface="Noto Sans Kr"/>
                <a:cs typeface="Noto Sans Kr"/>
              </a:defRPr>
            </a:lvl5pPr>
            <a:lvl6pPr algn="l">
              <a:defRPr sz="2025" b="0">
                <a:solidFill>
                  <a:srgbClr val="526176"/>
                </a:solidFill>
                <a:latin typeface="Noto Sans Kr"/>
                <a:ea typeface="Noto Sans Kr"/>
                <a:cs typeface="Noto Sans Kr"/>
              </a:defRPr>
            </a:lvl6pPr>
            <a:lvl7pPr algn="l">
              <a:defRPr sz="2025" b="0">
                <a:solidFill>
                  <a:srgbClr val="526176"/>
                </a:solidFill>
                <a:latin typeface="Noto Sans Kr"/>
                <a:ea typeface="Noto Sans Kr"/>
                <a:cs typeface="Noto Sans Kr"/>
              </a:defRPr>
            </a:lvl7pPr>
            <a:lvl8pPr algn="l">
              <a:defRPr sz="2025" b="0">
                <a:solidFill>
                  <a:srgbClr val="526176"/>
                </a:solidFill>
                <a:latin typeface="Noto Sans Kr"/>
                <a:ea typeface="Noto Sans Kr"/>
                <a:cs typeface="Noto Sans Kr"/>
              </a:defRPr>
            </a:lvl8pPr>
            <a:lvl9pPr algn="l">
              <a:defRPr sz="2025" b="0">
                <a:solidFill>
                  <a:srgbClr val="526176"/>
                </a:solidFill>
                <a:latin typeface="Noto Sans Kr"/>
                <a:ea typeface="Noto Sans Kr"/>
                <a:cs typeface="Noto Sans Kr"/>
              </a:defRPr>
            </a:lvl9pPr>
          </a:lstStyle>
          <a:p xmlns:a="http://schemas.openxmlformats.org/drawingml/2006/main">
            <a:pPr algn="l">
              <a:defRPr sz="2025" b="0">
                <a:solidFill>
                  <a:srgbClr val="526176"/>
                </a:solidFill>
                <a:latin typeface="Noto Sans Kr"/>
                <a:ea typeface="Noto Sans Kr"/>
                <a:cs typeface="Noto Sans Kr"/>
              </a:defRPr>
            </a:pPr>
            <a:r>
              <a:rPr sz="2025" b="0">
                <a:solidFill>
                  <a:srgbClr val="526176"/>
                </a:solidFill>
                <a:latin typeface="Noto Sans Kr"/>
                <a:ea typeface="Noto Sans Kr"/>
                <a:cs typeface="Noto Sans Kr"/>
              </a:rPr>
              <a:t>거절 입력 미저장 / 실제 거절 5건 검증 / 전체 서비스 비용 절감률 미측정</a:t>
            </a:r>
          </a:p>
        </p:txBody>
      </p:sp>
      <p:sp>
        <p:nvSpPr>
          <p:cNvPr id="5" name="page-number">
            <a:extLst xmlns:a="http://schemas.openxmlformats.org/drawingml/2006/main">
              <a:ext uri="{FF2B5EF4-FFF2-40B4-BE49-F238E27FC236}">
                <a16:creationId xmlns:a16="http://schemas.microsoft.com/office/drawing/2014/main" id="{D970E483-8D76-4532-B0BD-A76A1720BDEC}"/>
              </a:ext>
            </a:extLst>
          </p:cNvPr>
          <p:cNvSpPr>
            <a:spLocks xmlns:a="http://schemas.openxmlformats.org/drawingml/2006/main" noGrp="1"/>
          </p:cNvSpPr>
          <p:nvPr/>
        </p:nvSpPr>
        <p:spPr>
          <a:xfrm xmlns:a="http://schemas.openxmlformats.org/drawingml/2006/main">
            <a:off x="16611600" y="9601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864DC"/>
                </a:solidFill>
                <a:latin typeface="Noto Sans Bold"/>
                <a:ea typeface="Noto Sans Bold"/>
                <a:cs typeface="Noto Sans Bold"/>
              </a:defRPr>
            </a:defPPr>
            <a:lvl1pPr algn="l">
              <a:defRPr sz="2550" b="1">
                <a:solidFill>
                  <a:srgbClr val="2864DC"/>
                </a:solidFill>
                <a:latin typeface="Noto Sans Bold"/>
                <a:ea typeface="Noto Sans Bold"/>
                <a:cs typeface="Noto Sans Bold"/>
              </a:defRPr>
            </a:lvl1pPr>
            <a:lvl2pPr algn="l">
              <a:defRPr sz="2550" b="1">
                <a:solidFill>
                  <a:srgbClr val="2864DC"/>
                </a:solidFill>
                <a:latin typeface="Noto Sans Bold"/>
                <a:ea typeface="Noto Sans Bold"/>
                <a:cs typeface="Noto Sans Bold"/>
              </a:defRPr>
            </a:lvl2pPr>
            <a:lvl3pPr algn="l">
              <a:defRPr sz="2550" b="1">
                <a:solidFill>
                  <a:srgbClr val="2864DC"/>
                </a:solidFill>
                <a:latin typeface="Noto Sans Bold"/>
                <a:ea typeface="Noto Sans Bold"/>
                <a:cs typeface="Noto Sans Bold"/>
              </a:defRPr>
            </a:lvl3pPr>
            <a:lvl4pPr algn="l">
              <a:defRPr sz="2550" b="1">
                <a:solidFill>
                  <a:srgbClr val="2864DC"/>
                </a:solidFill>
                <a:latin typeface="Noto Sans Bold"/>
                <a:ea typeface="Noto Sans Bold"/>
                <a:cs typeface="Noto Sans Bold"/>
              </a:defRPr>
            </a:lvl4pPr>
            <a:lvl5pPr algn="l">
              <a:defRPr sz="2550" b="1">
                <a:solidFill>
                  <a:srgbClr val="2864DC"/>
                </a:solidFill>
                <a:latin typeface="Noto Sans Bold"/>
                <a:ea typeface="Noto Sans Bold"/>
                <a:cs typeface="Noto Sans Bold"/>
              </a:defRPr>
            </a:lvl5pPr>
            <a:lvl6pPr algn="l">
              <a:defRPr sz="2550" b="1">
                <a:solidFill>
                  <a:srgbClr val="2864DC"/>
                </a:solidFill>
                <a:latin typeface="Noto Sans Bold"/>
                <a:ea typeface="Noto Sans Bold"/>
                <a:cs typeface="Noto Sans Bold"/>
              </a:defRPr>
            </a:lvl6pPr>
            <a:lvl7pPr algn="l">
              <a:defRPr sz="2550" b="1">
                <a:solidFill>
                  <a:srgbClr val="2864DC"/>
                </a:solidFill>
                <a:latin typeface="Noto Sans Bold"/>
                <a:ea typeface="Noto Sans Bold"/>
                <a:cs typeface="Noto Sans Bold"/>
              </a:defRPr>
            </a:lvl7pPr>
            <a:lvl8pPr algn="l">
              <a:defRPr sz="2550" b="1">
                <a:solidFill>
                  <a:srgbClr val="2864DC"/>
                </a:solidFill>
                <a:latin typeface="Noto Sans Bold"/>
                <a:ea typeface="Noto Sans Bold"/>
                <a:cs typeface="Noto Sans Bold"/>
              </a:defRPr>
            </a:lvl8pPr>
            <a:lvl9pPr algn="l">
              <a:defRPr sz="2550" b="1">
                <a:solidFill>
                  <a:srgbClr val="2864DC"/>
                </a:solidFill>
                <a:latin typeface="Noto Sans Bold"/>
                <a:ea typeface="Noto Sans Bold"/>
                <a:cs typeface="Noto Sans Bold"/>
              </a:defRPr>
            </a:lvl9pPr>
          </a:lstStyle>
          <a:p xmlns:a="http://schemas.openxmlformats.org/drawingml/2006/main">
            <a:pPr algn="l">
              <a:defRPr sz="2550" b="1">
                <a:solidFill>
                  <a:srgbClr val="2864DC"/>
                </a:solidFill>
                <a:latin typeface="Noto Sans Bold"/>
                <a:ea typeface="Noto Sans Bold"/>
                <a:cs typeface="Noto Sans Bold"/>
              </a:defRPr>
            </a:pPr>
            <a:r>
              <a:rPr sz="2550" b="1">
                <a:solidFill>
                  <a:srgbClr val="2864DC"/>
                </a:solidFill>
                <a:latin typeface="Noto Sans Bold"/>
                <a:ea typeface="Noto Sans Bold"/>
                <a:cs typeface="Noto Sans Bold"/>
              </a:rPr>
              <a:t>03</a:t>
            </a:r>
          </a:p>
        </p:txBody>
      </p:sp>
      <p:sp>
        <p:nvSpPr>
          <p:cNvPr id="6" name="body">
            <a:extLst xmlns:a="http://schemas.openxmlformats.org/drawingml/2006/main">
              <a:ext uri="{FF2B5EF4-FFF2-40B4-BE49-F238E27FC236}">
                <a16:creationId xmlns:a16="http://schemas.microsoft.com/office/drawing/2014/main" id="{4745B98A-BA1F-4C9B-92D7-771EF513FE13}"/>
              </a:ext>
            </a:extLst>
          </p:cNvPr>
          <p:cNvSpPr>
            <a:spLocks xmlns:a="http://schemas.openxmlformats.org/drawingml/2006/main" noGrp="1"/>
          </p:cNvSpPr>
          <p:nvPr/>
        </p:nvSpPr>
        <p:spPr>
          <a:xfrm xmlns:a="http://schemas.openxmlformats.org/drawingml/2006/main">
            <a:off x="914400" y="2676525"/>
            <a:ext cx="16459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864DC"/>
                </a:solidFill>
                <a:latin typeface="Noto Sans Bold"/>
                <a:ea typeface="Noto Sans Bold"/>
                <a:cs typeface="Noto Sans Bold"/>
              </a:defRPr>
            </a:defPPr>
            <a:lvl1pPr algn="l">
              <a:defRPr sz="3300" b="1">
                <a:solidFill>
                  <a:srgbClr val="2864DC"/>
                </a:solidFill>
                <a:latin typeface="Noto Sans Bold"/>
                <a:ea typeface="Noto Sans Bold"/>
                <a:cs typeface="Noto Sans Bold"/>
              </a:defRPr>
            </a:lvl1pPr>
            <a:lvl2pPr algn="l">
              <a:defRPr sz="3300" b="1">
                <a:solidFill>
                  <a:srgbClr val="2864DC"/>
                </a:solidFill>
                <a:latin typeface="Noto Sans Bold"/>
                <a:ea typeface="Noto Sans Bold"/>
                <a:cs typeface="Noto Sans Bold"/>
              </a:defRPr>
            </a:lvl2pPr>
            <a:lvl3pPr algn="l">
              <a:defRPr sz="3300" b="1">
                <a:solidFill>
                  <a:srgbClr val="2864DC"/>
                </a:solidFill>
                <a:latin typeface="Noto Sans Bold"/>
                <a:ea typeface="Noto Sans Bold"/>
                <a:cs typeface="Noto Sans Bold"/>
              </a:defRPr>
            </a:lvl3pPr>
            <a:lvl4pPr algn="l">
              <a:defRPr sz="3300" b="1">
                <a:solidFill>
                  <a:srgbClr val="2864DC"/>
                </a:solidFill>
                <a:latin typeface="Noto Sans Bold"/>
                <a:ea typeface="Noto Sans Bold"/>
                <a:cs typeface="Noto Sans Bold"/>
              </a:defRPr>
            </a:lvl4pPr>
            <a:lvl5pPr algn="l">
              <a:defRPr sz="3300" b="1">
                <a:solidFill>
                  <a:srgbClr val="2864DC"/>
                </a:solidFill>
                <a:latin typeface="Noto Sans Bold"/>
                <a:ea typeface="Noto Sans Bold"/>
                <a:cs typeface="Noto Sans Bold"/>
              </a:defRPr>
            </a:lvl5pPr>
            <a:lvl6pPr algn="l">
              <a:defRPr sz="3300" b="1">
                <a:solidFill>
                  <a:srgbClr val="2864DC"/>
                </a:solidFill>
                <a:latin typeface="Noto Sans Bold"/>
                <a:ea typeface="Noto Sans Bold"/>
                <a:cs typeface="Noto Sans Bold"/>
              </a:defRPr>
            </a:lvl6pPr>
            <a:lvl7pPr algn="l">
              <a:defRPr sz="3300" b="1">
                <a:solidFill>
                  <a:srgbClr val="2864DC"/>
                </a:solidFill>
                <a:latin typeface="Noto Sans Bold"/>
                <a:ea typeface="Noto Sans Bold"/>
                <a:cs typeface="Noto Sans Bold"/>
              </a:defRPr>
            </a:lvl7pPr>
            <a:lvl8pPr algn="l">
              <a:defRPr sz="3300" b="1">
                <a:solidFill>
                  <a:srgbClr val="2864DC"/>
                </a:solidFill>
                <a:latin typeface="Noto Sans Bold"/>
                <a:ea typeface="Noto Sans Bold"/>
                <a:cs typeface="Noto Sans Bold"/>
              </a:defRPr>
            </a:lvl8pPr>
            <a:lvl9pPr algn="l">
              <a:defRPr sz="3300" b="1">
                <a:solidFill>
                  <a:srgbClr val="2864DC"/>
                </a:solidFill>
                <a:latin typeface="Noto Sans Bold"/>
                <a:ea typeface="Noto Sans Bold"/>
                <a:cs typeface="Noto Sans Bold"/>
              </a:defRPr>
            </a:lvl9pPr>
          </a:lstStyle>
          <a:p xmlns:a="http://schemas.openxmlformats.org/drawingml/2006/main">
            <a:pPr algn="l">
              <a:defRPr sz="3300" b="1">
                <a:solidFill>
                  <a:srgbClr val="2864DC"/>
                </a:solidFill>
                <a:latin typeface="Noto Sans Bold"/>
                <a:ea typeface="Noto Sans Bold"/>
                <a:cs typeface="Noto Sans Bold"/>
              </a:defRPr>
            </a:pPr>
            <a:r>
              <a:rPr sz="3300" b="1">
                <a:solidFill>
                  <a:srgbClr val="2864DC"/>
                </a:solidFill>
                <a:latin typeface="Noto Sans Bold"/>
                <a:ea typeface="Noto Sans Bold"/>
                <a:cs typeface="Noto Sans Bold"/>
              </a:rPr>
              <a:t>LLM·임베딩·MCP 실행 전에 백엔드에서 검사</a:t>
            </a:r>
          </a:p>
        </p:txBody>
      </p:sp>
      <p:graphicFrame>
        <p:nvGraphicFramePr>
          <p:cNvPr id="7" name="">
            <a:extLst xmlns:a="http://schemas.openxmlformats.org/drawingml/2006/main">
              <a:ext uri="{FF2B5EF4-FFF2-40B4-BE49-F238E27FC236}">
                <a16:creationId xmlns:a16="http://schemas.microsoft.com/office/drawing/2014/main" id="{FD439427-ADEA-4668-B03D-37F43EA75BC3}"/>
              </a:ext>
            </a:extLst>
          </p:cNvPr>
          <p:cNvGraphicFramePr/>
          <p:nvPr/>
        </p:nvGraphicFramePr>
        <p:xfrm>
          <a:off xmlns:a="http://schemas.openxmlformats.org/drawingml/2006/main" x="914400" y="3714750"/>
          <a:ext xmlns:a="http://schemas.openxmlformats.org/drawingml/2006/main" cx="16459200" cy="4572000"/>
        </p:xfrm>
        <a:graphic xmlns:a="http://schemas.openxmlformats.org/drawingml/2006/main">
          <a:graphicData uri="http://schemas.openxmlformats.org/drawingml/2006/table">
            <a:tbl>
              <a:tblPr firstRow="0" bandRow="0"/>
              <a:tblGrid>
                <a:gridCol w="8229600"/>
                <a:gridCol w="8229600"/>
              </a:tblGrid>
              <a:tr h="800100">
                <a:tc>
                  <a:txBody>
                    <a:bodyPr/>
                    <a:lstStyle/>
                    <a:p>
                      <a:r>
                        <a:rPr sz="2925" b="1">
                          <a:solidFill>
                            <a:srgbClr val="2864DC"/>
                          </a:solidFill>
                          <a:latin typeface="Noto Sans Bold"/>
                          <a:ea typeface="Noto Sans Bold"/>
                          <a:cs typeface="Noto Sans Bold"/>
                        </a:rPr>
                        <a:t>입력 상황</a:t>
                      </a:r>
                    </a:p>
                  </a:txBody>
                  <a:tcPr marL="228600" marR="190500" marT="114300" marB="114300" anchor="ctr">
                    <a:lnL w="14288">
                      <a:solidFill>
                        <a:srgbClr val="D2DBE6"/>
                      </a:solidFill>
                      <a:prstDash val="solid"/>
                    </a:lnL>
                    <a:lnR w="14288">
                      <a:solidFill>
                        <a:srgbClr val="D2DBE6"/>
                      </a:solidFill>
                      <a:prstDash val="solid"/>
                    </a:lnR>
                    <a:lnT w="14288">
                      <a:solidFill>
                        <a:srgbClr val="D2DBE6"/>
                      </a:solidFill>
                      <a:prstDash val="solid"/>
                    </a:lnT>
                    <a:lnB w="14288">
                      <a:solidFill>
                        <a:srgbClr val="D2DBE6"/>
                      </a:solidFill>
                      <a:prstDash val="solid"/>
                    </a:lnB>
                    <a:solidFill>
                      <a:srgbClr val="EAF0FC"/>
                    </a:solidFill>
                  </a:tcPr>
                </a:tc>
                <a:tc>
                  <a:txBody>
                    <a:bodyPr/>
                    <a:lstStyle/>
                    <a:p>
                      <a:r>
                        <a:rPr sz="2925" b="1">
                          <a:solidFill>
                            <a:srgbClr val="2864DC"/>
                          </a:solidFill>
                          <a:latin typeface="Noto Sans Bold"/>
                          <a:ea typeface="Noto Sans Bold"/>
                          <a:cs typeface="Noto Sans Bold"/>
                        </a:rPr>
                        <a:t>처리</a:t>
                      </a:r>
                    </a:p>
                  </a:txBody>
                  <a:tcPr marL="228600" marR="190500" marT="114300" marB="114300" anchor="ctr">
                    <a:lnR w="14288">
                      <a:solidFill>
                        <a:srgbClr val="D2DBE6"/>
                      </a:solidFill>
                      <a:prstDash val="solid"/>
                    </a:lnR>
                    <a:lnT w="14288">
                      <a:solidFill>
                        <a:srgbClr val="D2DBE6"/>
                      </a:solidFill>
                      <a:prstDash val="solid"/>
                    </a:lnT>
                    <a:lnB w="14288">
                      <a:solidFill>
                        <a:srgbClr val="D2DBE6"/>
                      </a:solidFill>
                      <a:prstDash val="solid"/>
                    </a:lnB>
                    <a:solidFill>
                      <a:srgbClr val="EAF0FC"/>
                    </a:solidFill>
                  </a:tcPr>
                </a:tc>
              </a:tr>
              <a:tr h="1257300">
                <a:tc>
                  <a:txBody>
                    <a:bodyPr/>
                    <a:lstStyle/>
                    <a:p>
                      <a:r>
                        <a:rPr sz="2925">
                          <a:solidFill>
                            <a:srgbClr val="142338"/>
                          </a:solidFill>
                          <a:latin typeface="Noto Sans Kr"/>
                          <a:ea typeface="Noto Sans Kr"/>
                          <a:cs typeface="Noto Sans Kr"/>
                        </a:rPr>
                        <a:t>반복·기호·명백한 업무 외 요청</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로컬 규칙으로 거절</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257300">
                <a:tc>
                  <a:txBody>
                    <a:bodyPr/>
                    <a:lstStyle/>
                    <a:p>
                      <a:r>
                        <a:rPr sz="2925">
                          <a:solidFill>
                            <a:srgbClr val="142338"/>
                          </a:solidFill>
                          <a:latin typeface="Noto Sans Kr"/>
                          <a:ea typeface="Noto Sans Kr"/>
                          <a:cs typeface="Noto Sans Kr"/>
                        </a:rPr>
                        <a:t>조사 대상이 불명확한 질문</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대상 확인 후 원래 질문 분석</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257300">
                <a:tc>
                  <a:txBody>
                    <a:bodyPr/>
                    <a:lstStyle/>
                    <a:p>
                      <a:r>
                        <a:rPr sz="2925">
                          <a:solidFill>
                            <a:srgbClr val="142338"/>
                          </a:solidFill>
                          <a:latin typeface="Noto Sans Kr"/>
                          <a:ea typeface="Noto Sans Kr"/>
                          <a:cs typeface="Noto Sans Kr"/>
                        </a:rPr>
                        <a:t>짧은 후속 답변</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이전 질문·대상·맥락 연결</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bl>
          </a:graphicData>
        </a:graphic>
      </p:graphicFrame>
      <p:sp>
        <p:nvSpPr>
          <p:cNvPr id="8" name="body">
            <a:extLst xmlns:a="http://schemas.openxmlformats.org/drawingml/2006/main">
              <a:ext uri="{FF2B5EF4-FFF2-40B4-BE49-F238E27FC236}">
                <a16:creationId xmlns:a16="http://schemas.microsoft.com/office/drawing/2014/main" id="{217C21C1-017A-4BB7-8BEF-C4DB434FD8DF}"/>
              </a:ext>
            </a:extLst>
          </p:cNvPr>
          <p:cNvSpPr>
            <a:spLocks xmlns:a="http://schemas.openxmlformats.org/drawingml/2006/main" noGrp="1"/>
          </p:cNvSpPr>
          <p:nvPr/>
        </p:nvSpPr>
        <p:spPr>
          <a:xfrm xmlns:a="http://schemas.openxmlformats.org/drawingml/2006/main">
            <a:off x="914400" y="8677275"/>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150" b="1">
                <a:solidFill>
                  <a:srgbClr val="142338"/>
                </a:solidFill>
                <a:latin typeface="Noto Sans Bold"/>
                <a:ea typeface="Noto Sans Bold"/>
                <a:cs typeface="Noto Sans Bold"/>
              </a:defRPr>
            </a:defPPr>
            <a:lvl1pPr algn="l">
              <a:defRPr sz="3150" b="1">
                <a:solidFill>
                  <a:srgbClr val="142338"/>
                </a:solidFill>
                <a:latin typeface="Noto Sans Bold"/>
                <a:ea typeface="Noto Sans Bold"/>
                <a:cs typeface="Noto Sans Bold"/>
              </a:defRPr>
            </a:lvl1pPr>
            <a:lvl2pPr algn="l">
              <a:defRPr sz="3150" b="1">
                <a:solidFill>
                  <a:srgbClr val="142338"/>
                </a:solidFill>
                <a:latin typeface="Noto Sans Bold"/>
                <a:ea typeface="Noto Sans Bold"/>
                <a:cs typeface="Noto Sans Bold"/>
              </a:defRPr>
            </a:lvl2pPr>
            <a:lvl3pPr algn="l">
              <a:defRPr sz="3150" b="1">
                <a:solidFill>
                  <a:srgbClr val="142338"/>
                </a:solidFill>
                <a:latin typeface="Noto Sans Bold"/>
                <a:ea typeface="Noto Sans Bold"/>
                <a:cs typeface="Noto Sans Bold"/>
              </a:defRPr>
            </a:lvl3pPr>
            <a:lvl4pPr algn="l">
              <a:defRPr sz="3150" b="1">
                <a:solidFill>
                  <a:srgbClr val="142338"/>
                </a:solidFill>
                <a:latin typeface="Noto Sans Bold"/>
                <a:ea typeface="Noto Sans Bold"/>
                <a:cs typeface="Noto Sans Bold"/>
              </a:defRPr>
            </a:lvl4pPr>
            <a:lvl5pPr algn="l">
              <a:defRPr sz="3150" b="1">
                <a:solidFill>
                  <a:srgbClr val="142338"/>
                </a:solidFill>
                <a:latin typeface="Noto Sans Bold"/>
                <a:ea typeface="Noto Sans Bold"/>
                <a:cs typeface="Noto Sans Bold"/>
              </a:defRPr>
            </a:lvl5pPr>
            <a:lvl6pPr algn="l">
              <a:defRPr sz="3150" b="1">
                <a:solidFill>
                  <a:srgbClr val="142338"/>
                </a:solidFill>
                <a:latin typeface="Noto Sans Bold"/>
                <a:ea typeface="Noto Sans Bold"/>
                <a:cs typeface="Noto Sans Bold"/>
              </a:defRPr>
            </a:lvl6pPr>
            <a:lvl7pPr algn="l">
              <a:defRPr sz="3150" b="1">
                <a:solidFill>
                  <a:srgbClr val="142338"/>
                </a:solidFill>
                <a:latin typeface="Noto Sans Bold"/>
                <a:ea typeface="Noto Sans Bold"/>
                <a:cs typeface="Noto Sans Bold"/>
              </a:defRPr>
            </a:lvl7pPr>
            <a:lvl8pPr algn="l">
              <a:defRPr sz="3150" b="1">
                <a:solidFill>
                  <a:srgbClr val="142338"/>
                </a:solidFill>
                <a:latin typeface="Noto Sans Bold"/>
                <a:ea typeface="Noto Sans Bold"/>
                <a:cs typeface="Noto Sans Bold"/>
              </a:defRPr>
            </a:lvl8pPr>
            <a:lvl9pPr algn="l">
              <a:defRPr sz="3150" b="1">
                <a:solidFill>
                  <a:srgbClr val="142338"/>
                </a:solidFill>
                <a:latin typeface="Noto Sans Bold"/>
                <a:ea typeface="Noto Sans Bold"/>
                <a:cs typeface="Noto Sans Bold"/>
              </a:defRPr>
            </a:lvl9pPr>
          </a:lstStyle>
          <a:p xmlns:a="http://schemas.openxmlformats.org/drawingml/2006/main">
            <a:pPr algn="l">
              <a:defRPr sz="3150" b="1">
                <a:solidFill>
                  <a:srgbClr val="142338"/>
                </a:solidFill>
                <a:latin typeface="Noto Sans Bold"/>
                <a:ea typeface="Noto Sans Bold"/>
                <a:cs typeface="Noto Sans Bold"/>
              </a:defRPr>
            </a:pPr>
            <a:r>
              <a:rPr sz="3150" b="1">
                <a:solidFill>
                  <a:srgbClr val="142338"/>
                </a:solidFill>
                <a:latin typeface="Noto Sans Bold"/>
                <a:ea typeface="Noto Sans Bold"/>
                <a:cs typeface="Noto Sans Bold"/>
              </a:rPr>
              <a:t>거절 5건</a:t>
            </a:r>
          </a:p>
        </p:txBody>
      </p:sp>
      <p:sp>
        <p:nvSpPr>
          <p:cNvPr id="9" name="body">
            <a:extLst xmlns:a="http://schemas.openxmlformats.org/drawingml/2006/main">
              <a:ext uri="{FF2B5EF4-FFF2-40B4-BE49-F238E27FC236}">
                <a16:creationId xmlns:a16="http://schemas.microsoft.com/office/drawing/2014/main" id="{6064765E-9B35-454F-B043-75F91ACFBCFB}"/>
              </a:ext>
            </a:extLst>
          </p:cNvPr>
          <p:cNvSpPr>
            <a:spLocks xmlns:a="http://schemas.openxmlformats.org/drawingml/2006/main" noGrp="1"/>
          </p:cNvSpPr>
          <p:nvPr/>
        </p:nvSpPr>
        <p:spPr>
          <a:xfrm xmlns:a="http://schemas.openxmlformats.org/drawingml/2006/main">
            <a:off x="5334000" y="8677275"/>
            <a:ext cx="12039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150" b="1">
                <a:solidFill>
                  <a:srgbClr val="2864DC"/>
                </a:solidFill>
                <a:latin typeface="Noto Sans Bold"/>
                <a:ea typeface="Noto Sans Bold"/>
                <a:cs typeface="Noto Sans Bold"/>
              </a:defRPr>
            </a:defPPr>
            <a:lvl1pPr algn="l">
              <a:defRPr sz="3150" b="1">
                <a:solidFill>
                  <a:srgbClr val="2864DC"/>
                </a:solidFill>
                <a:latin typeface="Noto Sans Bold"/>
                <a:ea typeface="Noto Sans Bold"/>
                <a:cs typeface="Noto Sans Bold"/>
              </a:defRPr>
            </a:lvl1pPr>
            <a:lvl2pPr algn="l">
              <a:defRPr sz="3150" b="1">
                <a:solidFill>
                  <a:srgbClr val="2864DC"/>
                </a:solidFill>
                <a:latin typeface="Noto Sans Bold"/>
                <a:ea typeface="Noto Sans Bold"/>
                <a:cs typeface="Noto Sans Bold"/>
              </a:defRPr>
            </a:lvl2pPr>
            <a:lvl3pPr algn="l">
              <a:defRPr sz="3150" b="1">
                <a:solidFill>
                  <a:srgbClr val="2864DC"/>
                </a:solidFill>
                <a:latin typeface="Noto Sans Bold"/>
                <a:ea typeface="Noto Sans Bold"/>
                <a:cs typeface="Noto Sans Bold"/>
              </a:defRPr>
            </a:lvl3pPr>
            <a:lvl4pPr algn="l">
              <a:defRPr sz="3150" b="1">
                <a:solidFill>
                  <a:srgbClr val="2864DC"/>
                </a:solidFill>
                <a:latin typeface="Noto Sans Bold"/>
                <a:ea typeface="Noto Sans Bold"/>
                <a:cs typeface="Noto Sans Bold"/>
              </a:defRPr>
            </a:lvl4pPr>
            <a:lvl5pPr algn="l">
              <a:defRPr sz="3150" b="1">
                <a:solidFill>
                  <a:srgbClr val="2864DC"/>
                </a:solidFill>
                <a:latin typeface="Noto Sans Bold"/>
                <a:ea typeface="Noto Sans Bold"/>
                <a:cs typeface="Noto Sans Bold"/>
              </a:defRPr>
            </a:lvl5pPr>
            <a:lvl6pPr algn="l">
              <a:defRPr sz="3150" b="1">
                <a:solidFill>
                  <a:srgbClr val="2864DC"/>
                </a:solidFill>
                <a:latin typeface="Noto Sans Bold"/>
                <a:ea typeface="Noto Sans Bold"/>
                <a:cs typeface="Noto Sans Bold"/>
              </a:defRPr>
            </a:lvl6pPr>
            <a:lvl7pPr algn="l">
              <a:defRPr sz="3150" b="1">
                <a:solidFill>
                  <a:srgbClr val="2864DC"/>
                </a:solidFill>
                <a:latin typeface="Noto Sans Bold"/>
                <a:ea typeface="Noto Sans Bold"/>
                <a:cs typeface="Noto Sans Bold"/>
              </a:defRPr>
            </a:lvl7pPr>
            <a:lvl8pPr algn="l">
              <a:defRPr sz="3150" b="1">
                <a:solidFill>
                  <a:srgbClr val="2864DC"/>
                </a:solidFill>
                <a:latin typeface="Noto Sans Bold"/>
                <a:ea typeface="Noto Sans Bold"/>
                <a:cs typeface="Noto Sans Bold"/>
              </a:defRPr>
            </a:lvl8pPr>
            <a:lvl9pPr algn="l">
              <a:defRPr sz="3150" b="1">
                <a:solidFill>
                  <a:srgbClr val="2864DC"/>
                </a:solidFill>
                <a:latin typeface="Noto Sans Bold"/>
                <a:ea typeface="Noto Sans Bold"/>
                <a:cs typeface="Noto Sans Bold"/>
              </a:defRPr>
            </a:lvl9pPr>
          </a:lstStyle>
          <a:p xmlns:a="http://schemas.openxmlformats.org/drawingml/2006/main">
            <a:pPr algn="l">
              <a:defRPr sz="3150" b="1">
                <a:solidFill>
                  <a:srgbClr val="2864DC"/>
                </a:solidFill>
                <a:latin typeface="Noto Sans Bold"/>
                <a:ea typeface="Noto Sans Bold"/>
                <a:cs typeface="Noto Sans Bold"/>
              </a:defRPr>
            </a:pPr>
            <a:r>
              <a:rPr sz="3150" b="1">
                <a:solidFill>
                  <a:srgbClr val="2864DC"/>
                </a:solidFill>
                <a:latin typeface="Noto Sans Bold"/>
                <a:ea typeface="Noto Sans Bold"/>
                <a:cs typeface="Noto Sans Bold"/>
              </a:rPr>
              <a:t>생성 0토큰 · LLM/MCP 호출 0회</a:t>
            </a:r>
          </a:p>
        </p:txBody>
      </p:sp>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 name="section-label">
            <a:extLst xmlns:a="http://schemas.openxmlformats.org/drawingml/2006/main">
              <a:ext uri="{FF2B5EF4-FFF2-40B4-BE49-F238E27FC236}">
                <a16:creationId xmlns:a16="http://schemas.microsoft.com/office/drawing/2014/main" id="{1B9247FE-567F-45CC-92FF-1CD84D1D64F1}"/>
              </a:ext>
            </a:extLst>
          </p:cNvPr>
          <p:cNvSpPr>
            <a:spLocks xmlns:a="http://schemas.openxmlformats.org/drawingml/2006/main" noGrp="1"/>
          </p:cNvSpPr>
          <p:nvPr/>
        </p:nvSpPr>
        <p:spPr>
          <a:xfrm xmlns:a="http://schemas.openxmlformats.org/drawingml/2006/main">
            <a:off x="914400" y="514350"/>
            <a:ext cx="1645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2864DC"/>
                </a:solidFill>
                <a:latin typeface="Noto Sans Bold"/>
                <a:ea typeface="Noto Sans Bold"/>
                <a:cs typeface="Noto Sans Bold"/>
              </a:defRPr>
            </a:defPPr>
            <a:lvl1pPr algn="l">
              <a:defRPr sz="2175" b="1">
                <a:solidFill>
                  <a:srgbClr val="2864DC"/>
                </a:solidFill>
                <a:latin typeface="Noto Sans Bold"/>
                <a:ea typeface="Noto Sans Bold"/>
                <a:cs typeface="Noto Sans Bold"/>
              </a:defRPr>
            </a:lvl1pPr>
            <a:lvl2pPr algn="l">
              <a:defRPr sz="2175" b="1">
                <a:solidFill>
                  <a:srgbClr val="2864DC"/>
                </a:solidFill>
                <a:latin typeface="Noto Sans Bold"/>
                <a:ea typeface="Noto Sans Bold"/>
                <a:cs typeface="Noto Sans Bold"/>
              </a:defRPr>
            </a:lvl2pPr>
            <a:lvl3pPr algn="l">
              <a:defRPr sz="2175" b="1">
                <a:solidFill>
                  <a:srgbClr val="2864DC"/>
                </a:solidFill>
                <a:latin typeface="Noto Sans Bold"/>
                <a:ea typeface="Noto Sans Bold"/>
                <a:cs typeface="Noto Sans Bold"/>
              </a:defRPr>
            </a:lvl3pPr>
            <a:lvl4pPr algn="l">
              <a:defRPr sz="2175" b="1">
                <a:solidFill>
                  <a:srgbClr val="2864DC"/>
                </a:solidFill>
                <a:latin typeface="Noto Sans Bold"/>
                <a:ea typeface="Noto Sans Bold"/>
                <a:cs typeface="Noto Sans Bold"/>
              </a:defRPr>
            </a:lvl4pPr>
            <a:lvl5pPr algn="l">
              <a:defRPr sz="2175" b="1">
                <a:solidFill>
                  <a:srgbClr val="2864DC"/>
                </a:solidFill>
                <a:latin typeface="Noto Sans Bold"/>
                <a:ea typeface="Noto Sans Bold"/>
                <a:cs typeface="Noto Sans Bold"/>
              </a:defRPr>
            </a:lvl5pPr>
            <a:lvl6pPr algn="l">
              <a:defRPr sz="2175" b="1">
                <a:solidFill>
                  <a:srgbClr val="2864DC"/>
                </a:solidFill>
                <a:latin typeface="Noto Sans Bold"/>
                <a:ea typeface="Noto Sans Bold"/>
                <a:cs typeface="Noto Sans Bold"/>
              </a:defRPr>
            </a:lvl6pPr>
            <a:lvl7pPr algn="l">
              <a:defRPr sz="2175" b="1">
                <a:solidFill>
                  <a:srgbClr val="2864DC"/>
                </a:solidFill>
                <a:latin typeface="Noto Sans Bold"/>
                <a:ea typeface="Noto Sans Bold"/>
                <a:cs typeface="Noto Sans Bold"/>
              </a:defRPr>
            </a:lvl7pPr>
            <a:lvl8pPr algn="l">
              <a:defRPr sz="2175" b="1">
                <a:solidFill>
                  <a:srgbClr val="2864DC"/>
                </a:solidFill>
                <a:latin typeface="Noto Sans Bold"/>
                <a:ea typeface="Noto Sans Bold"/>
                <a:cs typeface="Noto Sans Bold"/>
              </a:defRPr>
            </a:lvl8pPr>
            <a:lvl9pPr algn="l">
              <a:defRPr sz="2175" b="1">
                <a:solidFill>
                  <a:srgbClr val="2864DC"/>
                </a:solidFill>
                <a:latin typeface="Noto Sans Bold"/>
                <a:ea typeface="Noto Sans Bold"/>
                <a:cs typeface="Noto Sans Bold"/>
              </a:defRPr>
            </a:lvl9pPr>
          </a:lstStyle>
          <a:p xmlns:a="http://schemas.openxmlformats.org/drawingml/2006/main">
            <a:pPr algn="l">
              <a:defRPr sz="2175" b="1">
                <a:solidFill>
                  <a:srgbClr val="2864DC"/>
                </a:solidFill>
                <a:latin typeface="Noto Sans Bold"/>
                <a:ea typeface="Noto Sans Bold"/>
                <a:cs typeface="Noto Sans Bold"/>
              </a:defRPr>
            </a:pPr>
            <a:r>
              <a:rPr sz="2175" b="1">
                <a:solidFill>
                  <a:srgbClr val="2864DC"/>
                </a:solidFill>
                <a:latin typeface="Noto Sans Bold"/>
                <a:ea typeface="Noto Sans Bold"/>
                <a:cs typeface="Noto Sans Bold"/>
              </a:rPr>
              <a:t>2) 신규 구현 기능</a:t>
            </a:r>
          </a:p>
        </p:txBody>
      </p:sp>
      <p:sp>
        <p:nvSpPr>
          <p:cNvPr id="2" name="slide-title">
            <a:extLst xmlns:a="http://schemas.openxmlformats.org/drawingml/2006/main">
              <a:ext uri="{FF2B5EF4-FFF2-40B4-BE49-F238E27FC236}">
                <a16:creationId xmlns:a16="http://schemas.microsoft.com/office/drawing/2014/main" id="{39F93EF2-8AD3-4BD9-8943-D993E38227AA}"/>
              </a:ext>
            </a:extLst>
          </p:cNvPr>
          <p:cNvSpPr>
            <a:spLocks xmlns:a="http://schemas.openxmlformats.org/drawingml/2006/main" noGrp="1"/>
          </p:cNvSpPr>
          <p:nvPr/>
        </p:nvSpPr>
        <p:spPr>
          <a:xfrm xmlns:a="http://schemas.openxmlformats.org/drawingml/2006/main">
            <a:off x="914400" y="1323975"/>
            <a:ext cx="16459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400" b="1">
                <a:solidFill>
                  <a:srgbClr val="142338"/>
                </a:solidFill>
                <a:latin typeface="Noto Sans Bold"/>
                <a:ea typeface="Noto Sans Bold"/>
                <a:cs typeface="Noto Sans Bold"/>
              </a:defRPr>
            </a:defPPr>
            <a:lvl1pPr algn="l">
              <a:defRPr sz="5400" b="1">
                <a:solidFill>
                  <a:srgbClr val="142338"/>
                </a:solidFill>
                <a:latin typeface="Noto Sans Bold"/>
                <a:ea typeface="Noto Sans Bold"/>
                <a:cs typeface="Noto Sans Bold"/>
              </a:defRPr>
            </a:lvl1pPr>
            <a:lvl2pPr algn="l">
              <a:defRPr sz="5400" b="1">
                <a:solidFill>
                  <a:srgbClr val="142338"/>
                </a:solidFill>
                <a:latin typeface="Noto Sans Bold"/>
                <a:ea typeface="Noto Sans Bold"/>
                <a:cs typeface="Noto Sans Bold"/>
              </a:defRPr>
            </a:lvl2pPr>
            <a:lvl3pPr algn="l">
              <a:defRPr sz="5400" b="1">
                <a:solidFill>
                  <a:srgbClr val="142338"/>
                </a:solidFill>
                <a:latin typeface="Noto Sans Bold"/>
                <a:ea typeface="Noto Sans Bold"/>
                <a:cs typeface="Noto Sans Bold"/>
              </a:defRPr>
            </a:lvl3pPr>
            <a:lvl4pPr algn="l">
              <a:defRPr sz="5400" b="1">
                <a:solidFill>
                  <a:srgbClr val="142338"/>
                </a:solidFill>
                <a:latin typeface="Noto Sans Bold"/>
                <a:ea typeface="Noto Sans Bold"/>
                <a:cs typeface="Noto Sans Bold"/>
              </a:defRPr>
            </a:lvl4pPr>
            <a:lvl5pPr algn="l">
              <a:defRPr sz="5400" b="1">
                <a:solidFill>
                  <a:srgbClr val="142338"/>
                </a:solidFill>
                <a:latin typeface="Noto Sans Bold"/>
                <a:ea typeface="Noto Sans Bold"/>
                <a:cs typeface="Noto Sans Bold"/>
              </a:defRPr>
            </a:lvl5pPr>
            <a:lvl6pPr algn="l">
              <a:defRPr sz="5400" b="1">
                <a:solidFill>
                  <a:srgbClr val="142338"/>
                </a:solidFill>
                <a:latin typeface="Noto Sans Bold"/>
                <a:ea typeface="Noto Sans Bold"/>
                <a:cs typeface="Noto Sans Bold"/>
              </a:defRPr>
            </a:lvl6pPr>
            <a:lvl7pPr algn="l">
              <a:defRPr sz="5400" b="1">
                <a:solidFill>
                  <a:srgbClr val="142338"/>
                </a:solidFill>
                <a:latin typeface="Noto Sans Bold"/>
                <a:ea typeface="Noto Sans Bold"/>
                <a:cs typeface="Noto Sans Bold"/>
              </a:defRPr>
            </a:lvl7pPr>
            <a:lvl8pPr algn="l">
              <a:defRPr sz="5400" b="1">
                <a:solidFill>
                  <a:srgbClr val="142338"/>
                </a:solidFill>
                <a:latin typeface="Noto Sans Bold"/>
                <a:ea typeface="Noto Sans Bold"/>
                <a:cs typeface="Noto Sans Bold"/>
              </a:defRPr>
            </a:lvl8pPr>
            <a:lvl9pPr algn="l">
              <a:defRPr sz="5400" b="1">
                <a:solidFill>
                  <a:srgbClr val="142338"/>
                </a:solidFill>
                <a:latin typeface="Noto Sans Bold"/>
                <a:ea typeface="Noto Sans Bold"/>
                <a:cs typeface="Noto Sans Bold"/>
              </a:defRPr>
            </a:lvl9pPr>
          </a:lstStyle>
          <a:p xmlns:a="http://schemas.openxmlformats.org/drawingml/2006/main">
            <a:pPr algn="l">
              <a:defRPr sz="5400" b="1">
                <a:solidFill>
                  <a:srgbClr val="142338"/>
                </a:solidFill>
                <a:latin typeface="Noto Sans Bold"/>
                <a:ea typeface="Noto Sans Bold"/>
                <a:cs typeface="Noto Sans Bold"/>
              </a:defRPr>
            </a:pPr>
            <a:r>
              <a:rPr sz="5400" b="1">
                <a:solidFill>
                  <a:srgbClr val="142338"/>
                </a:solidFill>
                <a:latin typeface="Noto Sans Bold"/>
                <a:ea typeface="Noto Sans Bold"/>
                <a:cs typeface="Noto Sans Bold"/>
              </a:rPr>
              <a:t>가설을 구별하는 추가 조사</a:t>
            </a:r>
          </a:p>
        </p:txBody>
      </p:sp>
      <p:cxnSp>
        <p:nvCxnSpPr>
          <p:cNvPr id="3" name="architecture-link">
            <a:extLst xmlns:a="http://schemas.openxmlformats.org/drawingml/2006/main">
              <a:ext uri="{FF2B5EF4-FFF2-40B4-BE49-F238E27FC236}">
                <a16:creationId xmlns:a16="http://schemas.microsoft.com/office/drawing/2014/main" id="{A9F81E25-93DB-4660-A4E7-F2FE604011CF}"/>
              </a:ext>
            </a:extLst>
          </p:cNvPr>
          <p:cNvCxnSpPr/>
          <p:nvPr/>
        </p:nvCxnSpPr>
        <p:spPr>
          <a:xfrm xmlns:a="http://schemas.openxmlformats.org/drawingml/2006/main">
            <a:off x="914400" y="9429750"/>
            <a:ext cx="16459200" cy="0"/>
          </a:xfrm>
          <a:prstGeom xmlns:a="http://schemas.openxmlformats.org/drawingml/2006/main" prst="straightConnector1">
            <a:avLst/>
          </a:prstGeom>
          <a:ln xmlns:a="http://schemas.openxmlformats.org/drawingml/2006/main" w="28575">
            <a:solidFill>
              <a:srgbClr val="D2DBE6"/>
            </a:solidFill>
          </a:ln>
        </p:spPr>
      </p:cxnSp>
      <p:sp>
        <p:nvSpPr>
          <p:cNvPr id="4" name="footer">
            <a:extLst xmlns:a="http://schemas.openxmlformats.org/drawingml/2006/main">
              <a:ext uri="{FF2B5EF4-FFF2-40B4-BE49-F238E27FC236}">
                <a16:creationId xmlns:a16="http://schemas.microsoft.com/office/drawing/2014/main" id="{8AFF360B-58D8-4971-8D7D-B0CE9F84D768}"/>
              </a:ext>
            </a:extLst>
          </p:cNvPr>
          <p:cNvSpPr>
            <a:spLocks xmlns:a="http://schemas.openxmlformats.org/drawingml/2006/main" noGrp="1"/>
          </p:cNvSpPr>
          <p:nvPr/>
        </p:nvSpPr>
        <p:spPr>
          <a:xfrm xmlns:a="http://schemas.openxmlformats.org/drawingml/2006/main">
            <a:off x="914400" y="9639300"/>
            <a:ext cx="1514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526176"/>
                </a:solidFill>
                <a:latin typeface="Noto Sans Kr"/>
                <a:ea typeface="Noto Sans Kr"/>
                <a:cs typeface="Noto Sans Kr"/>
              </a:defRPr>
            </a:defPPr>
            <a:lvl1pPr algn="l">
              <a:defRPr sz="2025" b="0">
                <a:solidFill>
                  <a:srgbClr val="526176"/>
                </a:solidFill>
                <a:latin typeface="Noto Sans Kr"/>
                <a:ea typeface="Noto Sans Kr"/>
                <a:cs typeface="Noto Sans Kr"/>
              </a:defRPr>
            </a:lvl1pPr>
            <a:lvl2pPr algn="l">
              <a:defRPr sz="2025" b="0">
                <a:solidFill>
                  <a:srgbClr val="526176"/>
                </a:solidFill>
                <a:latin typeface="Noto Sans Kr"/>
                <a:ea typeface="Noto Sans Kr"/>
                <a:cs typeface="Noto Sans Kr"/>
              </a:defRPr>
            </a:lvl2pPr>
            <a:lvl3pPr algn="l">
              <a:defRPr sz="2025" b="0">
                <a:solidFill>
                  <a:srgbClr val="526176"/>
                </a:solidFill>
                <a:latin typeface="Noto Sans Kr"/>
                <a:ea typeface="Noto Sans Kr"/>
                <a:cs typeface="Noto Sans Kr"/>
              </a:defRPr>
            </a:lvl3pPr>
            <a:lvl4pPr algn="l">
              <a:defRPr sz="2025" b="0">
                <a:solidFill>
                  <a:srgbClr val="526176"/>
                </a:solidFill>
                <a:latin typeface="Noto Sans Kr"/>
                <a:ea typeface="Noto Sans Kr"/>
                <a:cs typeface="Noto Sans Kr"/>
              </a:defRPr>
            </a:lvl4pPr>
            <a:lvl5pPr algn="l">
              <a:defRPr sz="2025" b="0">
                <a:solidFill>
                  <a:srgbClr val="526176"/>
                </a:solidFill>
                <a:latin typeface="Noto Sans Kr"/>
                <a:ea typeface="Noto Sans Kr"/>
                <a:cs typeface="Noto Sans Kr"/>
              </a:defRPr>
            </a:lvl5pPr>
            <a:lvl6pPr algn="l">
              <a:defRPr sz="2025" b="0">
                <a:solidFill>
                  <a:srgbClr val="526176"/>
                </a:solidFill>
                <a:latin typeface="Noto Sans Kr"/>
                <a:ea typeface="Noto Sans Kr"/>
                <a:cs typeface="Noto Sans Kr"/>
              </a:defRPr>
            </a:lvl6pPr>
            <a:lvl7pPr algn="l">
              <a:defRPr sz="2025" b="0">
                <a:solidFill>
                  <a:srgbClr val="526176"/>
                </a:solidFill>
                <a:latin typeface="Noto Sans Kr"/>
                <a:ea typeface="Noto Sans Kr"/>
                <a:cs typeface="Noto Sans Kr"/>
              </a:defRPr>
            </a:lvl7pPr>
            <a:lvl8pPr algn="l">
              <a:defRPr sz="2025" b="0">
                <a:solidFill>
                  <a:srgbClr val="526176"/>
                </a:solidFill>
                <a:latin typeface="Noto Sans Kr"/>
                <a:ea typeface="Noto Sans Kr"/>
                <a:cs typeface="Noto Sans Kr"/>
              </a:defRPr>
            </a:lvl8pPr>
            <a:lvl9pPr algn="l">
              <a:defRPr sz="2025" b="0">
                <a:solidFill>
                  <a:srgbClr val="526176"/>
                </a:solidFill>
                <a:latin typeface="Noto Sans Kr"/>
                <a:ea typeface="Noto Sans Kr"/>
                <a:cs typeface="Noto Sans Kr"/>
              </a:defRPr>
            </a:lvl9pPr>
          </a:lstStyle>
          <a:p xmlns:a="http://schemas.openxmlformats.org/drawingml/2006/main">
            <a:pPr algn="l">
              <a:defRPr sz="2025" b="0">
                <a:solidFill>
                  <a:srgbClr val="526176"/>
                </a:solidFill>
                <a:latin typeface="Noto Sans Kr"/>
                <a:ea typeface="Noto Sans Kr"/>
                <a:cs typeface="Noto Sans Kr"/>
              </a:defRPr>
            </a:pPr>
            <a:r>
              <a:rPr sz="2025" b="0">
                <a:solidFill>
                  <a:srgbClr val="526176"/>
                </a:solidFill>
                <a:latin typeface="Noto Sans Kr"/>
                <a:ea typeface="Noto Sans Kr"/>
                <a:cs typeface="Noto Sans Kr"/>
              </a:rPr>
              <a:t>현재 범위: CPU 장애 3가설·교육용 합성 관측 / 동일 5분·추가 조회 최대 4회</a:t>
            </a:r>
          </a:p>
        </p:txBody>
      </p:sp>
      <p:sp>
        <p:nvSpPr>
          <p:cNvPr id="5" name="page-number">
            <a:extLst xmlns:a="http://schemas.openxmlformats.org/drawingml/2006/main">
              <a:ext uri="{FF2B5EF4-FFF2-40B4-BE49-F238E27FC236}">
                <a16:creationId xmlns:a16="http://schemas.microsoft.com/office/drawing/2014/main" id="{BE2844D6-CD87-4F58-A158-902914331EB0}"/>
              </a:ext>
            </a:extLst>
          </p:cNvPr>
          <p:cNvSpPr>
            <a:spLocks xmlns:a="http://schemas.openxmlformats.org/drawingml/2006/main" noGrp="1"/>
          </p:cNvSpPr>
          <p:nvPr/>
        </p:nvSpPr>
        <p:spPr>
          <a:xfrm xmlns:a="http://schemas.openxmlformats.org/drawingml/2006/main">
            <a:off x="16611600" y="9601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864DC"/>
                </a:solidFill>
                <a:latin typeface="Noto Sans Bold"/>
                <a:ea typeface="Noto Sans Bold"/>
                <a:cs typeface="Noto Sans Bold"/>
              </a:defRPr>
            </a:defPPr>
            <a:lvl1pPr algn="l">
              <a:defRPr sz="2550" b="1">
                <a:solidFill>
                  <a:srgbClr val="2864DC"/>
                </a:solidFill>
                <a:latin typeface="Noto Sans Bold"/>
                <a:ea typeface="Noto Sans Bold"/>
                <a:cs typeface="Noto Sans Bold"/>
              </a:defRPr>
            </a:lvl1pPr>
            <a:lvl2pPr algn="l">
              <a:defRPr sz="2550" b="1">
                <a:solidFill>
                  <a:srgbClr val="2864DC"/>
                </a:solidFill>
                <a:latin typeface="Noto Sans Bold"/>
                <a:ea typeface="Noto Sans Bold"/>
                <a:cs typeface="Noto Sans Bold"/>
              </a:defRPr>
            </a:lvl2pPr>
            <a:lvl3pPr algn="l">
              <a:defRPr sz="2550" b="1">
                <a:solidFill>
                  <a:srgbClr val="2864DC"/>
                </a:solidFill>
                <a:latin typeface="Noto Sans Bold"/>
                <a:ea typeface="Noto Sans Bold"/>
                <a:cs typeface="Noto Sans Bold"/>
              </a:defRPr>
            </a:lvl3pPr>
            <a:lvl4pPr algn="l">
              <a:defRPr sz="2550" b="1">
                <a:solidFill>
                  <a:srgbClr val="2864DC"/>
                </a:solidFill>
                <a:latin typeface="Noto Sans Bold"/>
                <a:ea typeface="Noto Sans Bold"/>
                <a:cs typeface="Noto Sans Bold"/>
              </a:defRPr>
            </a:lvl4pPr>
            <a:lvl5pPr algn="l">
              <a:defRPr sz="2550" b="1">
                <a:solidFill>
                  <a:srgbClr val="2864DC"/>
                </a:solidFill>
                <a:latin typeface="Noto Sans Bold"/>
                <a:ea typeface="Noto Sans Bold"/>
                <a:cs typeface="Noto Sans Bold"/>
              </a:defRPr>
            </a:lvl5pPr>
            <a:lvl6pPr algn="l">
              <a:defRPr sz="2550" b="1">
                <a:solidFill>
                  <a:srgbClr val="2864DC"/>
                </a:solidFill>
                <a:latin typeface="Noto Sans Bold"/>
                <a:ea typeface="Noto Sans Bold"/>
                <a:cs typeface="Noto Sans Bold"/>
              </a:defRPr>
            </a:lvl6pPr>
            <a:lvl7pPr algn="l">
              <a:defRPr sz="2550" b="1">
                <a:solidFill>
                  <a:srgbClr val="2864DC"/>
                </a:solidFill>
                <a:latin typeface="Noto Sans Bold"/>
                <a:ea typeface="Noto Sans Bold"/>
                <a:cs typeface="Noto Sans Bold"/>
              </a:defRPr>
            </a:lvl7pPr>
            <a:lvl8pPr algn="l">
              <a:defRPr sz="2550" b="1">
                <a:solidFill>
                  <a:srgbClr val="2864DC"/>
                </a:solidFill>
                <a:latin typeface="Noto Sans Bold"/>
                <a:ea typeface="Noto Sans Bold"/>
                <a:cs typeface="Noto Sans Bold"/>
              </a:defRPr>
            </a:lvl8pPr>
            <a:lvl9pPr algn="l">
              <a:defRPr sz="2550" b="1">
                <a:solidFill>
                  <a:srgbClr val="2864DC"/>
                </a:solidFill>
                <a:latin typeface="Noto Sans Bold"/>
                <a:ea typeface="Noto Sans Bold"/>
                <a:cs typeface="Noto Sans Bold"/>
              </a:defRPr>
            </a:lvl9pPr>
          </a:lstStyle>
          <a:p xmlns:a="http://schemas.openxmlformats.org/drawingml/2006/main">
            <a:pPr algn="l">
              <a:defRPr sz="2550" b="1">
                <a:solidFill>
                  <a:srgbClr val="2864DC"/>
                </a:solidFill>
                <a:latin typeface="Noto Sans Bold"/>
                <a:ea typeface="Noto Sans Bold"/>
                <a:cs typeface="Noto Sans Bold"/>
              </a:defRPr>
            </a:pPr>
            <a:r>
              <a:rPr sz="2550" b="1">
                <a:solidFill>
                  <a:srgbClr val="2864DC"/>
                </a:solidFill>
                <a:latin typeface="Noto Sans Bold"/>
                <a:ea typeface="Noto Sans Bold"/>
                <a:cs typeface="Noto Sans Bold"/>
              </a:rPr>
              <a:t>04</a:t>
            </a:r>
          </a:p>
        </p:txBody>
      </p:sp>
      <p:graphicFrame>
        <p:nvGraphicFramePr>
          <p:cNvPr id="6" name="">
            <a:extLst xmlns:a="http://schemas.openxmlformats.org/drawingml/2006/main">
              <a:ext uri="{FF2B5EF4-FFF2-40B4-BE49-F238E27FC236}">
                <a16:creationId xmlns:a16="http://schemas.microsoft.com/office/drawing/2014/main" id="{1958CBD7-BED8-4C49-84AD-AB529282E089}"/>
              </a:ext>
            </a:extLst>
          </p:cNvPr>
          <p:cNvGraphicFramePr/>
          <p:nvPr/>
        </p:nvGraphicFramePr>
        <p:xfrm>
          <a:off xmlns:a="http://schemas.openxmlformats.org/drawingml/2006/main" x="914400" y="2857500"/>
          <a:ext xmlns:a="http://schemas.openxmlformats.org/drawingml/2006/main" cx="16459200" cy="5524500"/>
        </p:xfrm>
        <a:graphic xmlns:a="http://schemas.openxmlformats.org/drawingml/2006/main">
          <a:graphicData uri="http://schemas.openxmlformats.org/drawingml/2006/table">
            <a:tbl>
              <a:tblPr firstRow="0" bandRow="0"/>
              <a:tblGrid>
                <a:gridCol w="4191000"/>
                <a:gridCol w="12268200"/>
              </a:tblGrid>
              <a:tr h="800100">
                <a:tc>
                  <a:txBody>
                    <a:bodyPr/>
                    <a:lstStyle/>
                    <a:p>
                      <a:r>
                        <a:rPr sz="2925" b="1">
                          <a:solidFill>
                            <a:srgbClr val="2864DC"/>
                          </a:solidFill>
                          <a:latin typeface="Noto Sans Bold"/>
                          <a:ea typeface="Noto Sans Bold"/>
                          <a:cs typeface="Noto Sans Bold"/>
                        </a:rPr>
                        <a:t>단계</a:t>
                      </a:r>
                    </a:p>
                  </a:txBody>
                  <a:tcPr marL="228600" marR="190500" marT="114300" marB="114300" anchor="ctr">
                    <a:lnL w="14288">
                      <a:solidFill>
                        <a:srgbClr val="D2DBE6"/>
                      </a:solidFill>
                      <a:prstDash val="solid"/>
                    </a:lnL>
                    <a:lnR w="14288">
                      <a:solidFill>
                        <a:srgbClr val="D2DBE6"/>
                      </a:solidFill>
                      <a:prstDash val="solid"/>
                    </a:lnR>
                    <a:lnT w="14288">
                      <a:solidFill>
                        <a:srgbClr val="D2DBE6"/>
                      </a:solidFill>
                      <a:prstDash val="solid"/>
                    </a:lnT>
                    <a:lnB w="14288">
                      <a:solidFill>
                        <a:srgbClr val="D2DBE6"/>
                      </a:solidFill>
                      <a:prstDash val="solid"/>
                    </a:lnB>
                    <a:solidFill>
                      <a:srgbClr val="EAF0FC"/>
                    </a:solidFill>
                  </a:tcPr>
                </a:tc>
                <a:tc>
                  <a:txBody>
                    <a:bodyPr/>
                    <a:lstStyle/>
                    <a:p>
                      <a:r>
                        <a:rPr sz="2925" b="1">
                          <a:solidFill>
                            <a:srgbClr val="2864DC"/>
                          </a:solidFill>
                          <a:latin typeface="Noto Sans Bold"/>
                          <a:ea typeface="Noto Sans Bold"/>
                          <a:cs typeface="Noto Sans Bold"/>
                        </a:rPr>
                        <a:t>핵심 처리</a:t>
                      </a:r>
                    </a:p>
                  </a:txBody>
                  <a:tcPr marL="228600" marR="190500" marT="114300" marB="114300" anchor="ctr">
                    <a:lnR w="14288">
                      <a:solidFill>
                        <a:srgbClr val="D2DBE6"/>
                      </a:solidFill>
                      <a:prstDash val="solid"/>
                    </a:lnR>
                    <a:lnT w="14288">
                      <a:solidFill>
                        <a:srgbClr val="D2DBE6"/>
                      </a:solidFill>
                      <a:prstDash val="solid"/>
                    </a:lnT>
                    <a:lnB w="14288">
                      <a:solidFill>
                        <a:srgbClr val="D2DBE6"/>
                      </a:solidFill>
                      <a:prstDash val="solid"/>
                    </a:lnB>
                    <a:solidFill>
                      <a:srgbClr val="EAF0FC"/>
                    </a:solidFill>
                  </a:tcPr>
                </a:tc>
              </a:tr>
              <a:tr h="1181100">
                <a:tc>
                  <a:txBody>
                    <a:bodyPr/>
                    <a:lstStyle/>
                    <a:p>
                      <a:r>
                        <a:rPr sz="2925">
                          <a:solidFill>
                            <a:srgbClr val="142338"/>
                          </a:solidFill>
                          <a:latin typeface="Noto Sans Kr"/>
                          <a:ea typeface="Noto Sans Kr"/>
                          <a:cs typeface="Noto Sans Kr"/>
                        </a:rPr>
                        <a:t>조건 설정</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조회 전에 가설별 지지·반증 조건 기록</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181100">
                <a:tc>
                  <a:txBody>
                    <a:bodyPr/>
                    <a:lstStyle/>
                    <a:p>
                      <a:r>
                        <a:rPr sz="2925">
                          <a:solidFill>
                            <a:srgbClr val="142338"/>
                          </a:solidFill>
                          <a:latin typeface="Noto Sans Kr"/>
                          <a:ea typeface="Noto Sans Kr"/>
                          <a:cs typeface="Noto Sans Kr"/>
                        </a:rPr>
                        <a:t>질문 선택</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실제 LLM이 허용된 미수행 질문 선택</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181100">
                <a:tc>
                  <a:txBody>
                    <a:bodyPr/>
                    <a:lstStyle/>
                    <a:p>
                      <a:r>
                        <a:rPr sz="2925">
                          <a:solidFill>
                            <a:srgbClr val="142338"/>
                          </a:solidFill>
                          <a:latin typeface="Noto Sans Kr"/>
                          <a:ea typeface="Noto Sans Kr"/>
                          <a:cs typeface="Noto Sans Kr"/>
                        </a:rPr>
                        <a:t>관측 대조</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MCP 관측을 코드의 판정 조건과 비교</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181100">
                <a:tc>
                  <a:txBody>
                    <a:bodyPr/>
                    <a:lstStyle/>
                    <a:p>
                      <a:r>
                        <a:rPr sz="2925">
                          <a:solidFill>
                            <a:srgbClr val="142338"/>
                          </a:solidFill>
                          <a:latin typeface="Noto Sans Kr"/>
                          <a:ea typeface="Noto Sans Kr"/>
                          <a:cs typeface="Noto Sans Kr"/>
                        </a:rPr>
                        <a:t>종료 판단</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925">
                          <a:solidFill>
                            <a:srgbClr val="142338"/>
                          </a:solidFill>
                          <a:latin typeface="Noto Sans Kr"/>
                          <a:ea typeface="Noto Sans Kr"/>
                          <a:cs typeface="Noto Sans Kr"/>
                        </a:rPr>
                        <a:t>교차 지지 시 조기 종료, 부족·상충 시 보류</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bl>
          </a:graphicData>
        </a:graphic>
      </p:graphicFrame>
      <p:sp>
        <p:nvSpPr>
          <p:cNvPr id="7" name="body">
            <a:extLst xmlns:a="http://schemas.openxmlformats.org/drawingml/2006/main">
              <a:ext uri="{FF2B5EF4-FFF2-40B4-BE49-F238E27FC236}">
                <a16:creationId xmlns:a16="http://schemas.microsoft.com/office/drawing/2014/main" id="{EA54402A-6A1F-4A69-8479-1730415C8EA0}"/>
              </a:ext>
            </a:extLst>
          </p:cNvPr>
          <p:cNvSpPr>
            <a:spLocks xmlns:a="http://schemas.openxmlformats.org/drawingml/2006/main" noGrp="1"/>
          </p:cNvSpPr>
          <p:nvPr/>
        </p:nvSpPr>
        <p:spPr>
          <a:xfrm xmlns:a="http://schemas.openxmlformats.org/drawingml/2006/main">
            <a:off x="914400" y="8696325"/>
            <a:ext cx="4572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864DC"/>
                </a:solidFill>
                <a:latin typeface="Noto Sans Bold"/>
                <a:ea typeface="Noto Sans Bold"/>
                <a:cs typeface="Noto Sans Bold"/>
              </a:defRPr>
            </a:defPPr>
            <a:lvl1pPr algn="l">
              <a:defRPr sz="3000" b="1">
                <a:solidFill>
                  <a:srgbClr val="2864DC"/>
                </a:solidFill>
                <a:latin typeface="Noto Sans Bold"/>
                <a:ea typeface="Noto Sans Bold"/>
                <a:cs typeface="Noto Sans Bold"/>
              </a:defRPr>
            </a:lvl1pPr>
            <a:lvl2pPr algn="l">
              <a:defRPr sz="3000" b="1">
                <a:solidFill>
                  <a:srgbClr val="2864DC"/>
                </a:solidFill>
                <a:latin typeface="Noto Sans Bold"/>
                <a:ea typeface="Noto Sans Bold"/>
                <a:cs typeface="Noto Sans Bold"/>
              </a:defRPr>
            </a:lvl2pPr>
            <a:lvl3pPr algn="l">
              <a:defRPr sz="3000" b="1">
                <a:solidFill>
                  <a:srgbClr val="2864DC"/>
                </a:solidFill>
                <a:latin typeface="Noto Sans Bold"/>
                <a:ea typeface="Noto Sans Bold"/>
                <a:cs typeface="Noto Sans Bold"/>
              </a:defRPr>
            </a:lvl3pPr>
            <a:lvl4pPr algn="l">
              <a:defRPr sz="3000" b="1">
                <a:solidFill>
                  <a:srgbClr val="2864DC"/>
                </a:solidFill>
                <a:latin typeface="Noto Sans Bold"/>
                <a:ea typeface="Noto Sans Bold"/>
                <a:cs typeface="Noto Sans Bold"/>
              </a:defRPr>
            </a:lvl4pPr>
            <a:lvl5pPr algn="l">
              <a:defRPr sz="3000" b="1">
                <a:solidFill>
                  <a:srgbClr val="2864DC"/>
                </a:solidFill>
                <a:latin typeface="Noto Sans Bold"/>
                <a:ea typeface="Noto Sans Bold"/>
                <a:cs typeface="Noto Sans Bold"/>
              </a:defRPr>
            </a:lvl5pPr>
            <a:lvl6pPr algn="l">
              <a:defRPr sz="3000" b="1">
                <a:solidFill>
                  <a:srgbClr val="2864DC"/>
                </a:solidFill>
                <a:latin typeface="Noto Sans Bold"/>
                <a:ea typeface="Noto Sans Bold"/>
                <a:cs typeface="Noto Sans Bold"/>
              </a:defRPr>
            </a:lvl6pPr>
            <a:lvl7pPr algn="l">
              <a:defRPr sz="3000" b="1">
                <a:solidFill>
                  <a:srgbClr val="2864DC"/>
                </a:solidFill>
                <a:latin typeface="Noto Sans Bold"/>
                <a:ea typeface="Noto Sans Bold"/>
                <a:cs typeface="Noto Sans Bold"/>
              </a:defRPr>
            </a:lvl7pPr>
            <a:lvl8pPr algn="l">
              <a:defRPr sz="3000" b="1">
                <a:solidFill>
                  <a:srgbClr val="2864DC"/>
                </a:solidFill>
                <a:latin typeface="Noto Sans Bold"/>
                <a:ea typeface="Noto Sans Bold"/>
                <a:cs typeface="Noto Sans Bold"/>
              </a:defRPr>
            </a:lvl8pPr>
            <a:lvl9pPr algn="l">
              <a:defRPr sz="3000" b="1">
                <a:solidFill>
                  <a:srgbClr val="2864DC"/>
                </a:solidFill>
                <a:latin typeface="Noto Sans Bold"/>
                <a:ea typeface="Noto Sans Bold"/>
                <a:cs typeface="Noto Sans Bold"/>
              </a:defRPr>
            </a:lvl9pPr>
          </a:lstStyle>
          <a:p xmlns:a="http://schemas.openxmlformats.org/drawingml/2006/main">
            <a:pPr algn="l">
              <a:defRPr sz="3000" b="1">
                <a:solidFill>
                  <a:srgbClr val="2864DC"/>
                </a:solidFill>
                <a:latin typeface="Noto Sans Bold"/>
                <a:ea typeface="Noto Sans Bold"/>
                <a:cs typeface="Noto Sans Bold"/>
              </a:defRPr>
            </a:pPr>
            <a:r>
              <a:rPr sz="3000" b="1">
                <a:solidFill>
                  <a:srgbClr val="2864DC"/>
                </a:solidFill>
                <a:latin typeface="Noto Sans Bold"/>
                <a:ea typeface="Noto Sans Bold"/>
                <a:cs typeface="Noto Sans Bold"/>
              </a:rPr>
              <a:t>화면에 남기는 정보</a:t>
            </a:r>
          </a:p>
        </p:txBody>
      </p:sp>
      <p:sp>
        <p:nvSpPr>
          <p:cNvPr id="8" name="body">
            <a:extLst xmlns:a="http://schemas.openxmlformats.org/drawingml/2006/main">
              <a:ext uri="{FF2B5EF4-FFF2-40B4-BE49-F238E27FC236}">
                <a16:creationId xmlns:a16="http://schemas.microsoft.com/office/drawing/2014/main" id="{3AA0FE06-1895-4402-A03F-45E46FF50EFB}"/>
              </a:ext>
            </a:extLst>
          </p:cNvPr>
          <p:cNvSpPr>
            <a:spLocks xmlns:a="http://schemas.openxmlformats.org/drawingml/2006/main" noGrp="1"/>
          </p:cNvSpPr>
          <p:nvPr/>
        </p:nvSpPr>
        <p:spPr>
          <a:xfrm xmlns:a="http://schemas.openxmlformats.org/drawingml/2006/main">
            <a:off x="5810250" y="8696325"/>
            <a:ext cx="11563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75" b="0">
                <a:solidFill>
                  <a:srgbClr val="142338"/>
                </a:solidFill>
                <a:latin typeface="Noto Sans Kr"/>
                <a:ea typeface="Noto Sans Kr"/>
                <a:cs typeface="Noto Sans Kr"/>
              </a:defRPr>
            </a:defPPr>
            <a:lvl1pPr algn="l">
              <a:defRPr sz="2775" b="0">
                <a:solidFill>
                  <a:srgbClr val="142338"/>
                </a:solidFill>
                <a:latin typeface="Noto Sans Kr"/>
                <a:ea typeface="Noto Sans Kr"/>
                <a:cs typeface="Noto Sans Kr"/>
              </a:defRPr>
            </a:lvl1pPr>
            <a:lvl2pPr algn="l">
              <a:defRPr sz="2775" b="0">
                <a:solidFill>
                  <a:srgbClr val="142338"/>
                </a:solidFill>
                <a:latin typeface="Noto Sans Kr"/>
                <a:ea typeface="Noto Sans Kr"/>
                <a:cs typeface="Noto Sans Kr"/>
              </a:defRPr>
            </a:lvl2pPr>
            <a:lvl3pPr algn="l">
              <a:defRPr sz="2775" b="0">
                <a:solidFill>
                  <a:srgbClr val="142338"/>
                </a:solidFill>
                <a:latin typeface="Noto Sans Kr"/>
                <a:ea typeface="Noto Sans Kr"/>
                <a:cs typeface="Noto Sans Kr"/>
              </a:defRPr>
            </a:lvl3pPr>
            <a:lvl4pPr algn="l">
              <a:defRPr sz="2775" b="0">
                <a:solidFill>
                  <a:srgbClr val="142338"/>
                </a:solidFill>
                <a:latin typeface="Noto Sans Kr"/>
                <a:ea typeface="Noto Sans Kr"/>
                <a:cs typeface="Noto Sans Kr"/>
              </a:defRPr>
            </a:lvl4pPr>
            <a:lvl5pPr algn="l">
              <a:defRPr sz="2775" b="0">
                <a:solidFill>
                  <a:srgbClr val="142338"/>
                </a:solidFill>
                <a:latin typeface="Noto Sans Kr"/>
                <a:ea typeface="Noto Sans Kr"/>
                <a:cs typeface="Noto Sans Kr"/>
              </a:defRPr>
            </a:lvl5pPr>
            <a:lvl6pPr algn="l">
              <a:defRPr sz="2775" b="0">
                <a:solidFill>
                  <a:srgbClr val="142338"/>
                </a:solidFill>
                <a:latin typeface="Noto Sans Kr"/>
                <a:ea typeface="Noto Sans Kr"/>
                <a:cs typeface="Noto Sans Kr"/>
              </a:defRPr>
            </a:lvl6pPr>
            <a:lvl7pPr algn="l">
              <a:defRPr sz="2775" b="0">
                <a:solidFill>
                  <a:srgbClr val="142338"/>
                </a:solidFill>
                <a:latin typeface="Noto Sans Kr"/>
                <a:ea typeface="Noto Sans Kr"/>
                <a:cs typeface="Noto Sans Kr"/>
              </a:defRPr>
            </a:lvl7pPr>
            <a:lvl8pPr algn="l">
              <a:defRPr sz="2775" b="0">
                <a:solidFill>
                  <a:srgbClr val="142338"/>
                </a:solidFill>
                <a:latin typeface="Noto Sans Kr"/>
                <a:ea typeface="Noto Sans Kr"/>
                <a:cs typeface="Noto Sans Kr"/>
              </a:defRPr>
            </a:lvl8pPr>
            <a:lvl9pPr algn="l">
              <a:defRPr sz="2775" b="0">
                <a:solidFill>
                  <a:srgbClr val="142338"/>
                </a:solidFill>
                <a:latin typeface="Noto Sans Kr"/>
                <a:ea typeface="Noto Sans Kr"/>
                <a:cs typeface="Noto Sans Kr"/>
              </a:defRPr>
            </a:lvl9pPr>
          </a:lstStyle>
          <a:p xmlns:a="http://schemas.openxmlformats.org/drawingml/2006/main">
            <a:pPr algn="l">
              <a:defRPr sz="2775" b="0">
                <a:solidFill>
                  <a:srgbClr val="142338"/>
                </a:solidFill>
                <a:latin typeface="Noto Sans Kr"/>
                <a:ea typeface="Noto Sans Kr"/>
                <a:cs typeface="Noto Sans Kr"/>
              </a:defRPr>
            </a:pPr>
            <a:r>
              <a:rPr sz="2775" b="0">
                <a:solidFill>
                  <a:srgbClr val="142338"/>
                </a:solidFill>
                <a:latin typeface="Noto Sans Kr"/>
                <a:ea typeface="Noto Sans Kr"/>
                <a:cs typeface="Noto Sans Kr"/>
              </a:rPr>
              <a:t>조사 이유 · 관측 · 판단 전후 · 종료 이유</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3" name="section-label">
            <a:extLst xmlns:a="http://schemas.openxmlformats.org/drawingml/2006/main">
              <a:ext uri="{FF2B5EF4-FFF2-40B4-BE49-F238E27FC236}">
                <a16:creationId xmlns:a16="http://schemas.microsoft.com/office/drawing/2014/main" id="{B287507F-69C2-4171-93DE-623799B7537E}"/>
              </a:ext>
            </a:extLst>
          </p:cNvPr>
          <p:cNvSpPr>
            <a:spLocks xmlns:a="http://schemas.openxmlformats.org/drawingml/2006/main" noGrp="1"/>
          </p:cNvSpPr>
          <p:nvPr/>
        </p:nvSpPr>
        <p:spPr>
          <a:xfrm xmlns:a="http://schemas.openxmlformats.org/drawingml/2006/main">
            <a:off x="914400" y="514350"/>
            <a:ext cx="1645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2864DC"/>
                </a:solidFill>
                <a:latin typeface="Noto Sans Bold"/>
                <a:ea typeface="Noto Sans Bold"/>
                <a:cs typeface="Noto Sans Bold"/>
              </a:defRPr>
            </a:defPPr>
            <a:lvl1pPr algn="l">
              <a:defRPr sz="2175" b="1">
                <a:solidFill>
                  <a:srgbClr val="2864DC"/>
                </a:solidFill>
                <a:latin typeface="Noto Sans Bold"/>
                <a:ea typeface="Noto Sans Bold"/>
                <a:cs typeface="Noto Sans Bold"/>
              </a:defRPr>
            </a:lvl1pPr>
            <a:lvl2pPr algn="l">
              <a:defRPr sz="2175" b="1">
                <a:solidFill>
                  <a:srgbClr val="2864DC"/>
                </a:solidFill>
                <a:latin typeface="Noto Sans Bold"/>
                <a:ea typeface="Noto Sans Bold"/>
                <a:cs typeface="Noto Sans Bold"/>
              </a:defRPr>
            </a:lvl2pPr>
            <a:lvl3pPr algn="l">
              <a:defRPr sz="2175" b="1">
                <a:solidFill>
                  <a:srgbClr val="2864DC"/>
                </a:solidFill>
                <a:latin typeface="Noto Sans Bold"/>
                <a:ea typeface="Noto Sans Bold"/>
                <a:cs typeface="Noto Sans Bold"/>
              </a:defRPr>
            </a:lvl3pPr>
            <a:lvl4pPr algn="l">
              <a:defRPr sz="2175" b="1">
                <a:solidFill>
                  <a:srgbClr val="2864DC"/>
                </a:solidFill>
                <a:latin typeface="Noto Sans Bold"/>
                <a:ea typeface="Noto Sans Bold"/>
                <a:cs typeface="Noto Sans Bold"/>
              </a:defRPr>
            </a:lvl4pPr>
            <a:lvl5pPr algn="l">
              <a:defRPr sz="2175" b="1">
                <a:solidFill>
                  <a:srgbClr val="2864DC"/>
                </a:solidFill>
                <a:latin typeface="Noto Sans Bold"/>
                <a:ea typeface="Noto Sans Bold"/>
                <a:cs typeface="Noto Sans Bold"/>
              </a:defRPr>
            </a:lvl5pPr>
            <a:lvl6pPr algn="l">
              <a:defRPr sz="2175" b="1">
                <a:solidFill>
                  <a:srgbClr val="2864DC"/>
                </a:solidFill>
                <a:latin typeface="Noto Sans Bold"/>
                <a:ea typeface="Noto Sans Bold"/>
                <a:cs typeface="Noto Sans Bold"/>
              </a:defRPr>
            </a:lvl6pPr>
            <a:lvl7pPr algn="l">
              <a:defRPr sz="2175" b="1">
                <a:solidFill>
                  <a:srgbClr val="2864DC"/>
                </a:solidFill>
                <a:latin typeface="Noto Sans Bold"/>
                <a:ea typeface="Noto Sans Bold"/>
                <a:cs typeface="Noto Sans Bold"/>
              </a:defRPr>
            </a:lvl7pPr>
            <a:lvl8pPr algn="l">
              <a:defRPr sz="2175" b="1">
                <a:solidFill>
                  <a:srgbClr val="2864DC"/>
                </a:solidFill>
                <a:latin typeface="Noto Sans Bold"/>
                <a:ea typeface="Noto Sans Bold"/>
                <a:cs typeface="Noto Sans Bold"/>
              </a:defRPr>
            </a:lvl8pPr>
            <a:lvl9pPr algn="l">
              <a:defRPr sz="2175" b="1">
                <a:solidFill>
                  <a:srgbClr val="2864DC"/>
                </a:solidFill>
                <a:latin typeface="Noto Sans Bold"/>
                <a:ea typeface="Noto Sans Bold"/>
                <a:cs typeface="Noto Sans Bold"/>
              </a:defRPr>
            </a:lvl9pPr>
          </a:lstStyle>
          <a:p xmlns:a="http://schemas.openxmlformats.org/drawingml/2006/main">
            <a:pPr algn="l">
              <a:defRPr sz="2175" b="1">
                <a:solidFill>
                  <a:srgbClr val="2864DC"/>
                </a:solidFill>
                <a:latin typeface="Noto Sans Bold"/>
                <a:ea typeface="Noto Sans Bold"/>
                <a:cs typeface="Noto Sans Bold"/>
              </a:defRPr>
            </a:pPr>
            <a:r>
              <a:rPr sz="2175" b="1">
                <a:solidFill>
                  <a:srgbClr val="2864DC"/>
                </a:solidFill>
                <a:latin typeface="Noto Sans Bold"/>
                <a:ea typeface="Noto Sans Bold"/>
                <a:cs typeface="Noto Sans Bold"/>
              </a:rPr>
              <a:t>3) 적용 기술 요소 / 4) 구현 결과</a:t>
            </a:r>
          </a:p>
        </p:txBody>
      </p:sp>
      <p:sp>
        <p:nvSpPr>
          <p:cNvPr id="2" name="slide-title">
            <a:extLst xmlns:a="http://schemas.openxmlformats.org/drawingml/2006/main">
              <a:ext uri="{FF2B5EF4-FFF2-40B4-BE49-F238E27FC236}">
                <a16:creationId xmlns:a16="http://schemas.microsoft.com/office/drawing/2014/main" id="{8FB39679-E0E6-48F8-8D7A-F0055F386C6A}"/>
              </a:ext>
            </a:extLst>
          </p:cNvPr>
          <p:cNvSpPr>
            <a:spLocks xmlns:a="http://schemas.openxmlformats.org/drawingml/2006/main" noGrp="1"/>
          </p:cNvSpPr>
          <p:nvPr/>
        </p:nvSpPr>
        <p:spPr>
          <a:xfrm xmlns:a="http://schemas.openxmlformats.org/drawingml/2006/main">
            <a:off x="914400" y="1323975"/>
            <a:ext cx="16459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400" b="1">
                <a:solidFill>
                  <a:srgbClr val="142338"/>
                </a:solidFill>
                <a:latin typeface="Noto Sans Bold"/>
                <a:ea typeface="Noto Sans Bold"/>
                <a:cs typeface="Noto Sans Bold"/>
              </a:defRPr>
            </a:defPPr>
            <a:lvl1pPr algn="l">
              <a:defRPr sz="5400" b="1">
                <a:solidFill>
                  <a:srgbClr val="142338"/>
                </a:solidFill>
                <a:latin typeface="Noto Sans Bold"/>
                <a:ea typeface="Noto Sans Bold"/>
                <a:cs typeface="Noto Sans Bold"/>
              </a:defRPr>
            </a:lvl1pPr>
            <a:lvl2pPr algn="l">
              <a:defRPr sz="5400" b="1">
                <a:solidFill>
                  <a:srgbClr val="142338"/>
                </a:solidFill>
                <a:latin typeface="Noto Sans Bold"/>
                <a:ea typeface="Noto Sans Bold"/>
                <a:cs typeface="Noto Sans Bold"/>
              </a:defRPr>
            </a:lvl2pPr>
            <a:lvl3pPr algn="l">
              <a:defRPr sz="5400" b="1">
                <a:solidFill>
                  <a:srgbClr val="142338"/>
                </a:solidFill>
                <a:latin typeface="Noto Sans Bold"/>
                <a:ea typeface="Noto Sans Bold"/>
                <a:cs typeface="Noto Sans Bold"/>
              </a:defRPr>
            </a:lvl3pPr>
            <a:lvl4pPr algn="l">
              <a:defRPr sz="5400" b="1">
                <a:solidFill>
                  <a:srgbClr val="142338"/>
                </a:solidFill>
                <a:latin typeface="Noto Sans Bold"/>
                <a:ea typeface="Noto Sans Bold"/>
                <a:cs typeface="Noto Sans Bold"/>
              </a:defRPr>
            </a:lvl4pPr>
            <a:lvl5pPr algn="l">
              <a:defRPr sz="5400" b="1">
                <a:solidFill>
                  <a:srgbClr val="142338"/>
                </a:solidFill>
                <a:latin typeface="Noto Sans Bold"/>
                <a:ea typeface="Noto Sans Bold"/>
                <a:cs typeface="Noto Sans Bold"/>
              </a:defRPr>
            </a:lvl5pPr>
            <a:lvl6pPr algn="l">
              <a:defRPr sz="5400" b="1">
                <a:solidFill>
                  <a:srgbClr val="142338"/>
                </a:solidFill>
                <a:latin typeface="Noto Sans Bold"/>
                <a:ea typeface="Noto Sans Bold"/>
                <a:cs typeface="Noto Sans Bold"/>
              </a:defRPr>
            </a:lvl6pPr>
            <a:lvl7pPr algn="l">
              <a:defRPr sz="5400" b="1">
                <a:solidFill>
                  <a:srgbClr val="142338"/>
                </a:solidFill>
                <a:latin typeface="Noto Sans Bold"/>
                <a:ea typeface="Noto Sans Bold"/>
                <a:cs typeface="Noto Sans Bold"/>
              </a:defRPr>
            </a:lvl7pPr>
            <a:lvl8pPr algn="l">
              <a:defRPr sz="5400" b="1">
                <a:solidFill>
                  <a:srgbClr val="142338"/>
                </a:solidFill>
                <a:latin typeface="Noto Sans Bold"/>
                <a:ea typeface="Noto Sans Bold"/>
                <a:cs typeface="Noto Sans Bold"/>
              </a:defRPr>
            </a:lvl8pPr>
            <a:lvl9pPr algn="l">
              <a:defRPr sz="5400" b="1">
                <a:solidFill>
                  <a:srgbClr val="142338"/>
                </a:solidFill>
                <a:latin typeface="Noto Sans Bold"/>
                <a:ea typeface="Noto Sans Bold"/>
                <a:cs typeface="Noto Sans Bold"/>
              </a:defRPr>
            </a:lvl9pPr>
          </a:lstStyle>
          <a:p xmlns:a="http://schemas.openxmlformats.org/drawingml/2006/main">
            <a:pPr algn="l">
              <a:defRPr sz="5400" b="1">
                <a:solidFill>
                  <a:srgbClr val="142338"/>
                </a:solidFill>
                <a:latin typeface="Noto Sans Bold"/>
                <a:ea typeface="Noto Sans Bold"/>
                <a:cs typeface="Noto Sans Bold"/>
              </a:defRPr>
            </a:pPr>
            <a:r>
              <a:rPr sz="5400" b="1">
                <a:solidFill>
                  <a:srgbClr val="142338"/>
                </a:solidFill>
                <a:latin typeface="Noto Sans Bold"/>
                <a:ea typeface="Noto Sans Bold"/>
                <a:cs typeface="Noto Sans Bold"/>
              </a:rPr>
              <a:t>전체 아키텍처</a:t>
            </a:r>
          </a:p>
        </p:txBody>
      </p:sp>
      <p:cxnSp>
        <p:nvCxnSpPr>
          <p:cNvPr id="3" name="architecture-link">
            <a:extLst xmlns:a="http://schemas.openxmlformats.org/drawingml/2006/main">
              <a:ext uri="{FF2B5EF4-FFF2-40B4-BE49-F238E27FC236}">
                <a16:creationId xmlns:a16="http://schemas.microsoft.com/office/drawing/2014/main" id="{56A29B2B-0D4C-4897-AAE8-BB2078E7FC15}"/>
              </a:ext>
            </a:extLst>
          </p:cNvPr>
          <p:cNvCxnSpPr/>
          <p:nvPr/>
        </p:nvCxnSpPr>
        <p:spPr>
          <a:xfrm xmlns:a="http://schemas.openxmlformats.org/drawingml/2006/main">
            <a:off x="914400" y="9429750"/>
            <a:ext cx="16459200" cy="0"/>
          </a:xfrm>
          <a:prstGeom xmlns:a="http://schemas.openxmlformats.org/drawingml/2006/main" prst="straightConnector1">
            <a:avLst/>
          </a:prstGeom>
          <a:ln xmlns:a="http://schemas.openxmlformats.org/drawingml/2006/main" w="28575">
            <a:solidFill>
              <a:srgbClr val="D2DBE6"/>
            </a:solidFill>
          </a:ln>
        </p:spPr>
      </p:cxnSp>
      <p:sp>
        <p:nvSpPr>
          <p:cNvPr id="4" name="footer">
            <a:extLst xmlns:a="http://schemas.openxmlformats.org/drawingml/2006/main">
              <a:ext uri="{FF2B5EF4-FFF2-40B4-BE49-F238E27FC236}">
                <a16:creationId xmlns:a16="http://schemas.microsoft.com/office/drawing/2014/main" id="{3E3C0CDE-B83D-4ED3-8DD2-DF8211751930}"/>
              </a:ext>
            </a:extLst>
          </p:cNvPr>
          <p:cNvSpPr>
            <a:spLocks xmlns:a="http://schemas.openxmlformats.org/drawingml/2006/main" noGrp="1"/>
          </p:cNvSpPr>
          <p:nvPr/>
        </p:nvSpPr>
        <p:spPr>
          <a:xfrm xmlns:a="http://schemas.openxmlformats.org/drawingml/2006/main">
            <a:off x="914400" y="9639300"/>
            <a:ext cx="1514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526176"/>
                </a:solidFill>
                <a:latin typeface="Noto Sans Kr"/>
                <a:ea typeface="Noto Sans Kr"/>
                <a:cs typeface="Noto Sans Kr"/>
              </a:defRPr>
            </a:defPPr>
            <a:lvl1pPr algn="l">
              <a:defRPr sz="2025" b="0">
                <a:solidFill>
                  <a:srgbClr val="526176"/>
                </a:solidFill>
                <a:latin typeface="Noto Sans Kr"/>
                <a:ea typeface="Noto Sans Kr"/>
                <a:cs typeface="Noto Sans Kr"/>
              </a:defRPr>
            </a:lvl1pPr>
            <a:lvl2pPr algn="l">
              <a:defRPr sz="2025" b="0">
                <a:solidFill>
                  <a:srgbClr val="526176"/>
                </a:solidFill>
                <a:latin typeface="Noto Sans Kr"/>
                <a:ea typeface="Noto Sans Kr"/>
                <a:cs typeface="Noto Sans Kr"/>
              </a:defRPr>
            </a:lvl2pPr>
            <a:lvl3pPr algn="l">
              <a:defRPr sz="2025" b="0">
                <a:solidFill>
                  <a:srgbClr val="526176"/>
                </a:solidFill>
                <a:latin typeface="Noto Sans Kr"/>
                <a:ea typeface="Noto Sans Kr"/>
                <a:cs typeface="Noto Sans Kr"/>
              </a:defRPr>
            </a:lvl3pPr>
            <a:lvl4pPr algn="l">
              <a:defRPr sz="2025" b="0">
                <a:solidFill>
                  <a:srgbClr val="526176"/>
                </a:solidFill>
                <a:latin typeface="Noto Sans Kr"/>
                <a:ea typeface="Noto Sans Kr"/>
                <a:cs typeface="Noto Sans Kr"/>
              </a:defRPr>
            </a:lvl4pPr>
            <a:lvl5pPr algn="l">
              <a:defRPr sz="2025" b="0">
                <a:solidFill>
                  <a:srgbClr val="526176"/>
                </a:solidFill>
                <a:latin typeface="Noto Sans Kr"/>
                <a:ea typeface="Noto Sans Kr"/>
                <a:cs typeface="Noto Sans Kr"/>
              </a:defRPr>
            </a:lvl5pPr>
            <a:lvl6pPr algn="l">
              <a:defRPr sz="2025" b="0">
                <a:solidFill>
                  <a:srgbClr val="526176"/>
                </a:solidFill>
                <a:latin typeface="Noto Sans Kr"/>
                <a:ea typeface="Noto Sans Kr"/>
                <a:cs typeface="Noto Sans Kr"/>
              </a:defRPr>
            </a:lvl6pPr>
            <a:lvl7pPr algn="l">
              <a:defRPr sz="2025" b="0">
                <a:solidFill>
                  <a:srgbClr val="526176"/>
                </a:solidFill>
                <a:latin typeface="Noto Sans Kr"/>
                <a:ea typeface="Noto Sans Kr"/>
                <a:cs typeface="Noto Sans Kr"/>
              </a:defRPr>
            </a:lvl7pPr>
            <a:lvl8pPr algn="l">
              <a:defRPr sz="2025" b="0">
                <a:solidFill>
                  <a:srgbClr val="526176"/>
                </a:solidFill>
                <a:latin typeface="Noto Sans Kr"/>
                <a:ea typeface="Noto Sans Kr"/>
                <a:cs typeface="Noto Sans Kr"/>
              </a:defRPr>
            </a:lvl8pPr>
            <a:lvl9pPr algn="l">
              <a:defRPr sz="2025" b="0">
                <a:solidFill>
                  <a:srgbClr val="526176"/>
                </a:solidFill>
                <a:latin typeface="Noto Sans Kr"/>
                <a:ea typeface="Noto Sans Kr"/>
                <a:cs typeface="Noto Sans Kr"/>
              </a:defRPr>
            </a:lvl9pPr>
          </a:lstStyle>
          <a:p xmlns:a="http://schemas.openxmlformats.org/drawingml/2006/main">
            <a:pPr algn="l">
              <a:defRPr sz="2025" b="0">
                <a:solidFill>
                  <a:srgbClr val="526176"/>
                </a:solidFill>
                <a:latin typeface="Noto Sans Kr"/>
                <a:ea typeface="Noto Sans Kr"/>
                <a:cs typeface="Noto Sans Kr"/>
              </a:defRPr>
            </a:pPr>
            <a:r>
              <a:rPr sz="2025" b="0">
                <a:solidFill>
                  <a:srgbClr val="526176"/>
                </a:solidFill>
                <a:latin typeface="Noto Sans Kr"/>
                <a:ea typeface="Noto Sans Kr"/>
                <a:cs typeface="Noto Sans Kr"/>
              </a:rPr>
              <a:t>실제 LLM 연결 / 지표·로그·추가 관측은 교육용 합성 데이터</a:t>
            </a:r>
          </a:p>
        </p:txBody>
      </p:sp>
      <p:sp>
        <p:nvSpPr>
          <p:cNvPr id="5" name="page-number">
            <a:extLst xmlns:a="http://schemas.openxmlformats.org/drawingml/2006/main">
              <a:ext uri="{FF2B5EF4-FFF2-40B4-BE49-F238E27FC236}">
                <a16:creationId xmlns:a16="http://schemas.microsoft.com/office/drawing/2014/main" id="{F2137626-0D4C-4FBE-AF8C-389C336EBC56}"/>
              </a:ext>
            </a:extLst>
          </p:cNvPr>
          <p:cNvSpPr>
            <a:spLocks xmlns:a="http://schemas.openxmlformats.org/drawingml/2006/main" noGrp="1"/>
          </p:cNvSpPr>
          <p:nvPr/>
        </p:nvSpPr>
        <p:spPr>
          <a:xfrm xmlns:a="http://schemas.openxmlformats.org/drawingml/2006/main">
            <a:off x="16611600" y="9601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864DC"/>
                </a:solidFill>
                <a:latin typeface="Noto Sans Bold"/>
                <a:ea typeface="Noto Sans Bold"/>
                <a:cs typeface="Noto Sans Bold"/>
              </a:defRPr>
            </a:defPPr>
            <a:lvl1pPr algn="l">
              <a:defRPr sz="2550" b="1">
                <a:solidFill>
                  <a:srgbClr val="2864DC"/>
                </a:solidFill>
                <a:latin typeface="Noto Sans Bold"/>
                <a:ea typeface="Noto Sans Bold"/>
                <a:cs typeface="Noto Sans Bold"/>
              </a:defRPr>
            </a:lvl1pPr>
            <a:lvl2pPr algn="l">
              <a:defRPr sz="2550" b="1">
                <a:solidFill>
                  <a:srgbClr val="2864DC"/>
                </a:solidFill>
                <a:latin typeface="Noto Sans Bold"/>
                <a:ea typeface="Noto Sans Bold"/>
                <a:cs typeface="Noto Sans Bold"/>
              </a:defRPr>
            </a:lvl2pPr>
            <a:lvl3pPr algn="l">
              <a:defRPr sz="2550" b="1">
                <a:solidFill>
                  <a:srgbClr val="2864DC"/>
                </a:solidFill>
                <a:latin typeface="Noto Sans Bold"/>
                <a:ea typeface="Noto Sans Bold"/>
                <a:cs typeface="Noto Sans Bold"/>
              </a:defRPr>
            </a:lvl3pPr>
            <a:lvl4pPr algn="l">
              <a:defRPr sz="2550" b="1">
                <a:solidFill>
                  <a:srgbClr val="2864DC"/>
                </a:solidFill>
                <a:latin typeface="Noto Sans Bold"/>
                <a:ea typeface="Noto Sans Bold"/>
                <a:cs typeface="Noto Sans Bold"/>
              </a:defRPr>
            </a:lvl4pPr>
            <a:lvl5pPr algn="l">
              <a:defRPr sz="2550" b="1">
                <a:solidFill>
                  <a:srgbClr val="2864DC"/>
                </a:solidFill>
                <a:latin typeface="Noto Sans Bold"/>
                <a:ea typeface="Noto Sans Bold"/>
                <a:cs typeface="Noto Sans Bold"/>
              </a:defRPr>
            </a:lvl5pPr>
            <a:lvl6pPr algn="l">
              <a:defRPr sz="2550" b="1">
                <a:solidFill>
                  <a:srgbClr val="2864DC"/>
                </a:solidFill>
                <a:latin typeface="Noto Sans Bold"/>
                <a:ea typeface="Noto Sans Bold"/>
                <a:cs typeface="Noto Sans Bold"/>
              </a:defRPr>
            </a:lvl6pPr>
            <a:lvl7pPr algn="l">
              <a:defRPr sz="2550" b="1">
                <a:solidFill>
                  <a:srgbClr val="2864DC"/>
                </a:solidFill>
                <a:latin typeface="Noto Sans Bold"/>
                <a:ea typeface="Noto Sans Bold"/>
                <a:cs typeface="Noto Sans Bold"/>
              </a:defRPr>
            </a:lvl7pPr>
            <a:lvl8pPr algn="l">
              <a:defRPr sz="2550" b="1">
                <a:solidFill>
                  <a:srgbClr val="2864DC"/>
                </a:solidFill>
                <a:latin typeface="Noto Sans Bold"/>
                <a:ea typeface="Noto Sans Bold"/>
                <a:cs typeface="Noto Sans Bold"/>
              </a:defRPr>
            </a:lvl8pPr>
            <a:lvl9pPr algn="l">
              <a:defRPr sz="2550" b="1">
                <a:solidFill>
                  <a:srgbClr val="2864DC"/>
                </a:solidFill>
                <a:latin typeface="Noto Sans Bold"/>
                <a:ea typeface="Noto Sans Bold"/>
                <a:cs typeface="Noto Sans Bold"/>
              </a:defRPr>
            </a:lvl9pPr>
          </a:lstStyle>
          <a:p xmlns:a="http://schemas.openxmlformats.org/drawingml/2006/main">
            <a:pPr algn="l">
              <a:defRPr sz="2550" b="1">
                <a:solidFill>
                  <a:srgbClr val="2864DC"/>
                </a:solidFill>
                <a:latin typeface="Noto Sans Bold"/>
                <a:ea typeface="Noto Sans Bold"/>
                <a:cs typeface="Noto Sans Bold"/>
              </a:defRPr>
            </a:pPr>
            <a:r>
              <a:rPr sz="2550" b="1">
                <a:solidFill>
                  <a:srgbClr val="2864DC"/>
                </a:solidFill>
                <a:latin typeface="Noto Sans Bold"/>
                <a:ea typeface="Noto Sans Bold"/>
                <a:cs typeface="Noto Sans Bold"/>
              </a:rPr>
              <a:t>05</a:t>
            </a:r>
          </a:p>
        </p:txBody>
      </p:sp>
      <p:cxnSp>
        <p:nvCxnSpPr>
          <p:cNvPr id="6" name="architecture-link">
            <a:extLst xmlns:a="http://schemas.openxmlformats.org/drawingml/2006/main">
              <a:ext uri="{FF2B5EF4-FFF2-40B4-BE49-F238E27FC236}">
                <a16:creationId xmlns:a16="http://schemas.microsoft.com/office/drawing/2014/main" id="{A55D69D1-2B70-4013-A311-B4F25C8E1D16}"/>
              </a:ext>
            </a:extLst>
          </p:cNvPr>
          <p:cNvCxnSpPr/>
          <p:nvPr/>
        </p:nvCxnSpPr>
        <p:spPr>
          <a:xfrm xmlns:a="http://schemas.openxmlformats.org/drawingml/2006/main">
            <a:off x="4343400" y="5124450"/>
            <a:ext cx="1371600" cy="0"/>
          </a:xfrm>
          <a:prstGeom xmlns:a="http://schemas.openxmlformats.org/drawingml/2006/main" prst="straightConnector1">
            <a:avLst/>
          </a:prstGeom>
          <a:ln xmlns:a="http://schemas.openxmlformats.org/drawingml/2006/main" w="28575">
            <a:solidFill>
              <a:srgbClr val="2864DC"/>
            </a:solidFill>
            <a:tailEnd type="triangle" w="med" len="med"/>
          </a:ln>
        </p:spPr>
      </p:cxnSp>
      <p:cxnSp>
        <p:nvCxnSpPr>
          <p:cNvPr id="7" name="architecture-link">
            <a:extLst xmlns:a="http://schemas.openxmlformats.org/drawingml/2006/main">
              <a:ext uri="{FF2B5EF4-FFF2-40B4-BE49-F238E27FC236}">
                <a16:creationId xmlns:a16="http://schemas.microsoft.com/office/drawing/2014/main" id="{4F589EB6-0879-4AC2-932C-8067EE681478}"/>
              </a:ext>
            </a:extLst>
          </p:cNvPr>
          <p:cNvCxnSpPr/>
          <p:nvPr/>
        </p:nvCxnSpPr>
        <p:spPr>
          <a:xfrm xmlns:a="http://schemas.openxmlformats.org/drawingml/2006/main">
            <a:off x="4343400" y="5762625"/>
            <a:ext cx="1371600" cy="0"/>
          </a:xfrm>
          <a:prstGeom xmlns:a="http://schemas.openxmlformats.org/drawingml/2006/main" prst="straightConnector1">
            <a:avLst/>
          </a:prstGeom>
          <a:ln xmlns:a="http://schemas.openxmlformats.org/drawingml/2006/main" w="28575">
            <a:solidFill>
              <a:srgbClr val="2864DC"/>
            </a:solidFill>
            <a:headEnd type="triangle" w="med" len="med"/>
          </a:ln>
        </p:spPr>
      </p:cxnSp>
      <p:sp>
        <p:nvSpPr>
          <p:cNvPr id="8" name="api-link-label">
            <a:extLst xmlns:a="http://schemas.openxmlformats.org/drawingml/2006/main">
              <a:ext uri="{FF2B5EF4-FFF2-40B4-BE49-F238E27FC236}">
                <a16:creationId xmlns:a16="http://schemas.microsoft.com/office/drawing/2014/main" id="{375FC177-69E3-48E6-8EA2-4963245CF5FC}"/>
              </a:ext>
            </a:extLst>
          </p:cNvPr>
          <p:cNvSpPr>
            <a:spLocks xmlns:a="http://schemas.openxmlformats.org/drawingml/2006/main" noGrp="1"/>
          </p:cNvSpPr>
          <p:nvPr/>
        </p:nvSpPr>
        <p:spPr>
          <a:xfrm xmlns:a="http://schemas.openxmlformats.org/drawingml/2006/main">
            <a:off x="4400550" y="4552950"/>
            <a:ext cx="1238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26176"/>
                </a:solidFill>
                <a:latin typeface="Noto Sans Kr"/>
                <a:ea typeface="Noto Sans Kr"/>
                <a:cs typeface="Noto Sans Kr"/>
              </a:defRPr>
            </a:defPPr>
            <a:lvl1pPr algn="ctr">
              <a:defRPr sz="1800" b="0">
                <a:solidFill>
                  <a:srgbClr val="526176"/>
                </a:solidFill>
                <a:latin typeface="Noto Sans Kr"/>
                <a:ea typeface="Noto Sans Kr"/>
                <a:cs typeface="Noto Sans Kr"/>
              </a:defRPr>
            </a:lvl1pPr>
            <a:lvl2pPr algn="ctr">
              <a:defRPr sz="1800" b="0">
                <a:solidFill>
                  <a:srgbClr val="526176"/>
                </a:solidFill>
                <a:latin typeface="Noto Sans Kr"/>
                <a:ea typeface="Noto Sans Kr"/>
                <a:cs typeface="Noto Sans Kr"/>
              </a:defRPr>
            </a:lvl2pPr>
            <a:lvl3pPr algn="ctr">
              <a:defRPr sz="1800" b="0">
                <a:solidFill>
                  <a:srgbClr val="526176"/>
                </a:solidFill>
                <a:latin typeface="Noto Sans Kr"/>
                <a:ea typeface="Noto Sans Kr"/>
                <a:cs typeface="Noto Sans Kr"/>
              </a:defRPr>
            </a:lvl3pPr>
            <a:lvl4pPr algn="ctr">
              <a:defRPr sz="1800" b="0">
                <a:solidFill>
                  <a:srgbClr val="526176"/>
                </a:solidFill>
                <a:latin typeface="Noto Sans Kr"/>
                <a:ea typeface="Noto Sans Kr"/>
                <a:cs typeface="Noto Sans Kr"/>
              </a:defRPr>
            </a:lvl4pPr>
            <a:lvl5pPr algn="ctr">
              <a:defRPr sz="1800" b="0">
                <a:solidFill>
                  <a:srgbClr val="526176"/>
                </a:solidFill>
                <a:latin typeface="Noto Sans Kr"/>
                <a:ea typeface="Noto Sans Kr"/>
                <a:cs typeface="Noto Sans Kr"/>
              </a:defRPr>
            </a:lvl5pPr>
            <a:lvl6pPr algn="ctr">
              <a:defRPr sz="1800" b="0">
                <a:solidFill>
                  <a:srgbClr val="526176"/>
                </a:solidFill>
                <a:latin typeface="Noto Sans Kr"/>
                <a:ea typeface="Noto Sans Kr"/>
                <a:cs typeface="Noto Sans Kr"/>
              </a:defRPr>
            </a:lvl6pPr>
            <a:lvl7pPr algn="ctr">
              <a:defRPr sz="1800" b="0">
                <a:solidFill>
                  <a:srgbClr val="526176"/>
                </a:solidFill>
                <a:latin typeface="Noto Sans Kr"/>
                <a:ea typeface="Noto Sans Kr"/>
                <a:cs typeface="Noto Sans Kr"/>
              </a:defRPr>
            </a:lvl7pPr>
            <a:lvl8pPr algn="ctr">
              <a:defRPr sz="1800" b="0">
                <a:solidFill>
                  <a:srgbClr val="526176"/>
                </a:solidFill>
                <a:latin typeface="Noto Sans Kr"/>
                <a:ea typeface="Noto Sans Kr"/>
                <a:cs typeface="Noto Sans Kr"/>
              </a:defRPr>
            </a:lvl8pPr>
            <a:lvl9pPr algn="ctr">
              <a:defRPr sz="1800" b="0">
                <a:solidFill>
                  <a:srgbClr val="526176"/>
                </a:solidFill>
                <a:latin typeface="Noto Sans Kr"/>
                <a:ea typeface="Noto Sans Kr"/>
                <a:cs typeface="Noto Sans Kr"/>
              </a:defRPr>
            </a:lvl9pPr>
          </a:lstStyle>
          <a:p xmlns:a="http://schemas.openxmlformats.org/drawingml/2006/main">
            <a:pPr algn="ctr">
              <a:defRPr sz="1800" b="0">
                <a:solidFill>
                  <a:srgbClr val="526176"/>
                </a:solidFill>
                <a:latin typeface="Noto Sans Kr"/>
                <a:ea typeface="Noto Sans Kr"/>
                <a:cs typeface="Noto Sans Kr"/>
              </a:defRPr>
            </a:pPr>
            <a:r>
              <a:rPr sz="1800" b="0">
                <a:solidFill>
                  <a:srgbClr val="526176"/>
                </a:solidFill>
                <a:latin typeface="Noto Sans Kr"/>
                <a:ea typeface="Noto Sans Kr"/>
                <a:cs typeface="Noto Sans Kr"/>
              </a:rPr>
              <a:t>HTTP / SSE</a:t>
            </a:r>
          </a:p>
        </p:txBody>
      </p:sp>
      <p:cxnSp>
        <p:nvCxnSpPr>
          <p:cNvPr id="9" name="architecture-link">
            <a:extLst xmlns:a="http://schemas.openxmlformats.org/drawingml/2006/main">
              <a:ext uri="{FF2B5EF4-FFF2-40B4-BE49-F238E27FC236}">
                <a16:creationId xmlns:a16="http://schemas.microsoft.com/office/drawing/2014/main" id="{FE098202-6B48-423C-81F9-AE886DA89E41}"/>
              </a:ext>
            </a:extLst>
          </p:cNvPr>
          <p:cNvCxnSpPr/>
          <p:nvPr/>
        </p:nvCxnSpPr>
        <p:spPr>
          <a:xfrm xmlns:a="http://schemas.openxmlformats.org/drawingml/2006/main">
            <a:off x="9144000" y="5429250"/>
            <a:ext cx="1371600" cy="0"/>
          </a:xfrm>
          <a:prstGeom xmlns:a="http://schemas.openxmlformats.org/drawingml/2006/main" prst="straightConnector1">
            <a:avLst/>
          </a:prstGeom>
          <a:ln xmlns:a="http://schemas.openxmlformats.org/drawingml/2006/main" w="28575">
            <a:solidFill>
              <a:srgbClr val="2864DC"/>
            </a:solidFill>
            <a:tailEnd type="triangle" w="med" len="med"/>
          </a:ln>
        </p:spPr>
      </p:cxnSp>
      <p:cxnSp>
        <p:nvCxnSpPr>
          <p:cNvPr id="10" name="architecture-link">
            <a:extLst xmlns:a="http://schemas.openxmlformats.org/drawingml/2006/main">
              <a:ext uri="{FF2B5EF4-FFF2-40B4-BE49-F238E27FC236}">
                <a16:creationId xmlns:a16="http://schemas.microsoft.com/office/drawing/2014/main" id="{C1D1DDA2-9230-4322-B197-9EAA4C77B8AC}"/>
              </a:ext>
            </a:extLst>
          </p:cNvPr>
          <p:cNvCxnSpPr/>
          <p:nvPr/>
        </p:nvCxnSpPr>
        <p:spPr>
          <a:xfrm xmlns:a="http://schemas.openxmlformats.org/drawingml/2006/main">
            <a:off x="11944350" y="3810000"/>
            <a:ext cx="0" cy="571500"/>
          </a:xfrm>
          <a:prstGeom xmlns:a="http://schemas.openxmlformats.org/drawingml/2006/main" prst="straightConnector1">
            <a:avLst/>
          </a:prstGeom>
          <a:ln xmlns:a="http://schemas.openxmlformats.org/drawingml/2006/main" w="28575">
            <a:solidFill>
              <a:srgbClr val="2864DC"/>
            </a:solidFill>
            <a:headEnd type="triangle" w="med" len="med"/>
          </a:ln>
        </p:spPr>
      </p:cxnSp>
      <p:cxnSp>
        <p:nvCxnSpPr>
          <p:cNvPr id="11" name="architecture-link">
            <a:extLst xmlns:a="http://schemas.openxmlformats.org/drawingml/2006/main">
              <a:ext uri="{FF2B5EF4-FFF2-40B4-BE49-F238E27FC236}">
                <a16:creationId xmlns:a16="http://schemas.microsoft.com/office/drawing/2014/main" id="{E311A5FC-3C38-4CBC-8B0A-AA9F41C117DC}"/>
              </a:ext>
            </a:extLst>
          </p:cNvPr>
          <p:cNvCxnSpPr/>
          <p:nvPr/>
        </p:nvCxnSpPr>
        <p:spPr>
          <a:xfrm xmlns:a="http://schemas.openxmlformats.org/drawingml/2006/main">
            <a:off x="15878175" y="3810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2" name="architecture-link">
            <a:extLst xmlns:a="http://schemas.openxmlformats.org/drawingml/2006/main">
              <a:ext uri="{FF2B5EF4-FFF2-40B4-BE49-F238E27FC236}">
                <a16:creationId xmlns:a16="http://schemas.microsoft.com/office/drawing/2014/main" id="{213A4FA2-CF02-408C-9D5C-CE0F47B8CE22}"/>
              </a:ext>
            </a:extLst>
          </p:cNvPr>
          <p:cNvCxnSpPr/>
          <p:nvPr/>
        </p:nvCxnSpPr>
        <p:spPr>
          <a:xfrm xmlns:a="http://schemas.openxmlformats.org/drawingml/2006/main">
            <a:off x="7429500" y="6191250"/>
            <a:ext cx="0" cy="1047750"/>
          </a:xfrm>
          <a:prstGeom xmlns:a="http://schemas.openxmlformats.org/drawingml/2006/main" prst="straightConnector1">
            <a:avLst/>
          </a:prstGeom>
          <a:ln xmlns:a="http://schemas.openxmlformats.org/drawingml/2006/main" w="28575">
            <a:solidFill>
              <a:srgbClr val="2864DC"/>
            </a:solidFill>
            <a:tailEnd type="triangle" w="med" len="med"/>
          </a:ln>
        </p:spPr>
      </p:cxnSp>
      <p:cxnSp>
        <p:nvCxnSpPr>
          <p:cNvPr id="13" name="architecture-link">
            <a:extLst xmlns:a="http://schemas.openxmlformats.org/drawingml/2006/main">
              <a:ext uri="{FF2B5EF4-FFF2-40B4-BE49-F238E27FC236}">
                <a16:creationId xmlns:a16="http://schemas.microsoft.com/office/drawing/2014/main" id="{85813CE3-D191-44EC-AB1E-14B3D376A3F0}"/>
              </a:ext>
            </a:extLst>
          </p:cNvPr>
          <p:cNvCxnSpPr/>
          <p:nvPr/>
        </p:nvCxnSpPr>
        <p:spPr>
          <a:xfrm xmlns:a="http://schemas.openxmlformats.org/drawingml/2006/main">
            <a:off x="11944350" y="6191250"/>
            <a:ext cx="0" cy="1047750"/>
          </a:xfrm>
          <a:prstGeom xmlns:a="http://schemas.openxmlformats.org/drawingml/2006/main" prst="straightConnector1">
            <a:avLst/>
          </a:prstGeom>
          <a:ln xmlns:a="http://schemas.openxmlformats.org/drawingml/2006/main" w="28575">
            <a:solidFill>
              <a:srgbClr val="2864DC"/>
            </a:solidFill>
            <a:tailEnd type="triangle" w="med" len="med"/>
          </a:ln>
        </p:spPr>
      </p:cxnSp>
      <p:cxnSp>
        <p:nvCxnSpPr>
          <p:cNvPr id="14" name="architecture-link">
            <a:extLst xmlns:a="http://schemas.openxmlformats.org/drawingml/2006/main">
              <a:ext uri="{FF2B5EF4-FFF2-40B4-BE49-F238E27FC236}">
                <a16:creationId xmlns:a16="http://schemas.microsoft.com/office/drawing/2014/main" id="{4B618307-51CE-4CC5-A08A-2A21D294F1F1}"/>
              </a:ext>
            </a:extLst>
          </p:cNvPr>
          <p:cNvCxnSpPr/>
          <p:nvPr/>
        </p:nvCxnSpPr>
        <p:spPr>
          <a:xfrm xmlns:a="http://schemas.openxmlformats.org/drawingml/2006/main">
            <a:off x="15878175" y="6191250"/>
            <a:ext cx="0" cy="1047750"/>
          </a:xfrm>
          <a:prstGeom xmlns:a="http://schemas.openxmlformats.org/drawingml/2006/main" prst="straightConnector1">
            <a:avLst/>
          </a:prstGeom>
          <a:ln xmlns:a="http://schemas.openxmlformats.org/drawingml/2006/main" w="28575">
            <a:solidFill>
              <a:srgbClr val="2864DC"/>
            </a:solidFill>
            <a:tailEnd type="triangle" w="med" len="med"/>
          </a:ln>
        </p:spPr>
      </p:cxnSp>
      <p:sp>
        <p:nvSpPr>
          <p:cNvPr id="15" name="architecture-frontend">
            <a:extLst xmlns:a="http://schemas.openxmlformats.org/drawingml/2006/main">
              <a:ext uri="{FF2B5EF4-FFF2-40B4-BE49-F238E27FC236}">
                <a16:creationId xmlns:a16="http://schemas.microsoft.com/office/drawing/2014/main" id="{7D1F1225-CC3C-4E3A-B1BF-959D33189BD3}"/>
              </a:ext>
            </a:extLst>
          </p:cNvPr>
          <p:cNvSpPr>
            <a:spLocks xmlns:a="http://schemas.openxmlformats.org/drawingml/2006/main" noGrp="1"/>
          </p:cNvSpPr>
          <p:nvPr/>
        </p:nvSpPr>
        <p:spPr>
          <a:xfrm xmlns:a="http://schemas.openxmlformats.org/drawingml/2006/main">
            <a:off x="914400" y="4381500"/>
            <a:ext cx="3429000" cy="1809750"/>
          </a:xfrm>
          <a:prstGeom xmlns:a="http://schemas.openxmlformats.org/drawingml/2006/main" prst="roundRect">
            <a:avLst>
              <a:gd name="adj" fmla="val 8421"/>
            </a:avLst>
          </a:prstGeom>
          <a:solidFill xmlns:a="http://schemas.openxmlformats.org/drawingml/2006/main">
            <a:srgbClr val="F0FAF6"/>
          </a:solidFill>
          <a:ln xmlns:a="http://schemas.openxmlformats.org/drawingml/2006/main" w="19050">
            <a:solidFill>
              <a:srgbClr val="52A689"/>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142338"/>
                </a:solidFill>
                <a:latin typeface="Noto Sans Kr"/>
                <a:ea typeface="Noto Sans Kr"/>
                <a:cs typeface="Noto Sans Kr"/>
              </a:defRPr>
            </a:defPPr>
            <a:lvl1pPr algn="ctr">
              <a:defRPr sz="2250">
                <a:solidFill>
                  <a:srgbClr val="142338"/>
                </a:solidFill>
                <a:latin typeface="Noto Sans Kr"/>
                <a:ea typeface="Noto Sans Kr"/>
                <a:cs typeface="Noto Sans Kr"/>
              </a:defRPr>
            </a:lvl1pPr>
            <a:lvl2pPr algn="ctr">
              <a:defRPr sz="2250">
                <a:solidFill>
                  <a:srgbClr val="142338"/>
                </a:solidFill>
                <a:latin typeface="Noto Sans Kr"/>
                <a:ea typeface="Noto Sans Kr"/>
                <a:cs typeface="Noto Sans Kr"/>
              </a:defRPr>
            </a:lvl2pPr>
            <a:lvl3pPr algn="ctr">
              <a:defRPr sz="2250">
                <a:solidFill>
                  <a:srgbClr val="142338"/>
                </a:solidFill>
                <a:latin typeface="Noto Sans Kr"/>
                <a:ea typeface="Noto Sans Kr"/>
                <a:cs typeface="Noto Sans Kr"/>
              </a:defRPr>
            </a:lvl3pPr>
            <a:lvl4pPr algn="ctr">
              <a:defRPr sz="2250">
                <a:solidFill>
                  <a:srgbClr val="142338"/>
                </a:solidFill>
                <a:latin typeface="Noto Sans Kr"/>
                <a:ea typeface="Noto Sans Kr"/>
                <a:cs typeface="Noto Sans Kr"/>
              </a:defRPr>
            </a:lvl4pPr>
            <a:lvl5pPr algn="ctr">
              <a:defRPr sz="2250">
                <a:solidFill>
                  <a:srgbClr val="142338"/>
                </a:solidFill>
                <a:latin typeface="Noto Sans Kr"/>
                <a:ea typeface="Noto Sans Kr"/>
                <a:cs typeface="Noto Sans Kr"/>
              </a:defRPr>
            </a:lvl5pPr>
            <a:lvl6pPr algn="ctr">
              <a:defRPr sz="2250">
                <a:solidFill>
                  <a:srgbClr val="142338"/>
                </a:solidFill>
                <a:latin typeface="Noto Sans Kr"/>
                <a:ea typeface="Noto Sans Kr"/>
                <a:cs typeface="Noto Sans Kr"/>
              </a:defRPr>
            </a:lvl6pPr>
            <a:lvl7pPr algn="ctr">
              <a:defRPr sz="2250">
                <a:solidFill>
                  <a:srgbClr val="142338"/>
                </a:solidFill>
                <a:latin typeface="Noto Sans Kr"/>
                <a:ea typeface="Noto Sans Kr"/>
                <a:cs typeface="Noto Sans Kr"/>
              </a:defRPr>
            </a:lvl7pPr>
            <a:lvl8pPr algn="ctr">
              <a:defRPr sz="2250">
                <a:solidFill>
                  <a:srgbClr val="142338"/>
                </a:solidFill>
                <a:latin typeface="Noto Sans Kr"/>
                <a:ea typeface="Noto Sans Kr"/>
                <a:cs typeface="Noto Sans Kr"/>
              </a:defRPr>
            </a:lvl8pPr>
            <a:lvl9pPr algn="ctr">
              <a:defRPr sz="2250">
                <a:solidFill>
                  <a:srgbClr val="142338"/>
                </a:solidFill>
                <a:latin typeface="Noto Sans Kr"/>
                <a:ea typeface="Noto Sans Kr"/>
                <a:cs typeface="Noto Sans Kr"/>
              </a:defRPr>
            </a:lvl9pPr>
          </a:lstStyle>
          <a:p xmlns:a="http://schemas.openxmlformats.org/drawingml/2006/main">
            <a:pPr algn="ctr">
              <a:spcAft>
                <a:spcPts val="18"/>
              </a:spcAft>
              <a:defRPr sz="2250">
                <a:solidFill>
                  <a:srgbClr val="142338"/>
                </a:solidFill>
                <a:latin typeface="Noto Sans Kr"/>
                <a:ea typeface="Noto Sans Kr"/>
                <a:cs typeface="Noto Sans Kr"/>
              </a:defRPr>
            </a:pPr>
            <a:r>
              <a:rPr sz="3450" b="1">
                <a:solidFill>
                  <a:srgbClr val="142338"/>
                </a:solidFill>
                <a:latin typeface="Noto Sans Bold"/>
                <a:ea typeface="Noto Sans Bold"/>
                <a:cs typeface="Noto Sans Bold"/>
              </a:rPr>
              <a:t>Vue 3</a:t>
            </a:r>
          </a:p>
          <a:p xmlns:a="http://schemas.openxmlformats.org/drawingml/2006/main">
            <a:pPr algn="ctr">
              <a:defRPr sz="2250">
                <a:solidFill>
                  <a:srgbClr val="142338"/>
                </a:solidFill>
                <a:latin typeface="Noto Sans Kr"/>
                <a:ea typeface="Noto Sans Kr"/>
                <a:cs typeface="Noto Sans Kr"/>
              </a:defRPr>
            </a:pPr>
            <a:r>
              <a:rPr sz="2250">
                <a:solidFill>
                  <a:srgbClr val="526176"/>
                </a:solidFill>
              </a:rPr>
              <a:t>채팅·조사 과정</a:t>
            </a:r>
          </a:p>
        </p:txBody>
      </p:sp>
      <p:sp>
        <p:nvSpPr>
          <p:cNvPr id="16" name="architecture-backend">
            <a:extLst xmlns:a="http://schemas.openxmlformats.org/drawingml/2006/main">
              <a:ext uri="{FF2B5EF4-FFF2-40B4-BE49-F238E27FC236}">
                <a16:creationId xmlns:a16="http://schemas.microsoft.com/office/drawing/2014/main" id="{7E22146B-8AF9-4705-993D-FA45E43BAD09}"/>
              </a:ext>
            </a:extLst>
          </p:cNvPr>
          <p:cNvSpPr>
            <a:spLocks xmlns:a="http://schemas.openxmlformats.org/drawingml/2006/main" noGrp="1"/>
          </p:cNvSpPr>
          <p:nvPr/>
        </p:nvSpPr>
        <p:spPr>
          <a:xfrm xmlns:a="http://schemas.openxmlformats.org/drawingml/2006/main">
            <a:off x="5715000" y="4381500"/>
            <a:ext cx="3429000" cy="1809750"/>
          </a:xfrm>
          <a:prstGeom xmlns:a="http://schemas.openxmlformats.org/drawingml/2006/main" prst="roundRect">
            <a:avLst>
              <a:gd name="adj" fmla="val 8421"/>
            </a:avLst>
          </a:prstGeom>
          <a:solidFill xmlns:a="http://schemas.openxmlformats.org/drawingml/2006/main">
            <a:srgbClr val="EEF4FF"/>
          </a:solidFill>
          <a:ln xmlns:a="http://schemas.openxmlformats.org/drawingml/2006/main" w="19050">
            <a:solidFill>
              <a:srgbClr val="2864DC"/>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142338"/>
                </a:solidFill>
                <a:latin typeface="Noto Sans Kr"/>
                <a:ea typeface="Noto Sans Kr"/>
                <a:cs typeface="Noto Sans Kr"/>
              </a:defRPr>
            </a:defPPr>
            <a:lvl1pPr algn="ctr">
              <a:defRPr sz="2250">
                <a:solidFill>
                  <a:srgbClr val="142338"/>
                </a:solidFill>
                <a:latin typeface="Noto Sans Kr"/>
                <a:ea typeface="Noto Sans Kr"/>
                <a:cs typeface="Noto Sans Kr"/>
              </a:defRPr>
            </a:lvl1pPr>
            <a:lvl2pPr algn="ctr">
              <a:defRPr sz="2250">
                <a:solidFill>
                  <a:srgbClr val="142338"/>
                </a:solidFill>
                <a:latin typeface="Noto Sans Kr"/>
                <a:ea typeface="Noto Sans Kr"/>
                <a:cs typeface="Noto Sans Kr"/>
              </a:defRPr>
            </a:lvl2pPr>
            <a:lvl3pPr algn="ctr">
              <a:defRPr sz="2250">
                <a:solidFill>
                  <a:srgbClr val="142338"/>
                </a:solidFill>
                <a:latin typeface="Noto Sans Kr"/>
                <a:ea typeface="Noto Sans Kr"/>
                <a:cs typeface="Noto Sans Kr"/>
              </a:defRPr>
            </a:lvl3pPr>
            <a:lvl4pPr algn="ctr">
              <a:defRPr sz="2250">
                <a:solidFill>
                  <a:srgbClr val="142338"/>
                </a:solidFill>
                <a:latin typeface="Noto Sans Kr"/>
                <a:ea typeface="Noto Sans Kr"/>
                <a:cs typeface="Noto Sans Kr"/>
              </a:defRPr>
            </a:lvl4pPr>
            <a:lvl5pPr algn="ctr">
              <a:defRPr sz="2250">
                <a:solidFill>
                  <a:srgbClr val="142338"/>
                </a:solidFill>
                <a:latin typeface="Noto Sans Kr"/>
                <a:ea typeface="Noto Sans Kr"/>
                <a:cs typeface="Noto Sans Kr"/>
              </a:defRPr>
            </a:lvl5pPr>
            <a:lvl6pPr algn="ctr">
              <a:defRPr sz="2250">
                <a:solidFill>
                  <a:srgbClr val="142338"/>
                </a:solidFill>
                <a:latin typeface="Noto Sans Kr"/>
                <a:ea typeface="Noto Sans Kr"/>
                <a:cs typeface="Noto Sans Kr"/>
              </a:defRPr>
            </a:lvl6pPr>
            <a:lvl7pPr algn="ctr">
              <a:defRPr sz="2250">
                <a:solidFill>
                  <a:srgbClr val="142338"/>
                </a:solidFill>
                <a:latin typeface="Noto Sans Kr"/>
                <a:ea typeface="Noto Sans Kr"/>
                <a:cs typeface="Noto Sans Kr"/>
              </a:defRPr>
            </a:lvl7pPr>
            <a:lvl8pPr algn="ctr">
              <a:defRPr sz="2250">
                <a:solidFill>
                  <a:srgbClr val="142338"/>
                </a:solidFill>
                <a:latin typeface="Noto Sans Kr"/>
                <a:ea typeface="Noto Sans Kr"/>
                <a:cs typeface="Noto Sans Kr"/>
              </a:defRPr>
            </a:lvl8pPr>
            <a:lvl9pPr algn="ctr">
              <a:defRPr sz="2250">
                <a:solidFill>
                  <a:srgbClr val="142338"/>
                </a:solidFill>
                <a:latin typeface="Noto Sans Kr"/>
                <a:ea typeface="Noto Sans Kr"/>
                <a:cs typeface="Noto Sans Kr"/>
              </a:defRPr>
            </a:lvl9pPr>
          </a:lstStyle>
          <a:p xmlns:a="http://schemas.openxmlformats.org/drawingml/2006/main">
            <a:pPr algn="ctr">
              <a:spcAft>
                <a:spcPts val="18"/>
              </a:spcAft>
              <a:defRPr sz="2250">
                <a:solidFill>
                  <a:srgbClr val="142338"/>
                </a:solidFill>
                <a:latin typeface="Noto Sans Kr"/>
                <a:ea typeface="Noto Sans Kr"/>
                <a:cs typeface="Noto Sans Kr"/>
              </a:defRPr>
            </a:pPr>
            <a:r>
              <a:rPr sz="3450" b="1">
                <a:solidFill>
                  <a:srgbClr val="142338"/>
                </a:solidFill>
                <a:latin typeface="Noto Sans Bold"/>
                <a:ea typeface="Noto Sans Bold"/>
                <a:cs typeface="Noto Sans Bold"/>
              </a:rPr>
              <a:t>FastAPI</a:t>
            </a:r>
          </a:p>
          <a:p xmlns:a="http://schemas.openxmlformats.org/drawingml/2006/main">
            <a:pPr algn="ctr">
              <a:defRPr sz="2250">
                <a:solidFill>
                  <a:srgbClr val="142338"/>
                </a:solidFill>
                <a:latin typeface="Noto Sans Kr"/>
                <a:ea typeface="Noto Sans Kr"/>
                <a:cs typeface="Noto Sans Kr"/>
              </a:defRPr>
            </a:pPr>
            <a:r>
              <a:rPr sz="2250">
                <a:solidFill>
                  <a:srgbClr val="526176"/>
                </a:solidFill>
              </a:rPr>
              <a:t>입력·대상 확인</a:t>
            </a:r>
          </a:p>
        </p:txBody>
      </p:sp>
      <p:sp>
        <p:nvSpPr>
          <p:cNvPr id="17" name="architecture-ai">
            <a:extLst xmlns:a="http://schemas.openxmlformats.org/drawingml/2006/main">
              <a:ext uri="{FF2B5EF4-FFF2-40B4-BE49-F238E27FC236}">
                <a16:creationId xmlns:a16="http://schemas.microsoft.com/office/drawing/2014/main" id="{1F27EF79-8966-4FB2-B232-924635CAE230}"/>
              </a:ext>
            </a:extLst>
          </p:cNvPr>
          <p:cNvSpPr>
            <a:spLocks xmlns:a="http://schemas.openxmlformats.org/drawingml/2006/main" noGrp="1"/>
          </p:cNvSpPr>
          <p:nvPr/>
        </p:nvSpPr>
        <p:spPr>
          <a:xfrm xmlns:a="http://schemas.openxmlformats.org/drawingml/2006/main">
            <a:off x="10515600" y="4381500"/>
            <a:ext cx="6858000" cy="1809750"/>
          </a:xfrm>
          <a:prstGeom xmlns:a="http://schemas.openxmlformats.org/drawingml/2006/main" prst="roundRect">
            <a:avLst>
              <a:gd name="adj" fmla="val 8421"/>
            </a:avLst>
          </a:prstGeom>
          <a:solidFill xmlns:a="http://schemas.openxmlformats.org/drawingml/2006/main">
            <a:srgbClr val="F3F0FC"/>
          </a:solidFill>
          <a:ln xmlns:a="http://schemas.openxmlformats.org/drawingml/2006/main" w="19050">
            <a:solidFill>
              <a:srgbClr val="A895D2"/>
            </a:solidFill>
          </a:ln>
        </p:spPr>
        <p:txBody>
          <a:bodyPr xmlns:a="http://schemas.openxmlformats.org/drawingml/2006/main" wrap="none" lIns="152400" tIns="152400" rIns="152400" bIns="152400" anchor="ctr">
            <a:noAutofit/>
          </a:bodyPr>
          <a:lstStyle xmlns:a="http://schemas.openxmlformats.org/drawingml/2006/main">
            <a:defPPr algn="ctr">
              <a:defRPr sz="2325">
                <a:solidFill>
                  <a:srgbClr val="142338"/>
                </a:solidFill>
                <a:latin typeface="Noto Sans Kr"/>
                <a:ea typeface="Noto Sans Kr"/>
                <a:cs typeface="Noto Sans Kr"/>
              </a:defRPr>
            </a:defPPr>
            <a:lvl1pPr algn="ctr">
              <a:defRPr sz="2325">
                <a:solidFill>
                  <a:srgbClr val="142338"/>
                </a:solidFill>
                <a:latin typeface="Noto Sans Kr"/>
                <a:ea typeface="Noto Sans Kr"/>
                <a:cs typeface="Noto Sans Kr"/>
              </a:defRPr>
            </a:lvl1pPr>
            <a:lvl2pPr algn="ctr">
              <a:defRPr sz="2325">
                <a:solidFill>
                  <a:srgbClr val="142338"/>
                </a:solidFill>
                <a:latin typeface="Noto Sans Kr"/>
                <a:ea typeface="Noto Sans Kr"/>
                <a:cs typeface="Noto Sans Kr"/>
              </a:defRPr>
            </a:lvl2pPr>
            <a:lvl3pPr algn="ctr">
              <a:defRPr sz="2325">
                <a:solidFill>
                  <a:srgbClr val="142338"/>
                </a:solidFill>
                <a:latin typeface="Noto Sans Kr"/>
                <a:ea typeface="Noto Sans Kr"/>
                <a:cs typeface="Noto Sans Kr"/>
              </a:defRPr>
            </a:lvl3pPr>
            <a:lvl4pPr algn="ctr">
              <a:defRPr sz="2325">
                <a:solidFill>
                  <a:srgbClr val="142338"/>
                </a:solidFill>
                <a:latin typeface="Noto Sans Kr"/>
                <a:ea typeface="Noto Sans Kr"/>
                <a:cs typeface="Noto Sans Kr"/>
              </a:defRPr>
            </a:lvl4pPr>
            <a:lvl5pPr algn="ctr">
              <a:defRPr sz="2325">
                <a:solidFill>
                  <a:srgbClr val="142338"/>
                </a:solidFill>
                <a:latin typeface="Noto Sans Kr"/>
                <a:ea typeface="Noto Sans Kr"/>
                <a:cs typeface="Noto Sans Kr"/>
              </a:defRPr>
            </a:lvl5pPr>
            <a:lvl6pPr algn="ctr">
              <a:defRPr sz="2325">
                <a:solidFill>
                  <a:srgbClr val="142338"/>
                </a:solidFill>
                <a:latin typeface="Noto Sans Kr"/>
                <a:ea typeface="Noto Sans Kr"/>
                <a:cs typeface="Noto Sans Kr"/>
              </a:defRPr>
            </a:lvl6pPr>
            <a:lvl7pPr algn="ctr">
              <a:defRPr sz="2325">
                <a:solidFill>
                  <a:srgbClr val="142338"/>
                </a:solidFill>
                <a:latin typeface="Noto Sans Kr"/>
                <a:ea typeface="Noto Sans Kr"/>
                <a:cs typeface="Noto Sans Kr"/>
              </a:defRPr>
            </a:lvl7pPr>
            <a:lvl8pPr algn="ctr">
              <a:defRPr sz="2325">
                <a:solidFill>
                  <a:srgbClr val="142338"/>
                </a:solidFill>
                <a:latin typeface="Noto Sans Kr"/>
                <a:ea typeface="Noto Sans Kr"/>
                <a:cs typeface="Noto Sans Kr"/>
              </a:defRPr>
            </a:lvl8pPr>
            <a:lvl9pPr algn="ctr">
              <a:defRPr sz="2325">
                <a:solidFill>
                  <a:srgbClr val="142338"/>
                </a:solidFill>
                <a:latin typeface="Noto Sans Kr"/>
                <a:ea typeface="Noto Sans Kr"/>
                <a:cs typeface="Noto Sans Kr"/>
              </a:defRPr>
            </a:lvl9pPr>
          </a:lstStyle>
          <a:p xmlns:a="http://schemas.openxmlformats.org/drawingml/2006/main">
            <a:pPr algn="ctr">
              <a:spcAft>
                <a:spcPts val="18"/>
              </a:spcAft>
              <a:defRPr sz="2325">
                <a:solidFill>
                  <a:srgbClr val="142338"/>
                </a:solidFill>
                <a:latin typeface="Noto Sans Kr"/>
                <a:ea typeface="Noto Sans Kr"/>
                <a:cs typeface="Noto Sans Kr"/>
              </a:defRPr>
            </a:pPr>
            <a:r>
              <a:rPr sz="3600" b="1">
                <a:solidFill>
                  <a:srgbClr val="142338"/>
                </a:solidFill>
                <a:latin typeface="Noto Sans Bold"/>
                <a:ea typeface="Noto Sans Bold"/>
                <a:cs typeface="Noto Sans Bold"/>
              </a:rPr>
              <a:t>LangGraph</a:t>
            </a:r>
          </a:p>
          <a:p xmlns:a="http://schemas.openxmlformats.org/drawingml/2006/main">
            <a:pPr algn="ctr">
              <a:defRPr sz="2325">
                <a:solidFill>
                  <a:srgbClr val="142338"/>
                </a:solidFill>
                <a:latin typeface="Noto Sans Kr"/>
                <a:ea typeface="Noto Sans Kr"/>
                <a:cs typeface="Noto Sans Kr"/>
              </a:defRPr>
            </a:pPr>
            <a:r>
              <a:rPr sz="2325">
                <a:solidFill>
                  <a:srgbClr val="526176"/>
                </a:solidFill>
              </a:rPr>
              <a:t>근거 수집 · 가설 조사 · 사실 검증</a:t>
            </a:r>
          </a:p>
        </p:txBody>
      </p:sp>
      <p:sp>
        <p:nvSpPr>
          <p:cNvPr id="18" name="architecture-llm">
            <a:extLst xmlns:a="http://schemas.openxmlformats.org/drawingml/2006/main">
              <a:ext uri="{FF2B5EF4-FFF2-40B4-BE49-F238E27FC236}">
                <a16:creationId xmlns:a16="http://schemas.microsoft.com/office/drawing/2014/main" id="{ADBC607D-73DC-418F-AF4A-DAAB77D22D8B}"/>
              </a:ext>
            </a:extLst>
          </p:cNvPr>
          <p:cNvSpPr>
            <a:spLocks xmlns:a="http://schemas.openxmlformats.org/drawingml/2006/main" noGrp="1"/>
          </p:cNvSpPr>
          <p:nvPr/>
        </p:nvSpPr>
        <p:spPr>
          <a:xfrm xmlns:a="http://schemas.openxmlformats.org/drawingml/2006/main">
            <a:off x="10515600" y="2571750"/>
            <a:ext cx="2857500" cy="1238250"/>
          </a:xfrm>
          <a:prstGeom xmlns:a="http://schemas.openxmlformats.org/drawingml/2006/main" prst="roundRect">
            <a:avLst>
              <a:gd name="adj" fmla="val 12308"/>
            </a:avLst>
          </a:prstGeom>
          <a:solidFill xmlns:a="http://schemas.openxmlformats.org/drawingml/2006/main">
            <a:srgbClr val="FFFFFF"/>
          </a:solidFill>
          <a:ln xmlns:a="http://schemas.openxmlformats.org/drawingml/2006/main" w="19050">
            <a:solidFill>
              <a:srgbClr val="2864DC"/>
            </a:solidFill>
          </a:ln>
        </p:spPr>
        <p:txBody>
          <a:bodyPr xmlns:a="http://schemas.openxmlformats.org/drawingml/2006/main" wrap="none" lIns="152400" tIns="152400" rIns="152400" bIns="152400" anchor="ctr">
            <a:noAutofit/>
          </a:bodyPr>
          <a:lstStyle xmlns:a="http://schemas.openxmlformats.org/drawingml/2006/main">
            <a:defPPr algn="ctr">
              <a:defRPr sz="2025">
                <a:solidFill>
                  <a:srgbClr val="142338"/>
                </a:solidFill>
                <a:latin typeface="Noto Sans Kr"/>
                <a:ea typeface="Noto Sans Kr"/>
                <a:cs typeface="Noto Sans Kr"/>
              </a:defRPr>
            </a:defPPr>
            <a:lvl1pPr algn="ctr">
              <a:defRPr sz="2025">
                <a:solidFill>
                  <a:srgbClr val="142338"/>
                </a:solidFill>
                <a:latin typeface="Noto Sans Kr"/>
                <a:ea typeface="Noto Sans Kr"/>
                <a:cs typeface="Noto Sans Kr"/>
              </a:defRPr>
            </a:lvl1pPr>
            <a:lvl2pPr algn="ctr">
              <a:defRPr sz="2025">
                <a:solidFill>
                  <a:srgbClr val="142338"/>
                </a:solidFill>
                <a:latin typeface="Noto Sans Kr"/>
                <a:ea typeface="Noto Sans Kr"/>
                <a:cs typeface="Noto Sans Kr"/>
              </a:defRPr>
            </a:lvl2pPr>
            <a:lvl3pPr algn="ctr">
              <a:defRPr sz="2025">
                <a:solidFill>
                  <a:srgbClr val="142338"/>
                </a:solidFill>
                <a:latin typeface="Noto Sans Kr"/>
                <a:ea typeface="Noto Sans Kr"/>
                <a:cs typeface="Noto Sans Kr"/>
              </a:defRPr>
            </a:lvl3pPr>
            <a:lvl4pPr algn="ctr">
              <a:defRPr sz="2025">
                <a:solidFill>
                  <a:srgbClr val="142338"/>
                </a:solidFill>
                <a:latin typeface="Noto Sans Kr"/>
                <a:ea typeface="Noto Sans Kr"/>
                <a:cs typeface="Noto Sans Kr"/>
              </a:defRPr>
            </a:lvl4pPr>
            <a:lvl5pPr algn="ctr">
              <a:defRPr sz="2025">
                <a:solidFill>
                  <a:srgbClr val="142338"/>
                </a:solidFill>
                <a:latin typeface="Noto Sans Kr"/>
                <a:ea typeface="Noto Sans Kr"/>
                <a:cs typeface="Noto Sans Kr"/>
              </a:defRPr>
            </a:lvl5pPr>
            <a:lvl6pPr algn="ctr">
              <a:defRPr sz="2025">
                <a:solidFill>
                  <a:srgbClr val="142338"/>
                </a:solidFill>
                <a:latin typeface="Noto Sans Kr"/>
                <a:ea typeface="Noto Sans Kr"/>
                <a:cs typeface="Noto Sans Kr"/>
              </a:defRPr>
            </a:lvl6pPr>
            <a:lvl7pPr algn="ctr">
              <a:defRPr sz="2025">
                <a:solidFill>
                  <a:srgbClr val="142338"/>
                </a:solidFill>
                <a:latin typeface="Noto Sans Kr"/>
                <a:ea typeface="Noto Sans Kr"/>
                <a:cs typeface="Noto Sans Kr"/>
              </a:defRPr>
            </a:lvl7pPr>
            <a:lvl8pPr algn="ctr">
              <a:defRPr sz="2025">
                <a:solidFill>
                  <a:srgbClr val="142338"/>
                </a:solidFill>
                <a:latin typeface="Noto Sans Kr"/>
                <a:ea typeface="Noto Sans Kr"/>
                <a:cs typeface="Noto Sans Kr"/>
              </a:defRPr>
            </a:lvl8pPr>
            <a:lvl9pPr algn="ctr">
              <a:defRPr sz="2025">
                <a:solidFill>
                  <a:srgbClr val="142338"/>
                </a:solidFill>
                <a:latin typeface="Noto Sans Kr"/>
                <a:ea typeface="Noto Sans Kr"/>
                <a:cs typeface="Noto Sans Kr"/>
              </a:defRPr>
            </a:lvl9pPr>
          </a:lstStyle>
          <a:p xmlns:a="http://schemas.openxmlformats.org/drawingml/2006/main">
            <a:pPr algn="ctr">
              <a:spcAft>
                <a:spcPts val="18"/>
              </a:spcAft>
              <a:defRPr sz="2025">
                <a:solidFill>
                  <a:srgbClr val="142338"/>
                </a:solidFill>
                <a:latin typeface="Noto Sans Kr"/>
                <a:ea typeface="Noto Sans Kr"/>
                <a:cs typeface="Noto Sans Kr"/>
              </a:defRPr>
            </a:pPr>
            <a:r>
              <a:rPr sz="2850" b="1">
                <a:solidFill>
                  <a:srgbClr val="142338"/>
                </a:solidFill>
                <a:latin typeface="Noto Sans Bold"/>
                <a:ea typeface="Noto Sans Bold"/>
                <a:cs typeface="Noto Sans Bold"/>
              </a:rPr>
              <a:t>LLM</a:t>
            </a:r>
          </a:p>
          <a:p xmlns:a="http://schemas.openxmlformats.org/drawingml/2006/main">
            <a:pPr algn="ctr">
              <a:defRPr sz="2025">
                <a:solidFill>
                  <a:srgbClr val="142338"/>
                </a:solidFill>
                <a:latin typeface="Noto Sans Kr"/>
                <a:ea typeface="Noto Sans Kr"/>
                <a:cs typeface="Noto Sans Kr"/>
              </a:defRPr>
            </a:pPr>
            <a:r>
              <a:rPr sz="2025">
                <a:solidFill>
                  <a:srgbClr val="526176"/>
                </a:solidFill>
              </a:rPr>
              <a:t>Ollama / OpenAI</a:t>
            </a:r>
          </a:p>
        </p:txBody>
      </p:sp>
      <p:sp>
        <p:nvSpPr>
          <p:cNvPr id="19" name="architecture-evaluation">
            <a:extLst xmlns:a="http://schemas.openxmlformats.org/drawingml/2006/main">
              <a:ext uri="{FF2B5EF4-FFF2-40B4-BE49-F238E27FC236}">
                <a16:creationId xmlns:a16="http://schemas.microsoft.com/office/drawing/2014/main" id="{7F7DB9EE-0DD2-41CC-9EE1-38D6C61575C7}"/>
              </a:ext>
            </a:extLst>
          </p:cNvPr>
          <p:cNvSpPr>
            <a:spLocks xmlns:a="http://schemas.openxmlformats.org/drawingml/2006/main" noGrp="1"/>
          </p:cNvSpPr>
          <p:nvPr/>
        </p:nvSpPr>
        <p:spPr>
          <a:xfrm xmlns:a="http://schemas.openxmlformats.org/drawingml/2006/main">
            <a:off x="14382750" y="2571750"/>
            <a:ext cx="2990850" cy="1238250"/>
          </a:xfrm>
          <a:prstGeom xmlns:a="http://schemas.openxmlformats.org/drawingml/2006/main" prst="roundRect">
            <a:avLst>
              <a:gd name="adj" fmla="val 12308"/>
            </a:avLst>
          </a:prstGeom>
          <a:solidFill xmlns:a="http://schemas.openxmlformats.org/drawingml/2006/main">
            <a:srgbClr val="F3F0FC"/>
          </a:solidFill>
          <a:ln xmlns:a="http://schemas.openxmlformats.org/drawingml/2006/main" w="19050">
            <a:solidFill>
              <a:srgbClr val="A895D2"/>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142338"/>
                </a:solidFill>
                <a:latin typeface="Noto Sans Kr"/>
                <a:ea typeface="Noto Sans Kr"/>
                <a:cs typeface="Noto Sans Kr"/>
              </a:defRPr>
            </a:defPPr>
            <a:lvl1pPr algn="ctr">
              <a:defRPr sz="1950">
                <a:solidFill>
                  <a:srgbClr val="142338"/>
                </a:solidFill>
                <a:latin typeface="Noto Sans Kr"/>
                <a:ea typeface="Noto Sans Kr"/>
                <a:cs typeface="Noto Sans Kr"/>
              </a:defRPr>
            </a:lvl1pPr>
            <a:lvl2pPr algn="ctr">
              <a:defRPr sz="1950">
                <a:solidFill>
                  <a:srgbClr val="142338"/>
                </a:solidFill>
                <a:latin typeface="Noto Sans Kr"/>
                <a:ea typeface="Noto Sans Kr"/>
                <a:cs typeface="Noto Sans Kr"/>
              </a:defRPr>
            </a:lvl2pPr>
            <a:lvl3pPr algn="ctr">
              <a:defRPr sz="1950">
                <a:solidFill>
                  <a:srgbClr val="142338"/>
                </a:solidFill>
                <a:latin typeface="Noto Sans Kr"/>
                <a:ea typeface="Noto Sans Kr"/>
                <a:cs typeface="Noto Sans Kr"/>
              </a:defRPr>
            </a:lvl3pPr>
            <a:lvl4pPr algn="ctr">
              <a:defRPr sz="1950">
                <a:solidFill>
                  <a:srgbClr val="142338"/>
                </a:solidFill>
                <a:latin typeface="Noto Sans Kr"/>
                <a:ea typeface="Noto Sans Kr"/>
                <a:cs typeface="Noto Sans Kr"/>
              </a:defRPr>
            </a:lvl4pPr>
            <a:lvl5pPr algn="ctr">
              <a:defRPr sz="1950">
                <a:solidFill>
                  <a:srgbClr val="142338"/>
                </a:solidFill>
                <a:latin typeface="Noto Sans Kr"/>
                <a:ea typeface="Noto Sans Kr"/>
                <a:cs typeface="Noto Sans Kr"/>
              </a:defRPr>
            </a:lvl5pPr>
            <a:lvl6pPr algn="ctr">
              <a:defRPr sz="1950">
                <a:solidFill>
                  <a:srgbClr val="142338"/>
                </a:solidFill>
                <a:latin typeface="Noto Sans Kr"/>
                <a:ea typeface="Noto Sans Kr"/>
                <a:cs typeface="Noto Sans Kr"/>
              </a:defRPr>
            </a:lvl6pPr>
            <a:lvl7pPr algn="ctr">
              <a:defRPr sz="1950">
                <a:solidFill>
                  <a:srgbClr val="142338"/>
                </a:solidFill>
                <a:latin typeface="Noto Sans Kr"/>
                <a:ea typeface="Noto Sans Kr"/>
                <a:cs typeface="Noto Sans Kr"/>
              </a:defRPr>
            </a:lvl7pPr>
            <a:lvl8pPr algn="ctr">
              <a:defRPr sz="1950">
                <a:solidFill>
                  <a:srgbClr val="142338"/>
                </a:solidFill>
                <a:latin typeface="Noto Sans Kr"/>
                <a:ea typeface="Noto Sans Kr"/>
                <a:cs typeface="Noto Sans Kr"/>
              </a:defRPr>
            </a:lvl8pPr>
            <a:lvl9pPr algn="ctr">
              <a:defRPr sz="1950">
                <a:solidFill>
                  <a:srgbClr val="142338"/>
                </a:solidFill>
                <a:latin typeface="Noto Sans Kr"/>
                <a:ea typeface="Noto Sans Kr"/>
                <a:cs typeface="Noto Sans Kr"/>
              </a:defRPr>
            </a:lvl9pPr>
          </a:lstStyle>
          <a:p xmlns:a="http://schemas.openxmlformats.org/drawingml/2006/main">
            <a:pPr algn="ctr">
              <a:spcAft>
                <a:spcPts val="18"/>
              </a:spcAft>
              <a:defRPr sz="1950">
                <a:solidFill>
                  <a:srgbClr val="142338"/>
                </a:solidFill>
                <a:latin typeface="Noto Sans Kr"/>
                <a:ea typeface="Noto Sans Kr"/>
                <a:cs typeface="Noto Sans Kr"/>
              </a:defRPr>
            </a:pPr>
            <a:r>
              <a:rPr sz="2850" b="1">
                <a:solidFill>
                  <a:srgbClr val="142338"/>
                </a:solidFill>
                <a:latin typeface="Noto Sans Bold"/>
                <a:ea typeface="Noto Sans Bold"/>
                <a:cs typeface="Noto Sans Bold"/>
              </a:rPr>
              <a:t>평가·추적</a:t>
            </a:r>
          </a:p>
          <a:p xmlns:a="http://schemas.openxmlformats.org/drawingml/2006/main">
            <a:pPr algn="ctr">
              <a:defRPr sz="1950">
                <a:solidFill>
                  <a:srgbClr val="142338"/>
                </a:solidFill>
                <a:latin typeface="Noto Sans Kr"/>
                <a:ea typeface="Noto Sans Kr"/>
                <a:cs typeface="Noto Sans Kr"/>
              </a:defRPr>
            </a:pPr>
            <a:r>
              <a:rPr sz="1950">
                <a:solidFill>
                  <a:srgbClr val="526176"/>
                </a:solidFill>
              </a:rPr>
              <a:t>Judge / LangSmith</a:t>
            </a:r>
          </a:p>
        </p:txBody>
      </p:sp>
      <p:sp>
        <p:nvSpPr>
          <p:cNvPr id="20" name="architecture-sqlite">
            <a:extLst xmlns:a="http://schemas.openxmlformats.org/drawingml/2006/main">
              <a:ext uri="{FF2B5EF4-FFF2-40B4-BE49-F238E27FC236}">
                <a16:creationId xmlns:a16="http://schemas.microsoft.com/office/drawing/2014/main" id="{D2FA7BF6-3F3E-4BAC-9D72-E61F95AC1314}"/>
              </a:ext>
            </a:extLst>
          </p:cNvPr>
          <p:cNvSpPr>
            <a:spLocks xmlns:a="http://schemas.openxmlformats.org/drawingml/2006/main" noGrp="1"/>
          </p:cNvSpPr>
          <p:nvPr/>
        </p:nvSpPr>
        <p:spPr>
          <a:xfrm xmlns:a="http://schemas.openxmlformats.org/drawingml/2006/main">
            <a:off x="5715000" y="7239000"/>
            <a:ext cx="3429000" cy="1476375"/>
          </a:xfrm>
          <a:prstGeom xmlns:a="http://schemas.openxmlformats.org/drawingml/2006/main" prst="roundRect">
            <a:avLst>
              <a:gd name="adj" fmla="val 10323"/>
            </a:avLst>
          </a:prstGeom>
          <a:solidFill xmlns:a="http://schemas.openxmlformats.org/drawingml/2006/main">
            <a:srgbClr val="ECF6FC"/>
          </a:solidFill>
          <a:ln xmlns:a="http://schemas.openxmlformats.org/drawingml/2006/main" w="19050">
            <a:solidFill>
              <a:srgbClr val="94B7D1"/>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142338"/>
                </a:solidFill>
                <a:latin typeface="Noto Sans Kr"/>
                <a:ea typeface="Noto Sans Kr"/>
                <a:cs typeface="Noto Sans Kr"/>
              </a:defRPr>
            </a:defPPr>
            <a:lvl1pPr algn="ctr">
              <a:defRPr sz="2250">
                <a:solidFill>
                  <a:srgbClr val="142338"/>
                </a:solidFill>
                <a:latin typeface="Noto Sans Kr"/>
                <a:ea typeface="Noto Sans Kr"/>
                <a:cs typeface="Noto Sans Kr"/>
              </a:defRPr>
            </a:lvl1pPr>
            <a:lvl2pPr algn="ctr">
              <a:defRPr sz="2250">
                <a:solidFill>
                  <a:srgbClr val="142338"/>
                </a:solidFill>
                <a:latin typeface="Noto Sans Kr"/>
                <a:ea typeface="Noto Sans Kr"/>
                <a:cs typeface="Noto Sans Kr"/>
              </a:defRPr>
            </a:lvl2pPr>
            <a:lvl3pPr algn="ctr">
              <a:defRPr sz="2250">
                <a:solidFill>
                  <a:srgbClr val="142338"/>
                </a:solidFill>
                <a:latin typeface="Noto Sans Kr"/>
                <a:ea typeface="Noto Sans Kr"/>
                <a:cs typeface="Noto Sans Kr"/>
              </a:defRPr>
            </a:lvl3pPr>
            <a:lvl4pPr algn="ctr">
              <a:defRPr sz="2250">
                <a:solidFill>
                  <a:srgbClr val="142338"/>
                </a:solidFill>
                <a:latin typeface="Noto Sans Kr"/>
                <a:ea typeface="Noto Sans Kr"/>
                <a:cs typeface="Noto Sans Kr"/>
              </a:defRPr>
            </a:lvl4pPr>
            <a:lvl5pPr algn="ctr">
              <a:defRPr sz="2250">
                <a:solidFill>
                  <a:srgbClr val="142338"/>
                </a:solidFill>
                <a:latin typeface="Noto Sans Kr"/>
                <a:ea typeface="Noto Sans Kr"/>
                <a:cs typeface="Noto Sans Kr"/>
              </a:defRPr>
            </a:lvl5pPr>
            <a:lvl6pPr algn="ctr">
              <a:defRPr sz="2250">
                <a:solidFill>
                  <a:srgbClr val="142338"/>
                </a:solidFill>
                <a:latin typeface="Noto Sans Kr"/>
                <a:ea typeface="Noto Sans Kr"/>
                <a:cs typeface="Noto Sans Kr"/>
              </a:defRPr>
            </a:lvl6pPr>
            <a:lvl7pPr algn="ctr">
              <a:defRPr sz="2250">
                <a:solidFill>
                  <a:srgbClr val="142338"/>
                </a:solidFill>
                <a:latin typeface="Noto Sans Kr"/>
                <a:ea typeface="Noto Sans Kr"/>
                <a:cs typeface="Noto Sans Kr"/>
              </a:defRPr>
            </a:lvl7pPr>
            <a:lvl8pPr algn="ctr">
              <a:defRPr sz="2250">
                <a:solidFill>
                  <a:srgbClr val="142338"/>
                </a:solidFill>
                <a:latin typeface="Noto Sans Kr"/>
                <a:ea typeface="Noto Sans Kr"/>
                <a:cs typeface="Noto Sans Kr"/>
              </a:defRPr>
            </a:lvl8pPr>
            <a:lvl9pPr algn="ctr">
              <a:defRPr sz="2250">
                <a:solidFill>
                  <a:srgbClr val="142338"/>
                </a:solidFill>
                <a:latin typeface="Noto Sans Kr"/>
                <a:ea typeface="Noto Sans Kr"/>
                <a:cs typeface="Noto Sans Kr"/>
              </a:defRPr>
            </a:lvl9pPr>
          </a:lstStyle>
          <a:p xmlns:a="http://schemas.openxmlformats.org/drawingml/2006/main">
            <a:pPr algn="ctr">
              <a:spcAft>
                <a:spcPts val="18"/>
              </a:spcAft>
              <a:defRPr sz="2250">
                <a:solidFill>
                  <a:srgbClr val="142338"/>
                </a:solidFill>
                <a:latin typeface="Noto Sans Kr"/>
                <a:ea typeface="Noto Sans Kr"/>
                <a:cs typeface="Noto Sans Kr"/>
              </a:defRPr>
            </a:pPr>
            <a:r>
              <a:rPr sz="3150" b="1">
                <a:solidFill>
                  <a:srgbClr val="142338"/>
                </a:solidFill>
                <a:latin typeface="Noto Sans Bold"/>
                <a:ea typeface="Noto Sans Bold"/>
                <a:cs typeface="Noto Sans Bold"/>
              </a:rPr>
              <a:t>SQLite</a:t>
            </a:r>
          </a:p>
          <a:p xmlns:a="http://schemas.openxmlformats.org/drawingml/2006/main">
            <a:pPr algn="ctr">
              <a:defRPr sz="2250">
                <a:solidFill>
                  <a:srgbClr val="142338"/>
                </a:solidFill>
                <a:latin typeface="Noto Sans Kr"/>
                <a:ea typeface="Noto Sans Kr"/>
                <a:cs typeface="Noto Sans Kr"/>
              </a:defRPr>
            </a:pPr>
            <a:r>
              <a:rPr sz="2250">
                <a:solidFill>
                  <a:srgbClr val="526176"/>
                </a:solidFill>
              </a:rPr>
              <a:t>결과·근거·대화</a:t>
            </a:r>
          </a:p>
        </p:txBody>
      </p:sp>
      <p:sp>
        <p:nvSpPr>
          <p:cNvPr id="21" name="architecture-mcp">
            <a:extLst xmlns:a="http://schemas.openxmlformats.org/drawingml/2006/main">
              <a:ext uri="{FF2B5EF4-FFF2-40B4-BE49-F238E27FC236}">
                <a16:creationId xmlns:a16="http://schemas.microsoft.com/office/drawing/2014/main" id="{E0623B43-5052-4646-8E19-9FD89D1D11D5}"/>
              </a:ext>
            </a:extLst>
          </p:cNvPr>
          <p:cNvSpPr>
            <a:spLocks xmlns:a="http://schemas.openxmlformats.org/drawingml/2006/main" noGrp="1"/>
          </p:cNvSpPr>
          <p:nvPr/>
        </p:nvSpPr>
        <p:spPr>
          <a:xfrm xmlns:a="http://schemas.openxmlformats.org/drawingml/2006/main">
            <a:off x="10515600" y="7239000"/>
            <a:ext cx="2857500" cy="1476375"/>
          </a:xfrm>
          <a:prstGeom xmlns:a="http://schemas.openxmlformats.org/drawingml/2006/main" prst="roundRect">
            <a:avLst>
              <a:gd name="adj" fmla="val 10323"/>
            </a:avLst>
          </a:prstGeom>
          <a:solidFill xmlns:a="http://schemas.openxmlformats.org/drawingml/2006/main">
            <a:srgbClr val="FFFFFF"/>
          </a:solidFill>
          <a:ln xmlns:a="http://schemas.openxmlformats.org/drawingml/2006/main" w="19050">
            <a:solidFill>
              <a:srgbClr val="2864DC"/>
            </a:solidFill>
          </a:ln>
        </p:spPr>
        <p:txBody>
          <a:bodyPr xmlns:a="http://schemas.openxmlformats.org/drawingml/2006/main" wrap="none" lIns="152400" tIns="152400" rIns="152400" bIns="152400" anchor="ctr">
            <a:noAutofit/>
          </a:bodyPr>
          <a:lstStyle xmlns:a="http://schemas.openxmlformats.org/drawingml/2006/main">
            <a:defPPr algn="ctr">
              <a:defRPr sz="2175">
                <a:solidFill>
                  <a:srgbClr val="142338"/>
                </a:solidFill>
                <a:latin typeface="Noto Sans Kr"/>
                <a:ea typeface="Noto Sans Kr"/>
                <a:cs typeface="Noto Sans Kr"/>
              </a:defRPr>
            </a:defPPr>
            <a:lvl1pPr algn="ctr">
              <a:defRPr sz="2175">
                <a:solidFill>
                  <a:srgbClr val="142338"/>
                </a:solidFill>
                <a:latin typeface="Noto Sans Kr"/>
                <a:ea typeface="Noto Sans Kr"/>
                <a:cs typeface="Noto Sans Kr"/>
              </a:defRPr>
            </a:lvl1pPr>
            <a:lvl2pPr algn="ctr">
              <a:defRPr sz="2175">
                <a:solidFill>
                  <a:srgbClr val="142338"/>
                </a:solidFill>
                <a:latin typeface="Noto Sans Kr"/>
                <a:ea typeface="Noto Sans Kr"/>
                <a:cs typeface="Noto Sans Kr"/>
              </a:defRPr>
            </a:lvl2pPr>
            <a:lvl3pPr algn="ctr">
              <a:defRPr sz="2175">
                <a:solidFill>
                  <a:srgbClr val="142338"/>
                </a:solidFill>
                <a:latin typeface="Noto Sans Kr"/>
                <a:ea typeface="Noto Sans Kr"/>
                <a:cs typeface="Noto Sans Kr"/>
              </a:defRPr>
            </a:lvl3pPr>
            <a:lvl4pPr algn="ctr">
              <a:defRPr sz="2175">
                <a:solidFill>
                  <a:srgbClr val="142338"/>
                </a:solidFill>
                <a:latin typeface="Noto Sans Kr"/>
                <a:ea typeface="Noto Sans Kr"/>
                <a:cs typeface="Noto Sans Kr"/>
              </a:defRPr>
            </a:lvl4pPr>
            <a:lvl5pPr algn="ctr">
              <a:defRPr sz="2175">
                <a:solidFill>
                  <a:srgbClr val="142338"/>
                </a:solidFill>
                <a:latin typeface="Noto Sans Kr"/>
                <a:ea typeface="Noto Sans Kr"/>
                <a:cs typeface="Noto Sans Kr"/>
              </a:defRPr>
            </a:lvl5pPr>
            <a:lvl6pPr algn="ctr">
              <a:defRPr sz="2175">
                <a:solidFill>
                  <a:srgbClr val="142338"/>
                </a:solidFill>
                <a:latin typeface="Noto Sans Kr"/>
                <a:ea typeface="Noto Sans Kr"/>
                <a:cs typeface="Noto Sans Kr"/>
              </a:defRPr>
            </a:lvl6pPr>
            <a:lvl7pPr algn="ctr">
              <a:defRPr sz="2175">
                <a:solidFill>
                  <a:srgbClr val="142338"/>
                </a:solidFill>
                <a:latin typeface="Noto Sans Kr"/>
                <a:ea typeface="Noto Sans Kr"/>
                <a:cs typeface="Noto Sans Kr"/>
              </a:defRPr>
            </a:lvl7pPr>
            <a:lvl8pPr algn="ctr">
              <a:defRPr sz="2175">
                <a:solidFill>
                  <a:srgbClr val="142338"/>
                </a:solidFill>
                <a:latin typeface="Noto Sans Kr"/>
                <a:ea typeface="Noto Sans Kr"/>
                <a:cs typeface="Noto Sans Kr"/>
              </a:defRPr>
            </a:lvl8pPr>
            <a:lvl9pPr algn="ctr">
              <a:defRPr sz="2175">
                <a:solidFill>
                  <a:srgbClr val="142338"/>
                </a:solidFill>
                <a:latin typeface="Noto Sans Kr"/>
                <a:ea typeface="Noto Sans Kr"/>
                <a:cs typeface="Noto Sans Kr"/>
              </a:defRPr>
            </a:lvl9pPr>
          </a:lstStyle>
          <a:p xmlns:a="http://schemas.openxmlformats.org/drawingml/2006/main">
            <a:pPr algn="ctr">
              <a:spcAft>
                <a:spcPts val="18"/>
              </a:spcAft>
              <a:defRPr sz="2175">
                <a:solidFill>
                  <a:srgbClr val="142338"/>
                </a:solidFill>
                <a:latin typeface="Noto Sans Kr"/>
                <a:ea typeface="Noto Sans Kr"/>
                <a:cs typeface="Noto Sans Kr"/>
              </a:defRPr>
            </a:pPr>
            <a:r>
              <a:rPr sz="3150" b="1">
                <a:solidFill>
                  <a:srgbClr val="142338"/>
                </a:solidFill>
                <a:latin typeface="Noto Sans Bold"/>
                <a:ea typeface="Noto Sans Bold"/>
                <a:cs typeface="Noto Sans Bold"/>
              </a:rPr>
              <a:t>MCP</a:t>
            </a:r>
          </a:p>
          <a:p xmlns:a="http://schemas.openxmlformats.org/drawingml/2006/main">
            <a:pPr algn="ctr">
              <a:defRPr sz="2175">
                <a:solidFill>
                  <a:srgbClr val="142338"/>
                </a:solidFill>
                <a:latin typeface="Noto Sans Kr"/>
                <a:ea typeface="Noto Sans Kr"/>
                <a:cs typeface="Noto Sans Kr"/>
              </a:defRPr>
            </a:pPr>
            <a:r>
              <a:rPr sz="2175">
                <a:solidFill>
                  <a:srgbClr val="526176"/>
                </a:solidFill>
              </a:rPr>
              <a:t>읽기 전용 조회</a:t>
            </a:r>
          </a:p>
        </p:txBody>
      </p:sp>
      <p:sp>
        <p:nvSpPr>
          <p:cNvPr id="22" name="architecture-rag">
            <a:extLst xmlns:a="http://schemas.openxmlformats.org/drawingml/2006/main">
              <a:ext uri="{FF2B5EF4-FFF2-40B4-BE49-F238E27FC236}">
                <a16:creationId xmlns:a16="http://schemas.microsoft.com/office/drawing/2014/main" id="{1A0EA467-604B-4964-83C1-9394F6DF418B}"/>
              </a:ext>
            </a:extLst>
          </p:cNvPr>
          <p:cNvSpPr>
            <a:spLocks xmlns:a="http://schemas.openxmlformats.org/drawingml/2006/main" noGrp="1"/>
          </p:cNvSpPr>
          <p:nvPr/>
        </p:nvSpPr>
        <p:spPr>
          <a:xfrm xmlns:a="http://schemas.openxmlformats.org/drawingml/2006/main">
            <a:off x="14382750" y="7239000"/>
            <a:ext cx="2990850" cy="1476375"/>
          </a:xfrm>
          <a:prstGeom xmlns:a="http://schemas.openxmlformats.org/drawingml/2006/main" prst="roundRect">
            <a:avLst>
              <a:gd name="adj" fmla="val 10323"/>
            </a:avLst>
          </a:prstGeom>
          <a:solidFill xmlns:a="http://schemas.openxmlformats.org/drawingml/2006/main">
            <a:srgbClr val="FFFFFF"/>
          </a:solidFill>
          <a:ln xmlns:a="http://schemas.openxmlformats.org/drawingml/2006/main" w="19050">
            <a:solidFill>
              <a:srgbClr val="2864DC"/>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142338"/>
                </a:solidFill>
                <a:latin typeface="Noto Sans Kr"/>
                <a:ea typeface="Noto Sans Kr"/>
                <a:cs typeface="Noto Sans Kr"/>
              </a:defRPr>
            </a:defPPr>
            <a:lvl1pPr algn="ctr">
              <a:defRPr sz="2100">
                <a:solidFill>
                  <a:srgbClr val="142338"/>
                </a:solidFill>
                <a:latin typeface="Noto Sans Kr"/>
                <a:ea typeface="Noto Sans Kr"/>
                <a:cs typeface="Noto Sans Kr"/>
              </a:defRPr>
            </a:lvl1pPr>
            <a:lvl2pPr algn="ctr">
              <a:defRPr sz="2100">
                <a:solidFill>
                  <a:srgbClr val="142338"/>
                </a:solidFill>
                <a:latin typeface="Noto Sans Kr"/>
                <a:ea typeface="Noto Sans Kr"/>
                <a:cs typeface="Noto Sans Kr"/>
              </a:defRPr>
            </a:lvl2pPr>
            <a:lvl3pPr algn="ctr">
              <a:defRPr sz="2100">
                <a:solidFill>
                  <a:srgbClr val="142338"/>
                </a:solidFill>
                <a:latin typeface="Noto Sans Kr"/>
                <a:ea typeface="Noto Sans Kr"/>
                <a:cs typeface="Noto Sans Kr"/>
              </a:defRPr>
            </a:lvl3pPr>
            <a:lvl4pPr algn="ctr">
              <a:defRPr sz="2100">
                <a:solidFill>
                  <a:srgbClr val="142338"/>
                </a:solidFill>
                <a:latin typeface="Noto Sans Kr"/>
                <a:ea typeface="Noto Sans Kr"/>
                <a:cs typeface="Noto Sans Kr"/>
              </a:defRPr>
            </a:lvl4pPr>
            <a:lvl5pPr algn="ctr">
              <a:defRPr sz="2100">
                <a:solidFill>
                  <a:srgbClr val="142338"/>
                </a:solidFill>
                <a:latin typeface="Noto Sans Kr"/>
                <a:ea typeface="Noto Sans Kr"/>
                <a:cs typeface="Noto Sans Kr"/>
              </a:defRPr>
            </a:lvl5pPr>
            <a:lvl6pPr algn="ctr">
              <a:defRPr sz="2100">
                <a:solidFill>
                  <a:srgbClr val="142338"/>
                </a:solidFill>
                <a:latin typeface="Noto Sans Kr"/>
                <a:ea typeface="Noto Sans Kr"/>
                <a:cs typeface="Noto Sans Kr"/>
              </a:defRPr>
            </a:lvl6pPr>
            <a:lvl7pPr algn="ctr">
              <a:defRPr sz="2100">
                <a:solidFill>
                  <a:srgbClr val="142338"/>
                </a:solidFill>
                <a:latin typeface="Noto Sans Kr"/>
                <a:ea typeface="Noto Sans Kr"/>
                <a:cs typeface="Noto Sans Kr"/>
              </a:defRPr>
            </a:lvl7pPr>
            <a:lvl8pPr algn="ctr">
              <a:defRPr sz="2100">
                <a:solidFill>
                  <a:srgbClr val="142338"/>
                </a:solidFill>
                <a:latin typeface="Noto Sans Kr"/>
                <a:ea typeface="Noto Sans Kr"/>
                <a:cs typeface="Noto Sans Kr"/>
              </a:defRPr>
            </a:lvl8pPr>
            <a:lvl9pPr algn="ctr">
              <a:defRPr sz="2100">
                <a:solidFill>
                  <a:srgbClr val="142338"/>
                </a:solidFill>
                <a:latin typeface="Noto Sans Kr"/>
                <a:ea typeface="Noto Sans Kr"/>
                <a:cs typeface="Noto Sans Kr"/>
              </a:defRPr>
            </a:lvl9pPr>
          </a:lstStyle>
          <a:p xmlns:a="http://schemas.openxmlformats.org/drawingml/2006/main">
            <a:pPr algn="ctr">
              <a:spcAft>
                <a:spcPts val="18"/>
              </a:spcAft>
              <a:defRPr sz="2100">
                <a:solidFill>
                  <a:srgbClr val="142338"/>
                </a:solidFill>
                <a:latin typeface="Noto Sans Kr"/>
                <a:ea typeface="Noto Sans Kr"/>
                <a:cs typeface="Noto Sans Kr"/>
              </a:defRPr>
            </a:pPr>
            <a:r>
              <a:rPr sz="3150" b="1">
                <a:solidFill>
                  <a:srgbClr val="142338"/>
                </a:solidFill>
                <a:latin typeface="Noto Sans Bold"/>
                <a:ea typeface="Noto Sans Bold"/>
                <a:cs typeface="Noto Sans Bold"/>
              </a:rPr>
              <a:t>RAG</a:t>
            </a:r>
          </a:p>
          <a:p xmlns:a="http://schemas.openxmlformats.org/drawingml/2006/main">
            <a:pPr algn="ctr">
              <a:defRPr sz="2100">
                <a:solidFill>
                  <a:srgbClr val="142338"/>
                </a:solidFill>
                <a:latin typeface="Noto Sans Kr"/>
                <a:ea typeface="Noto Sans Kr"/>
                <a:cs typeface="Noto Sans Kr"/>
              </a:defRPr>
            </a:pPr>
            <a:r>
              <a:rPr sz="2100">
                <a:solidFill>
                  <a:srgbClr val="526176"/>
                </a:solidFill>
              </a:rPr>
              <a:t>매뉴얼 의미 검색</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272A8AE1-2569-432F-A50E-B7BFDBC9C218}"/>
              </a:ext>
            </a:extLst>
          </p:cNvPr>
          <p:cNvSpPr>
            <a:spLocks xmlns:a="http://schemas.openxmlformats.org/drawingml/2006/main" noGrp="1"/>
          </p:cNvSpPr>
          <p:nvPr/>
        </p:nvSpPr>
        <p:spPr>
          <a:xfrm xmlns:a="http://schemas.openxmlformats.org/drawingml/2006/main">
            <a:off x="914400" y="514350"/>
            <a:ext cx="1645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2864DC"/>
                </a:solidFill>
                <a:latin typeface="Noto Sans Bold"/>
                <a:ea typeface="Noto Sans Bold"/>
                <a:cs typeface="Noto Sans Bold"/>
              </a:defRPr>
            </a:defPPr>
            <a:lvl1pPr algn="l">
              <a:defRPr sz="2175" b="1">
                <a:solidFill>
                  <a:srgbClr val="2864DC"/>
                </a:solidFill>
                <a:latin typeface="Noto Sans Bold"/>
                <a:ea typeface="Noto Sans Bold"/>
                <a:cs typeface="Noto Sans Bold"/>
              </a:defRPr>
            </a:lvl1pPr>
            <a:lvl2pPr algn="l">
              <a:defRPr sz="2175" b="1">
                <a:solidFill>
                  <a:srgbClr val="2864DC"/>
                </a:solidFill>
                <a:latin typeface="Noto Sans Bold"/>
                <a:ea typeface="Noto Sans Bold"/>
                <a:cs typeface="Noto Sans Bold"/>
              </a:defRPr>
            </a:lvl2pPr>
            <a:lvl3pPr algn="l">
              <a:defRPr sz="2175" b="1">
                <a:solidFill>
                  <a:srgbClr val="2864DC"/>
                </a:solidFill>
                <a:latin typeface="Noto Sans Bold"/>
                <a:ea typeface="Noto Sans Bold"/>
                <a:cs typeface="Noto Sans Bold"/>
              </a:defRPr>
            </a:lvl3pPr>
            <a:lvl4pPr algn="l">
              <a:defRPr sz="2175" b="1">
                <a:solidFill>
                  <a:srgbClr val="2864DC"/>
                </a:solidFill>
                <a:latin typeface="Noto Sans Bold"/>
                <a:ea typeface="Noto Sans Bold"/>
                <a:cs typeface="Noto Sans Bold"/>
              </a:defRPr>
            </a:lvl4pPr>
            <a:lvl5pPr algn="l">
              <a:defRPr sz="2175" b="1">
                <a:solidFill>
                  <a:srgbClr val="2864DC"/>
                </a:solidFill>
                <a:latin typeface="Noto Sans Bold"/>
                <a:ea typeface="Noto Sans Bold"/>
                <a:cs typeface="Noto Sans Bold"/>
              </a:defRPr>
            </a:lvl5pPr>
            <a:lvl6pPr algn="l">
              <a:defRPr sz="2175" b="1">
                <a:solidFill>
                  <a:srgbClr val="2864DC"/>
                </a:solidFill>
                <a:latin typeface="Noto Sans Bold"/>
                <a:ea typeface="Noto Sans Bold"/>
                <a:cs typeface="Noto Sans Bold"/>
              </a:defRPr>
            </a:lvl6pPr>
            <a:lvl7pPr algn="l">
              <a:defRPr sz="2175" b="1">
                <a:solidFill>
                  <a:srgbClr val="2864DC"/>
                </a:solidFill>
                <a:latin typeface="Noto Sans Bold"/>
                <a:ea typeface="Noto Sans Bold"/>
                <a:cs typeface="Noto Sans Bold"/>
              </a:defRPr>
            </a:lvl7pPr>
            <a:lvl8pPr algn="l">
              <a:defRPr sz="2175" b="1">
                <a:solidFill>
                  <a:srgbClr val="2864DC"/>
                </a:solidFill>
                <a:latin typeface="Noto Sans Bold"/>
                <a:ea typeface="Noto Sans Bold"/>
                <a:cs typeface="Noto Sans Bold"/>
              </a:defRPr>
            </a:lvl8pPr>
            <a:lvl9pPr algn="l">
              <a:defRPr sz="2175" b="1">
                <a:solidFill>
                  <a:srgbClr val="2864DC"/>
                </a:solidFill>
                <a:latin typeface="Noto Sans Bold"/>
                <a:ea typeface="Noto Sans Bold"/>
                <a:cs typeface="Noto Sans Bold"/>
              </a:defRPr>
            </a:lvl9pPr>
          </a:lstStyle>
          <a:p xmlns:a="http://schemas.openxmlformats.org/drawingml/2006/main">
            <a:pPr algn="l">
              <a:defRPr sz="2175" b="1">
                <a:solidFill>
                  <a:srgbClr val="2864DC"/>
                </a:solidFill>
                <a:latin typeface="Noto Sans Bold"/>
                <a:ea typeface="Noto Sans Bold"/>
                <a:cs typeface="Noto Sans Bold"/>
              </a:defRPr>
            </a:pPr>
            <a:r>
              <a:rPr sz="2175" b="1">
                <a:solidFill>
                  <a:srgbClr val="2864DC"/>
                </a:solidFill>
                <a:latin typeface="Noto Sans Bold"/>
                <a:ea typeface="Noto Sans Bold"/>
                <a:cs typeface="Noto Sans Bold"/>
              </a:rPr>
              <a:t>3) 적용 기술 요소</a:t>
            </a:r>
          </a:p>
        </p:txBody>
      </p:sp>
      <p:sp>
        <p:nvSpPr>
          <p:cNvPr id="2" name="slide-title">
            <a:extLst xmlns:a="http://schemas.openxmlformats.org/drawingml/2006/main">
              <a:ext uri="{FF2B5EF4-FFF2-40B4-BE49-F238E27FC236}">
                <a16:creationId xmlns:a16="http://schemas.microsoft.com/office/drawing/2014/main" id="{71AAFD7B-3878-405B-AA2C-295705197E92}"/>
              </a:ext>
            </a:extLst>
          </p:cNvPr>
          <p:cNvSpPr>
            <a:spLocks xmlns:a="http://schemas.openxmlformats.org/drawingml/2006/main" noGrp="1"/>
          </p:cNvSpPr>
          <p:nvPr/>
        </p:nvSpPr>
        <p:spPr>
          <a:xfrm xmlns:a="http://schemas.openxmlformats.org/drawingml/2006/main">
            <a:off x="914400" y="1323975"/>
            <a:ext cx="16459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400" b="1">
                <a:solidFill>
                  <a:srgbClr val="142338"/>
                </a:solidFill>
                <a:latin typeface="Noto Sans Bold"/>
                <a:ea typeface="Noto Sans Bold"/>
                <a:cs typeface="Noto Sans Bold"/>
              </a:defRPr>
            </a:defPPr>
            <a:lvl1pPr algn="l">
              <a:defRPr sz="5400" b="1">
                <a:solidFill>
                  <a:srgbClr val="142338"/>
                </a:solidFill>
                <a:latin typeface="Noto Sans Bold"/>
                <a:ea typeface="Noto Sans Bold"/>
                <a:cs typeface="Noto Sans Bold"/>
              </a:defRPr>
            </a:lvl1pPr>
            <a:lvl2pPr algn="l">
              <a:defRPr sz="5400" b="1">
                <a:solidFill>
                  <a:srgbClr val="142338"/>
                </a:solidFill>
                <a:latin typeface="Noto Sans Bold"/>
                <a:ea typeface="Noto Sans Bold"/>
                <a:cs typeface="Noto Sans Bold"/>
              </a:defRPr>
            </a:lvl2pPr>
            <a:lvl3pPr algn="l">
              <a:defRPr sz="5400" b="1">
                <a:solidFill>
                  <a:srgbClr val="142338"/>
                </a:solidFill>
                <a:latin typeface="Noto Sans Bold"/>
                <a:ea typeface="Noto Sans Bold"/>
                <a:cs typeface="Noto Sans Bold"/>
              </a:defRPr>
            </a:lvl3pPr>
            <a:lvl4pPr algn="l">
              <a:defRPr sz="5400" b="1">
                <a:solidFill>
                  <a:srgbClr val="142338"/>
                </a:solidFill>
                <a:latin typeface="Noto Sans Bold"/>
                <a:ea typeface="Noto Sans Bold"/>
                <a:cs typeface="Noto Sans Bold"/>
              </a:defRPr>
            </a:lvl4pPr>
            <a:lvl5pPr algn="l">
              <a:defRPr sz="5400" b="1">
                <a:solidFill>
                  <a:srgbClr val="142338"/>
                </a:solidFill>
                <a:latin typeface="Noto Sans Bold"/>
                <a:ea typeface="Noto Sans Bold"/>
                <a:cs typeface="Noto Sans Bold"/>
              </a:defRPr>
            </a:lvl5pPr>
            <a:lvl6pPr algn="l">
              <a:defRPr sz="5400" b="1">
                <a:solidFill>
                  <a:srgbClr val="142338"/>
                </a:solidFill>
                <a:latin typeface="Noto Sans Bold"/>
                <a:ea typeface="Noto Sans Bold"/>
                <a:cs typeface="Noto Sans Bold"/>
              </a:defRPr>
            </a:lvl6pPr>
            <a:lvl7pPr algn="l">
              <a:defRPr sz="5400" b="1">
                <a:solidFill>
                  <a:srgbClr val="142338"/>
                </a:solidFill>
                <a:latin typeface="Noto Sans Bold"/>
                <a:ea typeface="Noto Sans Bold"/>
                <a:cs typeface="Noto Sans Bold"/>
              </a:defRPr>
            </a:lvl7pPr>
            <a:lvl8pPr algn="l">
              <a:defRPr sz="5400" b="1">
                <a:solidFill>
                  <a:srgbClr val="142338"/>
                </a:solidFill>
                <a:latin typeface="Noto Sans Bold"/>
                <a:ea typeface="Noto Sans Bold"/>
                <a:cs typeface="Noto Sans Bold"/>
              </a:defRPr>
            </a:lvl8pPr>
            <a:lvl9pPr algn="l">
              <a:defRPr sz="5400" b="1">
                <a:solidFill>
                  <a:srgbClr val="142338"/>
                </a:solidFill>
                <a:latin typeface="Noto Sans Bold"/>
                <a:ea typeface="Noto Sans Bold"/>
                <a:cs typeface="Noto Sans Bold"/>
              </a:defRPr>
            </a:lvl9pPr>
          </a:lstStyle>
          <a:p xmlns:a="http://schemas.openxmlformats.org/drawingml/2006/main">
            <a:pPr algn="l">
              <a:defRPr sz="5400" b="1">
                <a:solidFill>
                  <a:srgbClr val="142338"/>
                </a:solidFill>
                <a:latin typeface="Noto Sans Bold"/>
                <a:ea typeface="Noto Sans Bold"/>
                <a:cs typeface="Noto Sans Bold"/>
              </a:defRPr>
            </a:pPr>
            <a:r>
              <a:rPr sz="5400" b="1">
                <a:solidFill>
                  <a:srgbClr val="142338"/>
                </a:solidFill>
                <a:latin typeface="Noto Sans Bold"/>
                <a:ea typeface="Noto Sans Bold"/>
                <a:cs typeface="Noto Sans Bold"/>
              </a:rPr>
              <a:t>적용 기술과 역할 분리</a:t>
            </a:r>
          </a:p>
        </p:txBody>
      </p:sp>
      <p:cxnSp>
        <p:nvCxnSpPr>
          <p:cNvPr id="3" name="architecture-link">
            <a:extLst xmlns:a="http://schemas.openxmlformats.org/drawingml/2006/main">
              <a:ext uri="{FF2B5EF4-FFF2-40B4-BE49-F238E27FC236}">
                <a16:creationId xmlns:a16="http://schemas.microsoft.com/office/drawing/2014/main" id="{CAFA4B5A-6806-4317-AD19-12C1063666CF}"/>
              </a:ext>
            </a:extLst>
          </p:cNvPr>
          <p:cNvCxnSpPr/>
          <p:nvPr/>
        </p:nvCxnSpPr>
        <p:spPr>
          <a:xfrm xmlns:a="http://schemas.openxmlformats.org/drawingml/2006/main">
            <a:off x="914400" y="9429750"/>
            <a:ext cx="16459200" cy="0"/>
          </a:xfrm>
          <a:prstGeom xmlns:a="http://schemas.openxmlformats.org/drawingml/2006/main" prst="straightConnector1">
            <a:avLst/>
          </a:prstGeom>
          <a:ln xmlns:a="http://schemas.openxmlformats.org/drawingml/2006/main" w="28575">
            <a:solidFill>
              <a:srgbClr val="D2DBE6"/>
            </a:solidFill>
          </a:ln>
        </p:spPr>
      </p:cxnSp>
      <p:sp>
        <p:nvSpPr>
          <p:cNvPr id="4" name="footer">
            <a:extLst xmlns:a="http://schemas.openxmlformats.org/drawingml/2006/main">
              <a:ext uri="{FF2B5EF4-FFF2-40B4-BE49-F238E27FC236}">
                <a16:creationId xmlns:a16="http://schemas.microsoft.com/office/drawing/2014/main" id="{6868EA82-7300-4CD5-99BB-60AF7CA97DC9}"/>
              </a:ext>
            </a:extLst>
          </p:cNvPr>
          <p:cNvSpPr>
            <a:spLocks xmlns:a="http://schemas.openxmlformats.org/drawingml/2006/main" noGrp="1"/>
          </p:cNvSpPr>
          <p:nvPr/>
        </p:nvSpPr>
        <p:spPr>
          <a:xfrm xmlns:a="http://schemas.openxmlformats.org/drawingml/2006/main">
            <a:off x="914400" y="9639300"/>
            <a:ext cx="1514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526176"/>
                </a:solidFill>
                <a:latin typeface="Noto Sans Kr"/>
                <a:ea typeface="Noto Sans Kr"/>
                <a:cs typeface="Noto Sans Kr"/>
              </a:defRPr>
            </a:defPPr>
            <a:lvl1pPr algn="l">
              <a:defRPr sz="2025" b="0">
                <a:solidFill>
                  <a:srgbClr val="526176"/>
                </a:solidFill>
                <a:latin typeface="Noto Sans Kr"/>
                <a:ea typeface="Noto Sans Kr"/>
                <a:cs typeface="Noto Sans Kr"/>
              </a:defRPr>
            </a:lvl1pPr>
            <a:lvl2pPr algn="l">
              <a:defRPr sz="2025" b="0">
                <a:solidFill>
                  <a:srgbClr val="526176"/>
                </a:solidFill>
                <a:latin typeface="Noto Sans Kr"/>
                <a:ea typeface="Noto Sans Kr"/>
                <a:cs typeface="Noto Sans Kr"/>
              </a:defRPr>
            </a:lvl2pPr>
            <a:lvl3pPr algn="l">
              <a:defRPr sz="2025" b="0">
                <a:solidFill>
                  <a:srgbClr val="526176"/>
                </a:solidFill>
                <a:latin typeface="Noto Sans Kr"/>
                <a:ea typeface="Noto Sans Kr"/>
                <a:cs typeface="Noto Sans Kr"/>
              </a:defRPr>
            </a:lvl3pPr>
            <a:lvl4pPr algn="l">
              <a:defRPr sz="2025" b="0">
                <a:solidFill>
                  <a:srgbClr val="526176"/>
                </a:solidFill>
                <a:latin typeface="Noto Sans Kr"/>
                <a:ea typeface="Noto Sans Kr"/>
                <a:cs typeface="Noto Sans Kr"/>
              </a:defRPr>
            </a:lvl4pPr>
            <a:lvl5pPr algn="l">
              <a:defRPr sz="2025" b="0">
                <a:solidFill>
                  <a:srgbClr val="526176"/>
                </a:solidFill>
                <a:latin typeface="Noto Sans Kr"/>
                <a:ea typeface="Noto Sans Kr"/>
                <a:cs typeface="Noto Sans Kr"/>
              </a:defRPr>
            </a:lvl5pPr>
            <a:lvl6pPr algn="l">
              <a:defRPr sz="2025" b="0">
                <a:solidFill>
                  <a:srgbClr val="526176"/>
                </a:solidFill>
                <a:latin typeface="Noto Sans Kr"/>
                <a:ea typeface="Noto Sans Kr"/>
                <a:cs typeface="Noto Sans Kr"/>
              </a:defRPr>
            </a:lvl6pPr>
            <a:lvl7pPr algn="l">
              <a:defRPr sz="2025" b="0">
                <a:solidFill>
                  <a:srgbClr val="526176"/>
                </a:solidFill>
                <a:latin typeface="Noto Sans Kr"/>
                <a:ea typeface="Noto Sans Kr"/>
                <a:cs typeface="Noto Sans Kr"/>
              </a:defRPr>
            </a:lvl7pPr>
            <a:lvl8pPr algn="l">
              <a:defRPr sz="2025" b="0">
                <a:solidFill>
                  <a:srgbClr val="526176"/>
                </a:solidFill>
                <a:latin typeface="Noto Sans Kr"/>
                <a:ea typeface="Noto Sans Kr"/>
                <a:cs typeface="Noto Sans Kr"/>
              </a:defRPr>
            </a:lvl8pPr>
            <a:lvl9pPr algn="l">
              <a:defRPr sz="2025" b="0">
                <a:solidFill>
                  <a:srgbClr val="526176"/>
                </a:solidFill>
                <a:latin typeface="Noto Sans Kr"/>
                <a:ea typeface="Noto Sans Kr"/>
                <a:cs typeface="Noto Sans Kr"/>
              </a:defRPr>
            </a:lvl9pPr>
          </a:lstStyle>
          <a:p xmlns:a="http://schemas.openxmlformats.org/drawingml/2006/main">
            <a:pPr algn="l">
              <a:defRPr sz="2025" b="0">
                <a:solidFill>
                  <a:srgbClr val="526176"/>
                </a:solidFill>
                <a:latin typeface="Noto Sans Kr"/>
                <a:ea typeface="Noto Sans Kr"/>
                <a:cs typeface="Noto Sans Kr"/>
              </a:defRPr>
            </a:pPr>
            <a:r>
              <a:rPr sz="2025" b="0">
                <a:solidFill>
                  <a:srgbClr val="526176"/>
                </a:solidFill>
                <a:latin typeface="Noto Sans Kr"/>
                <a:ea typeface="Noto Sans Kr"/>
                <a:cs typeface="Noto Sans Kr"/>
              </a:rPr>
              <a:t>전문 조회는 도구·검색 역할 / 모듈화·의존성 주입·Pydantic 계약·단위/API 테스트</a:t>
            </a:r>
          </a:p>
        </p:txBody>
      </p:sp>
      <p:sp>
        <p:nvSpPr>
          <p:cNvPr id="5" name="page-number">
            <a:extLst xmlns:a="http://schemas.openxmlformats.org/drawingml/2006/main">
              <a:ext uri="{FF2B5EF4-FFF2-40B4-BE49-F238E27FC236}">
                <a16:creationId xmlns:a16="http://schemas.microsoft.com/office/drawing/2014/main" id="{54FED2F7-E704-4A42-954A-93401B39243C}"/>
              </a:ext>
            </a:extLst>
          </p:cNvPr>
          <p:cNvSpPr>
            <a:spLocks xmlns:a="http://schemas.openxmlformats.org/drawingml/2006/main" noGrp="1"/>
          </p:cNvSpPr>
          <p:nvPr/>
        </p:nvSpPr>
        <p:spPr>
          <a:xfrm xmlns:a="http://schemas.openxmlformats.org/drawingml/2006/main">
            <a:off x="16611600" y="9601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864DC"/>
                </a:solidFill>
                <a:latin typeface="Noto Sans Bold"/>
                <a:ea typeface="Noto Sans Bold"/>
                <a:cs typeface="Noto Sans Bold"/>
              </a:defRPr>
            </a:defPPr>
            <a:lvl1pPr algn="l">
              <a:defRPr sz="2550" b="1">
                <a:solidFill>
                  <a:srgbClr val="2864DC"/>
                </a:solidFill>
                <a:latin typeface="Noto Sans Bold"/>
                <a:ea typeface="Noto Sans Bold"/>
                <a:cs typeface="Noto Sans Bold"/>
              </a:defRPr>
            </a:lvl1pPr>
            <a:lvl2pPr algn="l">
              <a:defRPr sz="2550" b="1">
                <a:solidFill>
                  <a:srgbClr val="2864DC"/>
                </a:solidFill>
                <a:latin typeface="Noto Sans Bold"/>
                <a:ea typeface="Noto Sans Bold"/>
                <a:cs typeface="Noto Sans Bold"/>
              </a:defRPr>
            </a:lvl2pPr>
            <a:lvl3pPr algn="l">
              <a:defRPr sz="2550" b="1">
                <a:solidFill>
                  <a:srgbClr val="2864DC"/>
                </a:solidFill>
                <a:latin typeface="Noto Sans Bold"/>
                <a:ea typeface="Noto Sans Bold"/>
                <a:cs typeface="Noto Sans Bold"/>
              </a:defRPr>
            </a:lvl3pPr>
            <a:lvl4pPr algn="l">
              <a:defRPr sz="2550" b="1">
                <a:solidFill>
                  <a:srgbClr val="2864DC"/>
                </a:solidFill>
                <a:latin typeface="Noto Sans Bold"/>
                <a:ea typeface="Noto Sans Bold"/>
                <a:cs typeface="Noto Sans Bold"/>
              </a:defRPr>
            </a:lvl4pPr>
            <a:lvl5pPr algn="l">
              <a:defRPr sz="2550" b="1">
                <a:solidFill>
                  <a:srgbClr val="2864DC"/>
                </a:solidFill>
                <a:latin typeface="Noto Sans Bold"/>
                <a:ea typeface="Noto Sans Bold"/>
                <a:cs typeface="Noto Sans Bold"/>
              </a:defRPr>
            </a:lvl5pPr>
            <a:lvl6pPr algn="l">
              <a:defRPr sz="2550" b="1">
                <a:solidFill>
                  <a:srgbClr val="2864DC"/>
                </a:solidFill>
                <a:latin typeface="Noto Sans Bold"/>
                <a:ea typeface="Noto Sans Bold"/>
                <a:cs typeface="Noto Sans Bold"/>
              </a:defRPr>
            </a:lvl6pPr>
            <a:lvl7pPr algn="l">
              <a:defRPr sz="2550" b="1">
                <a:solidFill>
                  <a:srgbClr val="2864DC"/>
                </a:solidFill>
                <a:latin typeface="Noto Sans Bold"/>
                <a:ea typeface="Noto Sans Bold"/>
                <a:cs typeface="Noto Sans Bold"/>
              </a:defRPr>
            </a:lvl7pPr>
            <a:lvl8pPr algn="l">
              <a:defRPr sz="2550" b="1">
                <a:solidFill>
                  <a:srgbClr val="2864DC"/>
                </a:solidFill>
                <a:latin typeface="Noto Sans Bold"/>
                <a:ea typeface="Noto Sans Bold"/>
                <a:cs typeface="Noto Sans Bold"/>
              </a:defRPr>
            </a:lvl8pPr>
            <a:lvl9pPr algn="l">
              <a:defRPr sz="2550" b="1">
                <a:solidFill>
                  <a:srgbClr val="2864DC"/>
                </a:solidFill>
                <a:latin typeface="Noto Sans Bold"/>
                <a:ea typeface="Noto Sans Bold"/>
                <a:cs typeface="Noto Sans Bold"/>
              </a:defRPr>
            </a:lvl9pPr>
          </a:lstStyle>
          <a:p xmlns:a="http://schemas.openxmlformats.org/drawingml/2006/main">
            <a:pPr algn="l">
              <a:defRPr sz="2550" b="1">
                <a:solidFill>
                  <a:srgbClr val="2864DC"/>
                </a:solidFill>
                <a:latin typeface="Noto Sans Bold"/>
                <a:ea typeface="Noto Sans Bold"/>
                <a:cs typeface="Noto Sans Bold"/>
              </a:defRPr>
            </a:pPr>
            <a:r>
              <a:rPr sz="2550" b="1">
                <a:solidFill>
                  <a:srgbClr val="2864DC"/>
                </a:solidFill>
                <a:latin typeface="Noto Sans Bold"/>
                <a:ea typeface="Noto Sans Bold"/>
                <a:cs typeface="Noto Sans Bold"/>
              </a:rPr>
              <a:t>06</a:t>
            </a:r>
          </a:p>
        </p:txBody>
      </p:sp>
      <p:graphicFrame>
        <p:nvGraphicFramePr>
          <p:cNvPr id="6" name="">
            <a:extLst xmlns:a="http://schemas.openxmlformats.org/drawingml/2006/main">
              <a:ext uri="{FF2B5EF4-FFF2-40B4-BE49-F238E27FC236}">
                <a16:creationId xmlns:a16="http://schemas.microsoft.com/office/drawing/2014/main" id="{6FCA0E7E-43AD-4040-8E9A-10EC37EB2312}"/>
              </a:ext>
            </a:extLst>
          </p:cNvPr>
          <p:cNvGraphicFramePr/>
          <p:nvPr/>
        </p:nvGraphicFramePr>
        <p:xfrm>
          <a:off xmlns:a="http://schemas.openxmlformats.org/drawingml/2006/main" x="914400" y="2762250"/>
          <a:ext xmlns:a="http://schemas.openxmlformats.org/drawingml/2006/main" cx="16459200" cy="6286500"/>
        </p:xfrm>
        <a:graphic xmlns:a="http://schemas.openxmlformats.org/drawingml/2006/main">
          <a:graphicData uri="http://schemas.openxmlformats.org/drawingml/2006/table">
            <a:tbl>
              <a:tblPr firstRow="0" bandRow="0"/>
              <a:tblGrid>
                <a:gridCol w="5429250"/>
                <a:gridCol w="11029950"/>
              </a:tblGrid>
              <a:tr h="857250">
                <a:tc>
                  <a:txBody>
                    <a:bodyPr/>
                    <a:lstStyle/>
                    <a:p>
                      <a:r>
                        <a:rPr sz="2700" b="1">
                          <a:solidFill>
                            <a:srgbClr val="2864DC"/>
                          </a:solidFill>
                          <a:latin typeface="Noto Sans Bold"/>
                          <a:ea typeface="Noto Sans Bold"/>
                          <a:cs typeface="Noto Sans Bold"/>
                        </a:rPr>
                        <a:t>적용 기술</a:t>
                      </a:r>
                    </a:p>
                  </a:txBody>
                  <a:tcPr marL="228600" marR="190500" marT="114300" marB="114300" anchor="ctr">
                    <a:lnL w="14288">
                      <a:solidFill>
                        <a:srgbClr val="D2DBE6"/>
                      </a:solidFill>
                      <a:prstDash val="solid"/>
                    </a:lnL>
                    <a:lnR w="14288">
                      <a:solidFill>
                        <a:srgbClr val="D2DBE6"/>
                      </a:solidFill>
                      <a:prstDash val="solid"/>
                    </a:lnR>
                    <a:lnT w="14288">
                      <a:solidFill>
                        <a:srgbClr val="D2DBE6"/>
                      </a:solidFill>
                      <a:prstDash val="solid"/>
                    </a:lnT>
                    <a:lnB w="14288">
                      <a:solidFill>
                        <a:srgbClr val="D2DBE6"/>
                      </a:solidFill>
                      <a:prstDash val="solid"/>
                    </a:lnB>
                    <a:solidFill>
                      <a:srgbClr val="EAF0FC"/>
                    </a:solidFill>
                  </a:tcPr>
                </a:tc>
                <a:tc>
                  <a:txBody>
                    <a:bodyPr/>
                    <a:lstStyle/>
                    <a:p>
                      <a:r>
                        <a:rPr sz="2700" b="1">
                          <a:solidFill>
                            <a:srgbClr val="2864DC"/>
                          </a:solidFill>
                          <a:latin typeface="Noto Sans Bold"/>
                          <a:ea typeface="Noto Sans Bold"/>
                          <a:cs typeface="Noto Sans Bold"/>
                        </a:rPr>
                        <a:t>역할</a:t>
                      </a:r>
                    </a:p>
                  </a:txBody>
                  <a:tcPr marL="228600" marR="190500" marT="114300" marB="114300" anchor="ctr">
                    <a:lnR w="14288">
                      <a:solidFill>
                        <a:srgbClr val="D2DBE6"/>
                      </a:solidFill>
                      <a:prstDash val="solid"/>
                    </a:lnR>
                    <a:lnT w="14288">
                      <a:solidFill>
                        <a:srgbClr val="D2DBE6"/>
                      </a:solidFill>
                      <a:prstDash val="solid"/>
                    </a:lnT>
                    <a:lnB w="14288">
                      <a:solidFill>
                        <a:srgbClr val="D2DBE6"/>
                      </a:solidFill>
                      <a:prstDash val="solid"/>
                    </a:lnB>
                    <a:solidFill>
                      <a:srgbClr val="EAF0FC"/>
                    </a:solidFill>
                  </a:tcPr>
                </a:tc>
              </a:tr>
              <a:tr h="1085850">
                <a:tc>
                  <a:txBody>
                    <a:bodyPr/>
                    <a:lstStyle/>
                    <a:p>
                      <a:r>
                        <a:rPr sz="2700">
                          <a:solidFill>
                            <a:srgbClr val="142338"/>
                          </a:solidFill>
                          <a:latin typeface="Noto Sans Kr"/>
                          <a:ea typeface="Noto Sans Kr"/>
                          <a:cs typeface="Noto Sans Kr"/>
                        </a:rPr>
                        <a:t>Multi-Agent / LangGraph</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700">
                          <a:solidFill>
                            <a:srgbClr val="142338"/>
                          </a:solidFill>
                          <a:latin typeface="Noto Sans Kr"/>
                          <a:ea typeface="Noto Sans Kr"/>
                          <a:cs typeface="Noto Sans Kr"/>
                        </a:rPr>
                        <a:t>Supervisor · 전문 조회 · 병렬·조건부 실행</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085850">
                <a:tc>
                  <a:txBody>
                    <a:bodyPr/>
                    <a:lstStyle/>
                    <a:p>
                      <a:r>
                        <a:rPr sz="2700">
                          <a:solidFill>
                            <a:srgbClr val="142338"/>
                          </a:solidFill>
                          <a:latin typeface="Noto Sans Kr"/>
                          <a:ea typeface="Noto Sans Kr"/>
                          <a:cs typeface="Noto Sans Kr"/>
                        </a:rPr>
                        <a:t>MCP</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700">
                          <a:solidFill>
                            <a:srgbClr val="142338"/>
                          </a:solidFill>
                          <a:latin typeface="Noto Sans Kr"/>
                          <a:ea typeface="Noto Sans Kr"/>
                          <a:cs typeface="Noto Sans Kr"/>
                        </a:rPr>
                        <a:t>Tool 조회 / Resource 원문 / Prompt 절차</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085850">
                <a:tc>
                  <a:txBody>
                    <a:bodyPr/>
                    <a:lstStyle/>
                    <a:p>
                      <a:r>
                        <a:rPr sz="2700">
                          <a:solidFill>
                            <a:srgbClr val="142338"/>
                          </a:solidFill>
                          <a:latin typeface="Noto Sans Kr"/>
                          <a:ea typeface="Noto Sans Kr"/>
                          <a:cs typeface="Noto Sans Kr"/>
                        </a:rPr>
                        <a:t>RAG</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700">
                          <a:solidFill>
                            <a:srgbClr val="142338"/>
                          </a:solidFill>
                          <a:latin typeface="Noto Sans Kr"/>
                          <a:ea typeface="Noto Sans Kr"/>
                          <a:cs typeface="Noto Sans Kr"/>
                        </a:rPr>
                        <a:t>FastEmbed · SQLite 벡터 · NumPy 코사인 검색</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085850">
                <a:tc>
                  <a:txBody>
                    <a:bodyPr/>
                    <a:lstStyle/>
                    <a:p>
                      <a:r>
                        <a:rPr sz="2700">
                          <a:solidFill>
                            <a:srgbClr val="142338"/>
                          </a:solidFill>
                          <a:latin typeface="Noto Sans Kr"/>
                          <a:ea typeface="Noto Sans Kr"/>
                          <a:cs typeface="Noto Sans Kr"/>
                        </a:rPr>
                        <a:t>LCEL · 사실 검증</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700">
                          <a:solidFill>
                            <a:srgbClr val="142338"/>
                          </a:solidFill>
                          <a:latin typeface="Noto Sans Kr"/>
                          <a:ea typeface="Noto Sans Kr"/>
                          <a:cs typeface="Noto Sans Kr"/>
                        </a:rPr>
                        <a:t>대상·수치·출처·조치 검사, 작성 최대 3회</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r h="1085850">
                <a:tc>
                  <a:txBody>
                    <a:bodyPr/>
                    <a:lstStyle/>
                    <a:p>
                      <a:r>
                        <a:rPr sz="2700">
                          <a:solidFill>
                            <a:srgbClr val="142338"/>
                          </a:solidFill>
                          <a:latin typeface="Noto Sans Kr"/>
                          <a:ea typeface="Noto Sans Kr"/>
                          <a:cs typeface="Noto Sans Kr"/>
                        </a:rPr>
                        <a:t>Judge · LangSmith</a:t>
                      </a:r>
                    </a:p>
                  </a:txBody>
                  <a:tcPr marL="228600" marR="190500" marT="114300" marB="114300" anchor="ctr">
                    <a:lnL w="14288">
                      <a:solidFill>
                        <a:srgbClr val="D2DBE6"/>
                      </a:solidFill>
                      <a:prstDash val="solid"/>
                    </a:lnL>
                    <a:lnR w="14288">
                      <a:solidFill>
                        <a:srgbClr val="D2DBE6"/>
                      </a:solidFill>
                      <a:prstDash val="solid"/>
                    </a:lnR>
                    <a:lnB w="14288">
                      <a:solidFill>
                        <a:srgbClr val="D2DBE6"/>
                      </a:solidFill>
                      <a:prstDash val="solid"/>
                    </a:lnB>
                    <a:solidFill>
                      <a:srgbClr val="F7F8FA"/>
                    </a:solidFill>
                  </a:tcPr>
                </a:tc>
                <a:tc>
                  <a:txBody>
                    <a:bodyPr/>
                    <a:lstStyle/>
                    <a:p>
                      <a:r>
                        <a:rPr sz="2700">
                          <a:solidFill>
                            <a:srgbClr val="142338"/>
                          </a:solidFill>
                          <a:latin typeface="Noto Sans Kr"/>
                          <a:ea typeface="Noto Sans Kr"/>
                          <a:cs typeface="Noto Sans Kr"/>
                        </a:rPr>
                        <a:t>별도 품질 평가 · 원격 실행과 점수 재조회</a:t>
                      </a:r>
                    </a:p>
                  </a:txBody>
                  <a:tcPr marL="228600" marR="190500" marT="114300" marB="114300" anchor="ctr">
                    <a:lnR w="14288">
                      <a:solidFill>
                        <a:srgbClr val="D2DBE6"/>
                      </a:solidFill>
                      <a:prstDash val="solid"/>
                    </a:lnR>
                    <a:lnB w="14288">
                      <a:solidFill>
                        <a:srgbClr val="D2DBE6"/>
                      </a:solidFill>
                      <a:prstDash val="solid"/>
                    </a:lnB>
                    <a:solidFill>
                      <a:srgbClr val="F7F8FA"/>
                    </a:solidFill>
                  </a:tcPr>
                </a:tc>
              </a:tr>
            </a:tbl>
          </a:graphicData>
        </a:graphic>
      </p:graphicFrame>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ECAF8407-EB97-4A02-9BBF-FE9194765DE6}"/>
              </a:ext>
            </a:extLst>
          </p:cNvPr>
          <p:cNvSpPr>
            <a:spLocks xmlns:a="http://schemas.openxmlformats.org/drawingml/2006/main" noGrp="1"/>
          </p:cNvSpPr>
          <p:nvPr/>
        </p:nvSpPr>
        <p:spPr>
          <a:xfrm xmlns:a="http://schemas.openxmlformats.org/drawingml/2006/main" rot="0">
            <a:off x="914400" y="514350"/>
            <a:ext cx="1645920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610"/>
              </a:lnSpc>
              <a:buNone/>
            </a:pPr>
            <a:r>
              <a:rPr sz="2175" b="1">
                <a:solidFill>
                  <a:srgbClr val="2864DC"/>
                </a:solidFill>
                <a:latin typeface="Noto Sans Bold"/>
                <a:ea typeface="Noto Sans Bold"/>
                <a:cs typeface="Noto Sans Bold"/>
              </a:rPr>
              <a:t>4) 구현 결과</a:t>
            </a:r>
          </a:p>
        </p:txBody>
      </p:sp>
      <p:sp>
        <p:nvSpPr>
          <p:cNvPr id="3" name="TextBox 3">
            <a:extLst xmlns:a="http://schemas.openxmlformats.org/drawingml/2006/main">
              <a:ext uri="{FF2B5EF4-FFF2-40B4-BE49-F238E27FC236}">
                <a16:creationId xmlns:a16="http://schemas.microsoft.com/office/drawing/2014/main" id="{73960B6C-26CA-4B5D-89FD-DAF1EBC431DF}"/>
              </a:ext>
            </a:extLst>
          </p:cNvPr>
          <p:cNvSpPr>
            <a:spLocks xmlns:a="http://schemas.openxmlformats.org/drawingml/2006/main" noGrp="1"/>
          </p:cNvSpPr>
          <p:nvPr/>
        </p:nvSpPr>
        <p:spPr>
          <a:xfrm xmlns:a="http://schemas.openxmlformats.org/drawingml/2006/main" rot="0">
            <a:off x="914400" y="1323975"/>
            <a:ext cx="16459200" cy="10001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6480"/>
              </a:lnSpc>
              <a:buNone/>
            </a:pPr>
            <a:r>
              <a:rPr sz="5400" b="1">
                <a:solidFill>
                  <a:srgbClr val="142338"/>
                </a:solidFill>
                <a:latin typeface="Noto Sans Bold"/>
                <a:ea typeface="Noto Sans Bold"/>
                <a:cs typeface="Noto Sans Bold"/>
              </a:rPr>
              <a:t>실행 화면과 실제 검증 결과</a:t>
            </a:r>
          </a:p>
        </p:txBody>
      </p:sp>
      <p:sp>
        <p:nvSpPr>
          <p:cNvPr id="4" name="AutoShape 4">
            <a:extLst xmlns:a="http://schemas.openxmlformats.org/drawingml/2006/main">
              <a:ext uri="{FF2B5EF4-FFF2-40B4-BE49-F238E27FC236}">
                <a16:creationId xmlns:a16="http://schemas.microsoft.com/office/drawing/2014/main" id="{B8A6D219-B2E7-4EBA-AEFD-DF7FF87C8C44}"/>
              </a:ext>
            </a:extLst>
          </p:cNvPr>
          <p:cNvSpPr>
            <a:spLocks xmlns:a="http://schemas.openxmlformats.org/drawingml/2006/main" noGrp="1"/>
          </p:cNvSpPr>
          <p:nvPr/>
        </p:nvSpPr>
        <p:spPr>
          <a:xfrm xmlns:a="http://schemas.openxmlformats.org/drawingml/2006/main" rot="3960">
            <a:off x="904865" y="9420225"/>
            <a:ext cx="16478260" cy="0"/>
          </a:xfrm>
          <a:prstGeom xmlns:a="http://schemas.openxmlformats.org/drawingml/2006/main" prst="line">
            <a:avLst/>
          </a:prstGeom>
          <a:ln xmlns:a="http://schemas.openxmlformats.org/drawingml/2006/main" w="19050" cap="rnd">
            <a:solidFill>
              <a:srgbClr val="D2DBE6"/>
            </a:solidFill>
            <a:prstDash val="solid"/>
            <a:headEnd type="none" w="sm" len="sm"/>
            <a:tailEnd type="none" w="sm" len="sm"/>
          </a:ln>
        </p:spPr>
      </p:sp>
      <p:sp>
        <p:nvSpPr>
          <p:cNvPr id="5" name="TextBox 5">
            <a:extLst xmlns:a="http://schemas.openxmlformats.org/drawingml/2006/main">
              <a:ext uri="{FF2B5EF4-FFF2-40B4-BE49-F238E27FC236}">
                <a16:creationId xmlns:a16="http://schemas.microsoft.com/office/drawing/2014/main" id="{49CC179D-ED62-41F3-9B8C-2CF3936E9DDE}"/>
              </a:ext>
            </a:extLst>
          </p:cNvPr>
          <p:cNvSpPr>
            <a:spLocks xmlns:a="http://schemas.openxmlformats.org/drawingml/2006/main" noGrp="1"/>
          </p:cNvSpPr>
          <p:nvPr/>
        </p:nvSpPr>
        <p:spPr>
          <a:xfrm xmlns:a="http://schemas.openxmlformats.org/drawingml/2006/main" rot="0">
            <a:off x="914400" y="9629775"/>
            <a:ext cx="15144750" cy="4095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30"/>
              </a:lnSpc>
              <a:buNone/>
            </a:pPr>
            <a:r>
              <a:rPr sz="2025">
                <a:solidFill>
                  <a:srgbClr val="526176"/>
                </a:solidFill>
                <a:latin typeface="Noto Sans Kr"/>
                <a:ea typeface="Noto Sans Kr"/>
                <a:cs typeface="Noto Sans Kr"/>
              </a:rPr>
              <a:t>2026-10-21 보존 기록 / 실제 Ollama 실행·교육용 합성 관측 / 전체 비용 절감률 미측정</a:t>
            </a:r>
          </a:p>
        </p:txBody>
      </p:sp>
      <p:sp>
        <p:nvSpPr>
          <p:cNvPr id="6" name="TextBox 6">
            <a:extLst xmlns:a="http://schemas.openxmlformats.org/drawingml/2006/main">
              <a:ext uri="{FF2B5EF4-FFF2-40B4-BE49-F238E27FC236}">
                <a16:creationId xmlns:a16="http://schemas.microsoft.com/office/drawing/2014/main" id="{053A4289-32B5-4730-B721-ED352C5A8A63}"/>
              </a:ext>
            </a:extLst>
          </p:cNvPr>
          <p:cNvSpPr>
            <a:spLocks xmlns:a="http://schemas.openxmlformats.org/drawingml/2006/main" noGrp="1"/>
          </p:cNvSpPr>
          <p:nvPr/>
        </p:nvSpPr>
        <p:spPr>
          <a:xfrm xmlns:a="http://schemas.openxmlformats.org/drawingml/2006/main" rot="0">
            <a:off x="16611600" y="9601200"/>
            <a:ext cx="762000" cy="38862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60"/>
              </a:lnSpc>
              <a:buNone/>
            </a:pPr>
            <a:r>
              <a:rPr sz="2550" b="1">
                <a:solidFill>
                  <a:srgbClr val="2864DC"/>
                </a:solidFill>
                <a:latin typeface="Noto Sans Bold"/>
                <a:ea typeface="Noto Sans Bold"/>
                <a:cs typeface="Noto Sans Bold"/>
              </a:rPr>
              <a:t>07</a:t>
            </a:r>
          </a:p>
        </p:txBody>
      </p:sp>
      <p:sp>
        <p:nvSpPr>
          <p:cNvPr id="7" name="TextBox 7">
            <a:extLst xmlns:a="http://schemas.openxmlformats.org/drawingml/2006/main">
              <a:ext uri="{FF2B5EF4-FFF2-40B4-BE49-F238E27FC236}">
                <a16:creationId xmlns:a16="http://schemas.microsoft.com/office/drawing/2014/main" id="{337A64D3-F1D8-48EF-B837-3530641CF4C7}"/>
              </a:ext>
            </a:extLst>
          </p:cNvPr>
          <p:cNvSpPr>
            <a:spLocks xmlns:a="http://schemas.openxmlformats.org/drawingml/2006/main" noGrp="1"/>
          </p:cNvSpPr>
          <p:nvPr/>
        </p:nvSpPr>
        <p:spPr>
          <a:xfrm xmlns:a="http://schemas.openxmlformats.org/drawingml/2006/main" rot="0">
            <a:off x="914400" y="2657475"/>
            <a:ext cx="9848850" cy="6000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90"/>
              </a:lnSpc>
              <a:buNone/>
            </a:pPr>
            <a:r>
              <a:rPr sz="3075" b="1">
                <a:solidFill>
                  <a:srgbClr val="2864DC"/>
                </a:solidFill>
                <a:latin typeface="Noto Sans Bold"/>
                <a:ea typeface="Noto Sans Bold"/>
                <a:cs typeface="Noto Sans Bold"/>
              </a:rPr>
              <a:t>CPU 91%에서 추가 관측으로 판단 변경</a:t>
            </a:r>
          </a:p>
        </p:txBody>
      </p:sp>
      <p:sp>
        <p:nvSpPr>
          <p:cNvPr id="9" name="Freeform 9">
            <a:extLst xmlns:a="http://schemas.openxmlformats.org/drawingml/2006/main">
              <a:ext uri="{FF2B5EF4-FFF2-40B4-BE49-F238E27FC236}">
                <a16:creationId xmlns:a16="http://schemas.microsoft.com/office/drawing/2014/main" id="{F3987F0B-5C5F-411F-9E49-B1D7B53E2F5E}"/>
              </a:ext>
            </a:extLst>
          </p:cNvPr>
          <p:cNvSpPr>
            <a:spLocks xmlns:a="http://schemas.openxmlformats.org/drawingml/2006/main" noGrp="1"/>
          </p:cNvSpPr>
          <p:nvPr/>
        </p:nvSpPr>
        <p:spPr>
          <a:xfrm xmlns:a="http://schemas.openxmlformats.org/drawingml/2006/main" rot="0" flipH="0" flipV="0">
            <a:off x="914400" y="3571875"/>
            <a:ext cx="9848850" cy="4857750"/>
          </a:xfrm>
          <a:custGeom xmlns:a="http://schemas.openxmlformats.org/drawingml/2006/main">
            <a:rect l="l" t="t" r="r" b="b"/>
            <a:pathLst>
              <a:path w="13131800" h="6477000">
                <a:moveTo>
                  <a:pt x="0" y="0"/>
                </a:moveTo>
                <a:lnTo>
                  <a:pt x="13131800" y="0"/>
                </a:lnTo>
                <a:lnTo>
                  <a:pt x="13131800" y="6477000"/>
                </a:lnTo>
                <a:lnTo>
                  <a:pt x="0" y="6477000"/>
                </a:lnTo>
                <a:lnTo>
                  <a:pt x="0" y="0"/>
                </a:lnTo>
                <a:close/>
              </a:path>
            </a:pathLst>
          </a:custGeom>
          <a:blipFill xmlns:a="http://schemas.openxmlformats.org/drawingml/2006/main">
            <a:blip xmlns:r="http://schemas.openxmlformats.org/officeDocument/2006/relationships" r:embed="R5b6fbb58deb34d5e"/>
            <a:stretch>
              <a:fillRect l="-33333" t="-82031" r="-42105" b="-18045"/>
            </a:stretch>
          </a:blipFill>
        </p:spPr>
      </p:sp>
      <p:sp>
        <p:nvSpPr>
          <p:cNvPr id="10" name="TextBox 10">
            <a:extLst xmlns:a="http://schemas.openxmlformats.org/drawingml/2006/main">
              <a:ext uri="{FF2B5EF4-FFF2-40B4-BE49-F238E27FC236}">
                <a16:creationId xmlns:a16="http://schemas.microsoft.com/office/drawing/2014/main" id="{0644F820-31C1-49DC-9FF0-3F6F8C530095}"/>
              </a:ext>
            </a:extLst>
          </p:cNvPr>
          <p:cNvSpPr>
            <a:spLocks xmlns:a="http://schemas.openxmlformats.org/drawingml/2006/main" noGrp="1"/>
          </p:cNvSpPr>
          <p:nvPr/>
        </p:nvSpPr>
        <p:spPr>
          <a:xfrm xmlns:a="http://schemas.openxmlformats.org/drawingml/2006/main" rot="0">
            <a:off x="914400" y="8677275"/>
            <a:ext cx="9848850" cy="4762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700"/>
              </a:lnSpc>
              <a:buNone/>
            </a:pPr>
            <a:r>
              <a:rPr sz="2250">
                <a:solidFill>
                  <a:srgbClr val="526176"/>
                </a:solidFill>
                <a:latin typeface="Noto Sans Kr"/>
                <a:ea typeface="Noto Sans Kr"/>
                <a:cs typeface="Noto Sans Kr"/>
              </a:rPr>
              <a:t>배치 기여 5% 반증 / 요청 처리 88%·요청량 3.2배 지지</a:t>
            </a:r>
          </a:p>
        </p:txBody>
      </p:sp>
      <p:graphicFrame>
        <p:nvGraphicFramePr>
          <p:cNvPr id="11" name="Table 11">
            <a:extLst xmlns:a="http://schemas.openxmlformats.org/drawingml/2006/main">
              <a:ext uri="{FF2B5EF4-FFF2-40B4-BE49-F238E27FC236}">
                <a16:creationId xmlns:a16="http://schemas.microsoft.com/office/drawing/2014/main" id="{6AC8C6FA-6142-4F0D-A48D-A912FA3978DB}"/>
              </a:ext>
            </a:extLst>
          </p:cNvPr>
          <p:cNvGraphicFramePr/>
          <p:nvPr/>
        </p:nvGraphicFramePr>
        <p:xfrm>
          <a:off xmlns:a="http://schemas.openxmlformats.org/drawingml/2006/main" x="11239500" y="2647950"/>
          <a:ext xmlns:a="http://schemas.openxmlformats.org/drawingml/2006/main" cx="6121400" cy="5524500"/>
        </p:xfrm>
        <a:graphic xmlns:a="http://schemas.openxmlformats.org/drawingml/2006/main">
          <a:graphicData uri="http://schemas.openxmlformats.org/drawingml/2006/table">
            <a:tbl>
              <a:tblPr/>
              <a:tblGrid>
                <a:gridCol w="3067780"/>
                <a:gridCol w="3053620"/>
              </a:tblGrid>
              <a:tr h="752708">
                <a:tc>
                  <a:txBody>
                    <a:bodyPr anchor="t"/>
                    <a:lstStyle/>
                    <a:p>
                      <a:pPr algn="l">
                        <a:lnSpc>
                          <a:spcPts val="2879"/>
                        </a:lnSpc>
                        <a:buNone/>
                      </a:pPr>
                      <a:r>
                        <a:rPr sz="2400" b="1">
                          <a:solidFill>
                            <a:srgbClr val="2864DC"/>
                          </a:solidFill>
                          <a:latin typeface="Noto Sans Bold"/>
                          <a:ea typeface="Noto Sans Bold"/>
                          <a:cs typeface="Noto Sans Bold"/>
                        </a:rPr>
                        <a:t>검증 항목</a:t>
                      </a:r>
                      <a:endParaRPr sz="1100"/>
                    </a:p>
                  </a:txBody>
                  <a:tcPr marL="171450" marR="171450" marT="171450" marB="171450" anchor="ctr">
                    <a:lnL w="14288" cmpd="sng">
                      <a:solidFill>
                        <a:srgbClr val="D2DBE6"/>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c>
                  <a:txBody>
                    <a:bodyPr anchor="t"/>
                    <a:lstStyle/>
                    <a:p>
                      <a:pPr algn="l">
                        <a:lnSpc>
                          <a:spcPts val="2879"/>
                        </a:lnSpc>
                        <a:buNone/>
                      </a:pPr>
                      <a:r>
                        <a:rPr sz="2400" b="1">
                          <a:solidFill>
                            <a:srgbClr val="2864DC"/>
                          </a:solidFill>
                          <a:latin typeface="Noto Sans Bold"/>
                          <a:ea typeface="Noto Sans Bold"/>
                          <a:cs typeface="Noto Sans Bold"/>
                        </a:rPr>
                        <a:t>결과</a:t>
                      </a:r>
                      <a:endParaRPr sz="1100"/>
                    </a:p>
                  </a:txBody>
                  <a:tcPr marL="171450" marR="171450" marT="171450" marB="171450" anchor="ctr">
                    <a:lnL w="4762" cmpd="sng">
                      <a:solidFill>
                        <a:srgbClr val="000000"/>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r>
              <a:tr h="1110475">
                <a:tc>
                  <a:txBody>
                    <a:bodyPr anchor="t"/>
                    <a:lstStyle/>
                    <a:p>
                      <a:pPr algn="l">
                        <a:lnSpc>
                          <a:spcPts val="2879"/>
                        </a:lnSpc>
                        <a:buNone/>
                      </a:pPr>
                      <a:r>
                        <a:rPr sz="2400">
                          <a:solidFill>
                            <a:srgbClr val="142338"/>
                          </a:solidFill>
                          <a:latin typeface="Noto Sans Kr"/>
                          <a:ea typeface="Noto Sans Kr"/>
                          <a:cs typeface="Noto Sans Kr"/>
                        </a:rPr>
                        <a:t>입력 거절 5건</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2879"/>
                        </a:lnSpc>
                        <a:buNone/>
                      </a:pPr>
                      <a:r>
                        <a:rPr sz="2400">
                          <a:solidFill>
                            <a:srgbClr val="142338"/>
                          </a:solidFill>
                          <a:latin typeface="Noto Sans Kr"/>
                          <a:ea typeface="Noto Sans Kr"/>
                          <a:cs typeface="Noto Sans Kr"/>
                        </a:rPr>
                        <a:t>생성 0토큰</a:t>
                      </a:r>
                      <a:endParaRPr sz="1100"/>
                    </a:p>
                    <a:p>
                      <a:pPr algn="l">
                        <a:lnSpc>
                          <a:spcPts val="2879"/>
                        </a:lnSpc>
                        <a:buNone/>
                      </a:pPr>
                      <a:r>
                        <a:rPr sz="2400">
                          <a:solidFill>
                            <a:srgbClr val="142338"/>
                          </a:solidFill>
                          <a:latin typeface="Noto Sans Kr"/>
                          <a:ea typeface="Noto Sans Kr"/>
                          <a:cs typeface="Noto Sans Kr"/>
                        </a:rPr>
                        <a:t>LLM·MCP 0회</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850280">
                <a:tc>
                  <a:txBody>
                    <a:bodyPr anchor="t"/>
                    <a:lstStyle/>
                    <a:p>
                      <a:pPr algn="l">
                        <a:lnSpc>
                          <a:spcPts val="2879"/>
                        </a:lnSpc>
                        <a:buNone/>
                      </a:pPr>
                      <a:r>
                        <a:rPr sz="2400">
                          <a:solidFill>
                            <a:srgbClr val="142338"/>
                          </a:solidFill>
                          <a:latin typeface="Noto Sans Kr"/>
                          <a:ea typeface="Noto Sans Kr"/>
                          <a:cs typeface="Noto Sans Kr"/>
                        </a:rPr>
                        <a:t>자동 테스트</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2879"/>
                        </a:lnSpc>
                        <a:buNone/>
                      </a:pPr>
                      <a:r>
                        <a:rPr sz="2400">
                          <a:solidFill>
                            <a:srgbClr val="142338"/>
                          </a:solidFill>
                          <a:latin typeface="Noto Sans Kr"/>
                          <a:ea typeface="Noto Sans Kr"/>
                          <a:cs typeface="Noto Sans Kr"/>
                        </a:rPr>
                        <a:t>99개 통과</a:t>
                      </a:r>
                      <a:endParaRPr sz="1100"/>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850280">
                <a:tc>
                  <a:txBody>
                    <a:bodyPr anchor="t"/>
                    <a:lstStyle/>
                    <a:p>
                      <a:pPr algn="l">
                        <a:lnSpc>
                          <a:spcPts val="2879"/>
                        </a:lnSpc>
                        <a:buNone/>
                      </a:pPr>
                      <a:r>
                        <a:rPr sz="2400">
                          <a:solidFill>
                            <a:srgbClr val="142338"/>
                          </a:solidFill>
                          <a:latin typeface="Noto Sans Kr"/>
                          <a:ea typeface="Noto Sans Kr"/>
                          <a:cs typeface="Noto Sans Kr"/>
                        </a:rPr>
                        <a:t>가설 조사 기능*</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2879"/>
                        </a:lnSpc>
                        <a:buNone/>
                      </a:pPr>
                      <a:r>
                        <a:rPr sz="2400">
                          <a:solidFill>
                            <a:srgbClr val="142338"/>
                          </a:solidFill>
                          <a:latin typeface="Noto Sans Kr"/>
                          <a:ea typeface="Noto Sans Kr"/>
                          <a:cs typeface="Noto Sans Kr"/>
                        </a:rPr>
                        <a:t>6/6</a:t>
                      </a:r>
                      <a:endParaRPr sz="1100"/>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850280">
                <a:tc>
                  <a:txBody>
                    <a:bodyPr anchor="t"/>
                    <a:lstStyle/>
                    <a:p>
                      <a:pPr algn="l">
                        <a:lnSpc>
                          <a:spcPts val="2879"/>
                        </a:lnSpc>
                        <a:buNone/>
                      </a:pPr>
                      <a:r>
                        <a:rPr sz="2400">
                          <a:solidFill>
                            <a:srgbClr val="142338"/>
                          </a:solidFill>
                          <a:latin typeface="Noto Sans Kr"/>
                          <a:ea typeface="Noto Sans Kr"/>
                          <a:cs typeface="Noto Sans Kr"/>
                        </a:rPr>
                        <a:t>Judge 포함 종합*</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2879"/>
                        </a:lnSpc>
                        <a:buNone/>
                      </a:pPr>
                      <a:r>
                        <a:rPr sz="2400">
                          <a:solidFill>
                            <a:srgbClr val="142338"/>
                          </a:solidFill>
                          <a:latin typeface="Noto Sans Kr"/>
                          <a:ea typeface="Noto Sans Kr"/>
                          <a:cs typeface="Noto Sans Kr"/>
                        </a:rPr>
                        <a:t>5/6</a:t>
                      </a:r>
                      <a:endParaRPr sz="1100"/>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1110475">
                <a:tc>
                  <a:txBody>
                    <a:bodyPr anchor="t"/>
                    <a:lstStyle/>
                    <a:p>
                      <a:pPr algn="l">
                        <a:lnSpc>
                          <a:spcPts val="2879"/>
                        </a:lnSpc>
                        <a:buNone/>
                      </a:pPr>
                      <a:r>
                        <a:rPr sz="2400">
                          <a:solidFill>
                            <a:srgbClr val="142338"/>
                          </a:solidFill>
                          <a:latin typeface="Noto Sans Kr"/>
                          <a:ea typeface="Noto Sans Kr"/>
                          <a:cs typeface="Noto Sans Kr"/>
                        </a:rPr>
                        <a:t>LangSmith 재조회*</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2879"/>
                        </a:lnSpc>
                        <a:buNone/>
                      </a:pPr>
                      <a:r>
                        <a:rPr sz="2400">
                          <a:solidFill>
                            <a:srgbClr val="142338"/>
                          </a:solidFill>
                          <a:latin typeface="Noto Sans Kr"/>
                          <a:ea typeface="Noto Sans Kr"/>
                          <a:cs typeface="Noto Sans Kr"/>
                        </a:rPr>
                        <a:t>실행 6건</a:t>
                      </a:r>
                      <a:endParaRPr sz="1100"/>
                    </a:p>
                    <a:p>
                      <a:pPr algn="l">
                        <a:lnSpc>
                          <a:spcPts val="2879"/>
                        </a:lnSpc>
                        <a:buNone/>
                      </a:pPr>
                      <a:r>
                        <a:rPr sz="2400">
                          <a:solidFill>
                            <a:srgbClr val="142338"/>
                          </a:solidFill>
                          <a:latin typeface="Noto Sans Kr"/>
                          <a:ea typeface="Noto Sans Kr"/>
                          <a:cs typeface="Noto Sans Kr"/>
                        </a:rPr>
                        <a:t>평가 점수 30개</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bl>
          </a:graphicData>
        </a:graphic>
      </p:graphicFrame>
      <p:sp>
        <p:nvSpPr>
          <p:cNvPr id="12" name="TextBox 12">
            <a:extLst xmlns:a="http://schemas.openxmlformats.org/drawingml/2006/main">
              <a:ext uri="{FF2B5EF4-FFF2-40B4-BE49-F238E27FC236}">
                <a16:creationId xmlns:a16="http://schemas.microsoft.com/office/drawing/2014/main" id="{017D28A1-E5D4-4D40-98C7-E2842DD5CDD1}"/>
              </a:ext>
            </a:extLst>
          </p:cNvPr>
          <p:cNvSpPr>
            <a:spLocks xmlns:a="http://schemas.openxmlformats.org/drawingml/2006/main" noGrp="1"/>
          </p:cNvSpPr>
          <p:nvPr/>
        </p:nvSpPr>
        <p:spPr>
          <a:xfrm xmlns:a="http://schemas.openxmlformats.org/drawingml/2006/main" rot="0">
            <a:off x="11239500" y="8610600"/>
            <a:ext cx="6134100" cy="7048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30"/>
              </a:lnSpc>
              <a:buNone/>
            </a:pPr>
            <a:r>
              <a:rPr sz="2025">
                <a:solidFill>
                  <a:srgbClr val="526176"/>
                </a:solidFill>
                <a:latin typeface="Noto Sans Kr"/>
                <a:ea typeface="Noto Sans Kr"/>
                <a:cs typeface="Noto Sans Kr"/>
              </a:rPr>
              <a:t>* 입력 검사 도입 전 실제 모델 평가</a:t>
            </a:r>
          </a:p>
          <a:p xmlns:a="http://schemas.openxmlformats.org/drawingml/2006/main">
            <a:pPr algn="l">
              <a:lnSpc>
                <a:spcPts val="2430"/>
              </a:lnSpc>
              <a:buNone/>
            </a:pPr>
            <a:r>
              <a:rPr sz="2025">
                <a:solidFill>
                  <a:srgbClr val="526176"/>
                </a:solidFill>
                <a:latin typeface="Noto Sans Kr"/>
                <a:ea typeface="Noto Sans Kr"/>
                <a:cs typeface="Noto Sans Kr"/>
              </a:rPr>
              <a:t>Judge의 release 오판 기록 보존</a:t>
            </a:r>
          </a:p>
        </p:txBody>
      </p:sp>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F08F9AE7-8FE8-4610-BCD6-648FB29315A1}"/>
              </a:ext>
            </a:extLst>
          </p:cNvPr>
          <p:cNvSpPr>
            <a:spLocks xmlns:a="http://schemas.openxmlformats.org/drawingml/2006/main" noGrp="1"/>
          </p:cNvSpPr>
          <p:nvPr/>
        </p:nvSpPr>
        <p:spPr>
          <a:xfrm xmlns:a="http://schemas.openxmlformats.org/drawingml/2006/main" rot="0">
            <a:off x="914400" y="514350"/>
            <a:ext cx="16459200" cy="4572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610"/>
              </a:lnSpc>
              <a:buNone/>
            </a:pPr>
            <a:r>
              <a:rPr sz="2175" b="1">
                <a:solidFill>
                  <a:srgbClr val="2864DC"/>
                </a:solidFill>
                <a:latin typeface="Noto Sans Bold"/>
                <a:ea typeface="Noto Sans Bold"/>
                <a:cs typeface="Noto Sans Bold"/>
              </a:rPr>
              <a:t>5) 교훈</a:t>
            </a:r>
          </a:p>
        </p:txBody>
      </p:sp>
      <p:sp>
        <p:nvSpPr>
          <p:cNvPr id="3" name="TextBox 3">
            <a:extLst xmlns:a="http://schemas.openxmlformats.org/drawingml/2006/main">
              <a:ext uri="{FF2B5EF4-FFF2-40B4-BE49-F238E27FC236}">
                <a16:creationId xmlns:a16="http://schemas.microsoft.com/office/drawing/2014/main" id="{7F2D806D-58FD-4E47-AEC5-608729B5D7E2}"/>
              </a:ext>
            </a:extLst>
          </p:cNvPr>
          <p:cNvSpPr>
            <a:spLocks xmlns:a="http://schemas.openxmlformats.org/drawingml/2006/main" noGrp="1"/>
          </p:cNvSpPr>
          <p:nvPr/>
        </p:nvSpPr>
        <p:spPr>
          <a:xfrm xmlns:a="http://schemas.openxmlformats.org/drawingml/2006/main" rot="0">
            <a:off x="914400" y="1323975"/>
            <a:ext cx="16459200" cy="10001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6480"/>
              </a:lnSpc>
              <a:buNone/>
            </a:pPr>
            <a:r>
              <a:rPr sz="5400" b="1">
                <a:solidFill>
                  <a:srgbClr val="142338"/>
                </a:solidFill>
                <a:latin typeface="Noto Sans Bold"/>
                <a:ea typeface="Noto Sans Bold"/>
                <a:cs typeface="Noto Sans Bold"/>
              </a:rPr>
              <a:t>한계와 다음 개선, 배운 점</a:t>
            </a:r>
          </a:p>
        </p:txBody>
      </p:sp>
      <p:sp>
        <p:nvSpPr>
          <p:cNvPr id="4" name="AutoShape 4">
            <a:extLst xmlns:a="http://schemas.openxmlformats.org/drawingml/2006/main">
              <a:ext uri="{FF2B5EF4-FFF2-40B4-BE49-F238E27FC236}">
                <a16:creationId xmlns:a16="http://schemas.microsoft.com/office/drawing/2014/main" id="{EDF30713-6795-4118-90CA-5B7BC0F2A3E6}"/>
              </a:ext>
            </a:extLst>
          </p:cNvPr>
          <p:cNvSpPr>
            <a:spLocks xmlns:a="http://schemas.openxmlformats.org/drawingml/2006/main" noGrp="1"/>
          </p:cNvSpPr>
          <p:nvPr/>
        </p:nvSpPr>
        <p:spPr>
          <a:xfrm xmlns:a="http://schemas.openxmlformats.org/drawingml/2006/main" rot="3960">
            <a:off x="904865" y="9420225"/>
            <a:ext cx="16478260" cy="0"/>
          </a:xfrm>
          <a:prstGeom xmlns:a="http://schemas.openxmlformats.org/drawingml/2006/main" prst="line">
            <a:avLst/>
          </a:prstGeom>
          <a:ln xmlns:a="http://schemas.openxmlformats.org/drawingml/2006/main" w="19050" cap="rnd">
            <a:solidFill>
              <a:srgbClr val="D2DBE6"/>
            </a:solidFill>
            <a:prstDash val="solid"/>
            <a:headEnd type="none" w="sm" len="sm"/>
            <a:tailEnd type="none" w="sm" len="sm"/>
          </a:ln>
        </p:spPr>
      </p:sp>
      <p:sp>
        <p:nvSpPr>
          <p:cNvPr id="5" name="TextBox 5">
            <a:extLst xmlns:a="http://schemas.openxmlformats.org/drawingml/2006/main">
              <a:ext uri="{FF2B5EF4-FFF2-40B4-BE49-F238E27FC236}">
                <a16:creationId xmlns:a16="http://schemas.microsoft.com/office/drawing/2014/main" id="{F70DD562-F03E-4D4E-90C9-2D2AB721C3D8}"/>
              </a:ext>
            </a:extLst>
          </p:cNvPr>
          <p:cNvSpPr>
            <a:spLocks xmlns:a="http://schemas.openxmlformats.org/drawingml/2006/main" noGrp="1"/>
          </p:cNvSpPr>
          <p:nvPr/>
        </p:nvSpPr>
        <p:spPr>
          <a:xfrm xmlns:a="http://schemas.openxmlformats.org/drawingml/2006/main" rot="0">
            <a:off x="914400" y="9629775"/>
            <a:ext cx="15144750" cy="4095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430"/>
              </a:lnSpc>
              <a:buNone/>
            </a:pPr>
            <a:r>
              <a:rPr sz="2025">
                <a:solidFill>
                  <a:srgbClr val="526176"/>
                </a:solidFill>
                <a:latin typeface="Noto Sans Kr"/>
                <a:ea typeface="Noto Sans Kr"/>
                <a:cs typeface="Noto Sans Kr"/>
              </a:rPr>
              <a:t>SKALA 광주 2반 · G066 · 정준용</a:t>
            </a:r>
          </a:p>
        </p:txBody>
      </p:sp>
      <p:sp>
        <p:nvSpPr>
          <p:cNvPr id="6" name="TextBox 6">
            <a:extLst xmlns:a="http://schemas.openxmlformats.org/drawingml/2006/main">
              <a:ext uri="{FF2B5EF4-FFF2-40B4-BE49-F238E27FC236}">
                <a16:creationId xmlns:a16="http://schemas.microsoft.com/office/drawing/2014/main" id="{9AF142F6-155C-4CF8-883A-3D6CBD18B534}"/>
              </a:ext>
            </a:extLst>
          </p:cNvPr>
          <p:cNvSpPr>
            <a:spLocks xmlns:a="http://schemas.openxmlformats.org/drawingml/2006/main" noGrp="1"/>
          </p:cNvSpPr>
          <p:nvPr/>
        </p:nvSpPr>
        <p:spPr>
          <a:xfrm xmlns:a="http://schemas.openxmlformats.org/drawingml/2006/main" rot="0">
            <a:off x="16611600" y="9601200"/>
            <a:ext cx="762000" cy="38862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60"/>
              </a:lnSpc>
              <a:buNone/>
            </a:pPr>
            <a:r>
              <a:rPr sz="2550" b="1">
                <a:solidFill>
                  <a:srgbClr val="2864DC"/>
                </a:solidFill>
                <a:latin typeface="Noto Sans Bold"/>
                <a:ea typeface="Noto Sans Bold"/>
                <a:cs typeface="Noto Sans Bold"/>
              </a:rPr>
              <a:t>08</a:t>
            </a:r>
          </a:p>
        </p:txBody>
      </p:sp>
      <p:graphicFrame>
        <p:nvGraphicFramePr>
          <p:cNvPr id="7" name="Table 7">
            <a:extLst xmlns:a="http://schemas.openxmlformats.org/drawingml/2006/main">
              <a:ext uri="{FF2B5EF4-FFF2-40B4-BE49-F238E27FC236}">
                <a16:creationId xmlns:a16="http://schemas.microsoft.com/office/drawing/2014/main" id="{2DC3ACC8-8A5D-4D41-BC24-9FDA2C84827F}"/>
              </a:ext>
            </a:extLst>
          </p:cNvPr>
          <p:cNvGraphicFramePr/>
          <p:nvPr/>
        </p:nvGraphicFramePr>
        <p:xfrm>
          <a:off xmlns:a="http://schemas.openxmlformats.org/drawingml/2006/main" x="914400" y="2657475"/>
          <a:ext xmlns:a="http://schemas.openxmlformats.org/drawingml/2006/main" cx="16459200" cy="4800600"/>
        </p:xfrm>
        <a:graphic xmlns:a="http://schemas.openxmlformats.org/drawingml/2006/main">
          <a:graphicData uri="http://schemas.openxmlformats.org/drawingml/2006/table">
            <a:tbl>
              <a:tblPr/>
              <a:tblGrid>
                <a:gridCol w="8236725"/>
                <a:gridCol w="8222475"/>
              </a:tblGrid>
              <a:tr h="776706">
                <a:tc>
                  <a:txBody>
                    <a:bodyPr anchor="t"/>
                    <a:lstStyle/>
                    <a:p>
                      <a:pPr algn="l">
                        <a:lnSpc>
                          <a:spcPts val="3240"/>
                        </a:lnSpc>
                        <a:buNone/>
                      </a:pPr>
                      <a:r>
                        <a:rPr sz="2700" b="1">
                          <a:solidFill>
                            <a:srgbClr val="2864DC"/>
                          </a:solidFill>
                          <a:latin typeface="Noto Sans Bold"/>
                          <a:ea typeface="Noto Sans Bold"/>
                          <a:cs typeface="Noto Sans Bold"/>
                        </a:rPr>
                        <a:t>한계 및 트레이드오프</a:t>
                      </a:r>
                      <a:endParaRPr sz="1100"/>
                    </a:p>
                  </a:txBody>
                  <a:tcPr marL="171450" marR="171450" marT="171450" marB="171450" anchor="ctr">
                    <a:lnL w="14288" cmpd="sng">
                      <a:solidFill>
                        <a:srgbClr val="D2DBE6"/>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c>
                  <a:txBody>
                    <a:bodyPr anchor="t"/>
                    <a:lstStyle/>
                    <a:p>
                      <a:pPr algn="l">
                        <a:lnSpc>
                          <a:spcPts val="3240"/>
                        </a:lnSpc>
                        <a:buNone/>
                      </a:pPr>
                      <a:r>
                        <a:rPr sz="2700" b="1">
                          <a:solidFill>
                            <a:srgbClr val="2864DC"/>
                          </a:solidFill>
                          <a:latin typeface="Noto Sans Bold"/>
                          <a:ea typeface="Noto Sans Bold"/>
                          <a:cs typeface="Noto Sans Bold"/>
                        </a:rPr>
                        <a:t>향후 추가 개선</a:t>
                      </a:r>
                      <a:endParaRPr sz="1100"/>
                    </a:p>
                  </a:txBody>
                  <a:tcPr marL="171450" marR="171450" marT="171450" marB="171450" anchor="ctr">
                    <a:lnL w="4762" cmpd="sng">
                      <a:solidFill>
                        <a:srgbClr val="000000"/>
                      </a:solidFill>
                      <a:prstDash val="solid"/>
                    </a:lnL>
                    <a:lnR w="14288" cmpd="sng">
                      <a:solidFill>
                        <a:srgbClr val="D2DBE6"/>
                      </a:solidFill>
                      <a:prstDash val="solid"/>
                    </a:lnR>
                    <a:lnT w="14288" cmpd="sng">
                      <a:solidFill>
                        <a:srgbClr val="D2DBE6"/>
                      </a:solidFill>
                      <a:prstDash val="solid"/>
                    </a:lnT>
                    <a:lnB w="14288" cmpd="sng">
                      <a:solidFill>
                        <a:srgbClr val="D2DBE6"/>
                      </a:solidFill>
                      <a:prstDash val="solid"/>
                    </a:lnB>
                    <a:solidFill>
                      <a:srgbClr val="EAF0FC"/>
                    </a:solidFill>
                  </a:tcPr>
                </a:tc>
              </a:tr>
              <a:tr h="949826">
                <a:tc>
                  <a:txBody>
                    <a:bodyPr anchor="t"/>
                    <a:lstStyle/>
                    <a:p>
                      <a:pPr algn="l">
                        <a:lnSpc>
                          <a:spcPts val="3240"/>
                        </a:lnSpc>
                        <a:buNone/>
                      </a:pPr>
                      <a:r>
                        <a:rPr sz="2700">
                          <a:solidFill>
                            <a:srgbClr val="142338"/>
                          </a:solidFill>
                          <a:latin typeface="Noto Sans Kr"/>
                          <a:ea typeface="Noto Sans Kr"/>
                          <a:cs typeface="Noto Sans Kr"/>
                        </a:rPr>
                        <a:t>입력 규칙의 오탐·미탐</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240"/>
                        </a:lnSpc>
                        <a:buNone/>
                      </a:pPr>
                      <a:r>
                        <a:rPr sz="2700">
                          <a:solidFill>
                            <a:srgbClr val="142338"/>
                          </a:solidFill>
                          <a:latin typeface="Noto Sans Kr"/>
                          <a:ea typeface="Noto Sans Kr"/>
                          <a:cs typeface="Noto Sans Kr"/>
                        </a:rPr>
                        <a:t>사람 라벨로 필터 정확도 측정</a:t>
                      </a:r>
                      <a:endParaRPr sz="1100"/>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1174416">
                <a:tc>
                  <a:txBody>
                    <a:bodyPr anchor="t"/>
                    <a:lstStyle/>
                    <a:p>
                      <a:pPr algn="l">
                        <a:lnSpc>
                          <a:spcPts val="3240"/>
                        </a:lnSpc>
                        <a:buNone/>
                      </a:pPr>
                      <a:r>
                        <a:rPr sz="2700">
                          <a:solidFill>
                            <a:srgbClr val="142338"/>
                          </a:solidFill>
                          <a:latin typeface="Noto Sans Kr"/>
                          <a:ea typeface="Noto Sans Kr"/>
                          <a:cs typeface="Noto Sans Kr"/>
                        </a:rPr>
                        <a:t>최대 4회·CPU 세 가설·합성 관측</a:t>
                      </a:r>
                      <a:endParaRPr sz="1100"/>
                    </a:p>
                    <a:p>
                      <a:pPr algn="l">
                        <a:lnSpc>
                          <a:spcPts val="3240"/>
                        </a:lnSpc>
                        <a:buNone/>
                      </a:pPr>
                      <a:r>
                        <a:rPr sz="2700">
                          <a:solidFill>
                            <a:srgbClr val="142338"/>
                          </a:solidFill>
                          <a:latin typeface="Noto Sans Kr"/>
                          <a:ea typeface="Noto Sans Kr"/>
                          <a:cs typeface="Noto Sans Kr"/>
                        </a:rPr>
                        <a:t>교차 지지도 인과 확정과 구분</a:t>
                      </a:r>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240"/>
                        </a:lnSpc>
                        <a:buNone/>
                      </a:pPr>
                      <a:r>
                        <a:rPr sz="2700">
                          <a:solidFill>
                            <a:srgbClr val="142338"/>
                          </a:solidFill>
                          <a:latin typeface="Noto Sans Kr"/>
                          <a:ea typeface="Noto Sans Kr"/>
                          <a:cs typeface="Noto Sans Kr"/>
                        </a:rPr>
                        <a:t>실제 모니터링 연결</a:t>
                      </a:r>
                      <a:endParaRPr sz="1100"/>
                    </a:p>
                    <a:p>
                      <a:pPr algn="l">
                        <a:lnSpc>
                          <a:spcPts val="3240"/>
                        </a:lnSpc>
                        <a:buNone/>
                      </a:pPr>
                      <a:r>
                        <a:rPr sz="2700">
                          <a:solidFill>
                            <a:srgbClr val="142338"/>
                          </a:solidFill>
                          <a:latin typeface="Noto Sans Kr"/>
                          <a:ea typeface="Noto Sans Kr"/>
                          <a:cs typeface="Noto Sans Kr"/>
                        </a:rPr>
                        <a:t>메모리·네트워크 조사로 확장</a:t>
                      </a:r>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949826">
                <a:tc>
                  <a:txBody>
                    <a:bodyPr anchor="t"/>
                    <a:lstStyle/>
                    <a:p>
                      <a:pPr algn="l">
                        <a:lnSpc>
                          <a:spcPts val="3240"/>
                        </a:lnSpc>
                        <a:buNone/>
                      </a:pPr>
                      <a:r>
                        <a:rPr sz="2700">
                          <a:solidFill>
                            <a:srgbClr val="142338"/>
                          </a:solidFill>
                          <a:latin typeface="Noto Sans Kr"/>
                          <a:ea typeface="Noto Sans Kr"/>
                          <a:cs typeface="Noto Sans Kr"/>
                        </a:rPr>
                        <a:t>Judge 오류와 같은 모델 계열의 편향</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240"/>
                        </a:lnSpc>
                        <a:buNone/>
                      </a:pPr>
                      <a:r>
                        <a:rPr sz="2700">
                          <a:solidFill>
                            <a:srgbClr val="142338"/>
                          </a:solidFill>
                          <a:latin typeface="Noto Sans Kr"/>
                          <a:ea typeface="Noto Sans Kr"/>
                          <a:cs typeface="Noto Sans Kr"/>
                        </a:rPr>
                        <a:t>다른 계열 Judge와 사람 평가 비교</a:t>
                      </a:r>
                      <a:endParaRPr sz="1100"/>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r h="949826">
                <a:tc>
                  <a:txBody>
                    <a:bodyPr anchor="t"/>
                    <a:lstStyle/>
                    <a:p>
                      <a:pPr algn="l">
                        <a:lnSpc>
                          <a:spcPts val="3240"/>
                        </a:lnSpc>
                        <a:buNone/>
                      </a:pPr>
                      <a:r>
                        <a:rPr sz="2700">
                          <a:solidFill>
                            <a:srgbClr val="142338"/>
                          </a:solidFill>
                          <a:latin typeface="Noto Sans Kr"/>
                          <a:ea typeface="Noto Sans Kr"/>
                          <a:cs typeface="Noto Sans Kr"/>
                        </a:rPr>
                        <a:t>0토큰은 차단한 요청의 생성 사용량</a:t>
                      </a:r>
                      <a:endParaRPr sz="1100"/>
                    </a:p>
                  </a:txBody>
                  <a:tcPr marL="171450" marR="171450" marT="171450" marB="171450" anchor="ctr">
                    <a:lnL w="14288" cmpd="sng">
                      <a:solidFill>
                        <a:srgbClr val="D2DBE6"/>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c>
                  <a:txBody>
                    <a:bodyPr anchor="t"/>
                    <a:lstStyle/>
                    <a:p>
                      <a:pPr algn="l">
                        <a:lnSpc>
                          <a:spcPts val="3240"/>
                        </a:lnSpc>
                        <a:buNone/>
                      </a:pPr>
                      <a:r>
                        <a:rPr sz="2700">
                          <a:solidFill>
                            <a:srgbClr val="142338"/>
                          </a:solidFill>
                          <a:latin typeface="Noto Sans Kr"/>
                          <a:ea typeface="Noto Sans Kr"/>
                          <a:cs typeface="Noto Sans Kr"/>
                        </a:rPr>
                        <a:t>동일 조건의 전체 토큰·지연·비용 계측</a:t>
                      </a:r>
                      <a:endParaRPr sz="1100"/>
                    </a:p>
                  </a:txBody>
                  <a:tcPr marL="171450" marR="171450" marT="171450" marB="171450" anchor="ctr">
                    <a:lnL w="4762" cmpd="sng">
                      <a:solidFill>
                        <a:srgbClr val="000000"/>
                      </a:solidFill>
                      <a:prstDash val="solid"/>
                    </a:lnL>
                    <a:lnR w="14288" cmpd="sng">
                      <a:solidFill>
                        <a:srgbClr val="D2DBE6"/>
                      </a:solidFill>
                      <a:prstDash val="solid"/>
                    </a:lnR>
                    <a:lnT w="4762" cmpd="sng">
                      <a:solidFill>
                        <a:srgbClr val="000000"/>
                      </a:solidFill>
                      <a:prstDash val="solid"/>
                    </a:lnT>
                    <a:lnB w="14288" cmpd="sng">
                      <a:solidFill>
                        <a:srgbClr val="D2DBE6"/>
                      </a:solidFill>
                      <a:prstDash val="solid"/>
                    </a:lnB>
                    <a:solidFill>
                      <a:srgbClr val="F7F8FA"/>
                    </a:solidFill>
                  </a:tcPr>
                </a:tc>
              </a:tr>
            </a:tbl>
          </a:graphicData>
        </a:graphic>
      </p:graphicFrame>
      <p:sp>
        <p:nvSpPr>
          <p:cNvPr id="8" name="TextBox 8">
            <a:extLst xmlns:a="http://schemas.openxmlformats.org/drawingml/2006/main">
              <a:ext uri="{FF2B5EF4-FFF2-40B4-BE49-F238E27FC236}">
                <a16:creationId xmlns:a16="http://schemas.microsoft.com/office/drawing/2014/main" id="{43D5817C-C54E-47FD-85D4-74AA48E03D88}"/>
              </a:ext>
            </a:extLst>
          </p:cNvPr>
          <p:cNvSpPr>
            <a:spLocks xmlns:a="http://schemas.openxmlformats.org/drawingml/2006/main" noGrp="1"/>
          </p:cNvSpPr>
          <p:nvPr/>
        </p:nvSpPr>
        <p:spPr>
          <a:xfrm xmlns:a="http://schemas.openxmlformats.org/drawingml/2006/main" rot="0">
            <a:off x="914400" y="7791450"/>
            <a:ext cx="2381250" cy="59055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69"/>
              </a:lnSpc>
              <a:buNone/>
            </a:pPr>
            <a:r>
              <a:rPr sz="3225" b="1">
                <a:solidFill>
                  <a:srgbClr val="2864DC"/>
                </a:solidFill>
                <a:latin typeface="Noto Sans Bold"/>
                <a:ea typeface="Noto Sans Bold"/>
                <a:cs typeface="Noto Sans Bold"/>
              </a:rPr>
              <a:t>수행 소감</a:t>
            </a:r>
          </a:p>
        </p:txBody>
      </p:sp>
      <p:sp>
        <p:nvSpPr>
          <p:cNvPr id="9" name="TextBox 9">
            <a:extLst xmlns:a="http://schemas.openxmlformats.org/drawingml/2006/main">
              <a:ext uri="{FF2B5EF4-FFF2-40B4-BE49-F238E27FC236}">
                <a16:creationId xmlns:a16="http://schemas.microsoft.com/office/drawing/2014/main" id="{D3D9BA03-F0E0-4CE9-AE19-9FCFE2063B03}"/>
              </a:ext>
            </a:extLst>
          </p:cNvPr>
          <p:cNvSpPr>
            <a:spLocks xmlns:a="http://schemas.openxmlformats.org/drawingml/2006/main" noGrp="1"/>
          </p:cNvSpPr>
          <p:nvPr/>
        </p:nvSpPr>
        <p:spPr>
          <a:xfrm xmlns:a="http://schemas.openxmlformats.org/drawingml/2006/main" rot="0">
            <a:off x="914400" y="8448675"/>
            <a:ext cx="16459200" cy="8477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50"/>
              </a:lnSpc>
              <a:buNone/>
            </a:pPr>
            <a:r>
              <a:rPr sz="2625">
                <a:solidFill>
                  <a:srgbClr val="142338"/>
                </a:solidFill>
                <a:latin typeface="Noto Sans Kr"/>
                <a:ea typeface="Noto Sans Kr"/>
                <a:cs typeface="Noto Sans Kr"/>
              </a:rPr>
              <a:t>판단 조건과 근거를 남겨야 설명의 변화를 검증할 수 있었습니다.</a:t>
            </a:r>
          </a:p>
          <a:p xmlns:a="http://schemas.openxmlformats.org/drawingml/2006/main">
            <a:pPr algn="l">
              <a:lnSpc>
                <a:spcPts val="3150"/>
              </a:lnSpc>
              <a:buNone/>
            </a:pPr>
            <a:r>
              <a:rPr sz="2625">
                <a:solidFill>
                  <a:srgbClr val="142338"/>
                </a:solidFill>
                <a:latin typeface="Noto Sans Kr"/>
                <a:ea typeface="Noto Sans Kr"/>
                <a:cs typeface="Noto Sans Kr"/>
              </a:rPr>
              <a:t>입력 거절과 결론 보류에도 이유를 보여주는 설계를 배웠습니다.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2026-10-22T03:44:59.4320000Z</dcterms:created>
  <dcterms:modified xsi:type="dcterms:W3CDTF">2026-10-22T03:44:59.4330000Z</dcterms:modified>
</coreProperties>
</file>