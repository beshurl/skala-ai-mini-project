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b1242cf2044159" /><Relationship Type="http://schemas.openxmlformats.org/officeDocument/2006/relationships/extended-properties" Target="/docProps/app.xml" Id="R7cd9b6d0fa074207" /><Relationship Type="http://schemas.openxmlformats.org/officeDocument/2006/relationships/officeDocument" Target="/ppt/presentation.xml" Id="Rd44241a75eba45b0" /></Relationships>
</file>

<file path=ppt/presentation.xml><?xml version="1.0" encoding="utf-8"?>
<p:presentation xmlns:p="http://schemas.openxmlformats.org/presentationml/2006/main">
  <p:sldMasterIdLst>
    <p:sldMasterId xmlns:r="http://schemas.openxmlformats.org/officeDocument/2006/relationships" id="2147483648" r:id="R5f9431a2d2d547b5"/>
  </p:sldMasterIdLst>
  <p:notesMasterIdLst>
    <p:notesMasterId xmlns:r="http://schemas.openxmlformats.org/officeDocument/2006/relationships" r:id="R0c6c8e0a880745e1"/>
  </p:notesMasterIdLst>
  <p:sldIdLst>
    <p:sldId xmlns:r="http://schemas.openxmlformats.org/officeDocument/2006/relationships" id="256" r:id="R0ea862bd0de246c1"/>
    <p:sldId xmlns:r="http://schemas.openxmlformats.org/officeDocument/2006/relationships" id="257" r:id="Rd7f157e45cc54589"/>
    <p:sldId xmlns:r="http://schemas.openxmlformats.org/officeDocument/2006/relationships" id="258" r:id="Re3339f766e4943f4"/>
    <p:sldId xmlns:r="http://schemas.openxmlformats.org/officeDocument/2006/relationships" id="259" r:id="R4a95da65ea034471"/>
    <p:sldId xmlns:r="http://schemas.openxmlformats.org/officeDocument/2006/relationships" id="260" r:id="R8b89c7846d9e4026"/>
    <p:sldId xmlns:r="http://schemas.openxmlformats.org/officeDocument/2006/relationships" id="261" r:id="R6787ac5faa854290"/>
    <p:sldId xmlns:r="http://schemas.openxmlformats.org/officeDocument/2006/relationships" id="262" r:id="R59e54f9e73f84d80"/>
    <p:sldId xmlns:r="http://schemas.openxmlformats.org/officeDocument/2006/relationships" id="263" r:id="R102d77d7ec074c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8032f1a4af4139" /><Relationship Type="http://schemas.openxmlformats.org/officeDocument/2006/relationships/slideMaster" Target="/ppt/slideMasters/slideMaster1.xml" Id="R5f9431a2d2d547b5" /><Relationship Type="http://schemas.openxmlformats.org/officeDocument/2006/relationships/notesMaster" Target="/ppt/notesMasters/notesMaster1.xml" Id="R0c6c8e0a880745e1" /><Relationship Type="http://schemas.openxmlformats.org/officeDocument/2006/relationships/presProps" Target="/ppt/presProps.xml" Id="R84411dac22da42b4" /><Relationship Type="http://schemas.openxmlformats.org/officeDocument/2006/relationships/tableStyles" Target="/ppt/tableStyles.xml" Id="R81e156eae1634be6" /><Relationship Type="http://schemas.openxmlformats.org/officeDocument/2006/relationships/slide" Target="/ppt/slides/slide1.xml" Id="R0ea862bd0de246c1" /><Relationship Type="http://schemas.openxmlformats.org/officeDocument/2006/relationships/slide" Target="/ppt/slides/slide2.xml" Id="Rd7f157e45cc54589" /><Relationship Type="http://schemas.openxmlformats.org/officeDocument/2006/relationships/slide" Target="/ppt/slides/slide3.xml" Id="Re3339f766e4943f4" /><Relationship Type="http://schemas.openxmlformats.org/officeDocument/2006/relationships/slide" Target="/ppt/slides/slide4.xml" Id="R4a95da65ea034471" /><Relationship Type="http://schemas.openxmlformats.org/officeDocument/2006/relationships/slide" Target="/ppt/slides/slide5.xml" Id="R8b89c7846d9e4026" /><Relationship Type="http://schemas.openxmlformats.org/officeDocument/2006/relationships/slide" Target="/ppt/slides/slide6.xml" Id="R6787ac5faa854290" /><Relationship Type="http://schemas.openxmlformats.org/officeDocument/2006/relationships/slide" Target="/ppt/slides/slide7.xml" Id="R59e54f9e73f84d80" /><Relationship Type="http://schemas.openxmlformats.org/officeDocument/2006/relationships/slide" Target="/ppt/slides/slide8.xml" Id="R102d77d7ec074c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8e5c69fda54ec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35c7dc403c49da" /><Relationship Type="http://schemas.openxmlformats.org/officeDocument/2006/relationships/notesMaster" Target="/ppt/notesMasters/notesMaster1.xml" Id="Rf77e0b79cbda40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be0a00766143ec" /><Relationship Type="http://schemas.openxmlformats.org/officeDocument/2006/relationships/notesMaster" Target="/ppt/notesMasters/notesMaster1.xml" Id="Rc9fe8def3c8441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a414a8f5cb4d5a" /><Relationship Type="http://schemas.openxmlformats.org/officeDocument/2006/relationships/notesMaster" Target="/ppt/notesMasters/notesMaster1.xml" Id="Re38cd5b4ad0345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865adf65f9c4fef" /><Relationship Type="http://schemas.openxmlformats.org/officeDocument/2006/relationships/notesMaster" Target="/ppt/notesMasters/notesMaster1.xml" Id="R52c3320421364d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d2cc7e7bfd44e5" /><Relationship Type="http://schemas.openxmlformats.org/officeDocument/2006/relationships/notesMaster" Target="/ppt/notesMasters/notesMaster1.xml" Id="Rff45fbf2ca6d436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b8e4f5ef0d4564" /><Relationship Type="http://schemas.openxmlformats.org/officeDocument/2006/relationships/notesMaster" Target="/ppt/notesMasters/notesMaster1.xml" Id="Ra356085007a047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f936237c8643bd" /><Relationship Type="http://schemas.openxmlformats.org/officeDocument/2006/relationships/notesMaster" Target="/ppt/notesMasters/notesMaster1.xml" Id="R115e2442764c48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adc6b812b847fe" /><Relationship Type="http://schemas.openxmlformats.org/officeDocument/2006/relationships/notesMaster" Target="/ppt/notesMasters/notesMaster1.xml" Id="R978f60ab091f4b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가설 기반 운영 진단 에이전트</a:t>
            </a:r>
          </a:p>
          <a:p xmlns:a="http://schemas.openxmlformats.org/drawingml/2006/main">
            <a:r>
              <a:t>SKALA 광주 2반 G066 정준용</a:t>
            </a:r>
          </a:p>
          <a:p xmlns:a="http://schemas.openxmlformats.org/drawingml/2006/main">
            <a:r>
              <a:t>발표 시간 0:00~0:20 (20초)</a:t>
            </a:r>
          </a:p>
          <a:p xmlns:a="http://schemas.openxmlformats.org/drawingml/2006/main">
            <a:r>
              <a:t>README 대응: 1) 표지 및 소속 정보</a:t>
            </a:r>
          </a:p>
          <a:p xmlns:a="http://schemas.openxmlformats.org/drawingml/2006/main">
            <a:r>
              <a:t/>
            </a:r>
          </a:p>
          <a:p xmlns:a="http://schemas.openxmlformats.org/drawingml/2006/main">
            <a:r>
              <a:t>발표 멘트</a:t>
            </a:r>
          </a:p>
          <a:p xmlns:a="http://schemas.openxmlformats.org/drawingml/2006/main">
            <a:r>
              <a:t>안녕하세요. SKALA 광주 2반 G066 정준용입니다. 장애 지표와 로그를 조회하고 추가 관측으로 가설을 비교하는 에이전트를 개선했습니다. 불필요한 호출 차단과 근거 검증을 코드 중심으로 설명하겠습니다.</a:t>
            </a:r>
          </a:p>
          <a:p xmlns:a="http://schemas.openxmlformats.org/drawingml/2006/main">
            <a:r>
              <a:t/>
            </a:r>
          </a:p>
          <a:p xmlns:a="http://schemas.openxmlformats.org/drawingml/2006/main">
            <a:r>
              <a:t>보여줄 동작</a:t>
            </a:r>
          </a:p>
          <a:p xmlns:a="http://schemas.openxmlformats.org/drawingml/2006/main">
            <a:r>
              <a:t>표지의 소속과 이름을 소개한다. 에디터나 브라우저로 전환하지 않는다.</a:t>
            </a:r>
          </a:p>
          <a:p xmlns:a="http://schemas.openxmlformats.org/drawingml/2006/main">
            <a:r>
              <a:t/>
            </a:r>
          </a:p>
          <a:p xmlns:a="http://schemas.openxmlformats.org/drawingml/2006/main">
            <a:r>
              <a:t>실제 코드 위치</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문제 개선과 입력 validation</a:t>
            </a:r>
          </a:p>
          <a:p xmlns:a="http://schemas.openxmlformats.org/drawingml/2006/main">
            <a:r>
              <a:t>SKALA 광주 2반 G066 정준용</a:t>
            </a:r>
          </a:p>
          <a:p xmlns:a="http://schemas.openxmlformats.org/drawingml/2006/main">
            <a:r>
              <a:t>발표 시간 0:20~1:05 (45초)</a:t>
            </a:r>
          </a:p>
          <a:p xmlns:a="http://schemas.openxmlformats.org/drawingml/2006/main">
            <a:r>
              <a:t>README 대응: 2) 문제 개선 및 신규 구현 사항 / 3.6 기타 적용 기술</a:t>
            </a:r>
          </a:p>
          <a:p xmlns:a="http://schemas.openxmlformats.org/drawingml/2006/main">
            <a:r>
              <a:t/>
            </a:r>
          </a:p>
          <a:p xmlns:a="http://schemas.openxmlformats.org/drawingml/2006/main">
            <a:r>
              <a:t>발표 멘트</a:t>
            </a:r>
          </a:p>
          <a:p xmlns:a="http://schemas.openxmlformats.org/drawingml/2006/main">
            <a:r>
              <a:t>기존에는 무의미한 입력도 모델 경로에 진입하고, CPU 경고만으로 원인을 설명할 수 있었습니다. 첫 개선은 server.py 217행의 validate_input입니다. 문자 정규화와 반복 입력, 운영 관련성을 로컬 규칙으로 확인합니다. 실패하면 227행에서 반환하므로 232행의 그래프와 대화 저장에 진입하지 않습니다. 시스템명과 맥락이 있는 짧은 답변은 보존합니다. 입력 검증 자체에는 LLM과 임베딩을 사용하지 않습니다.</a:t>
            </a:r>
          </a:p>
          <a:p xmlns:a="http://schemas.openxmlformats.org/drawingml/2006/main">
            <a:r>
              <a:t/>
            </a:r>
          </a:p>
          <a:p xmlns:a="http://schemas.openxmlformats.org/drawingml/2006/main">
            <a:r>
              <a:t>보여줄 동작</a:t>
            </a:r>
          </a:p>
          <a:p xmlns:a="http://schemas.openxmlformats.org/drawingml/2006/main">
            <a:r>
              <a:t>server.py 217행의 검사, 227행 return, 232행 graph.astream 순서를 짚는다. input_validation.py는 짧은 답변 예외를 질문받았을 때만 연다.</a:t>
            </a:r>
          </a:p>
          <a:p xmlns:a="http://schemas.openxmlformats.org/drawingml/2006/main">
            <a:r>
              <a:t/>
            </a:r>
          </a:p>
          <a:p xmlns:a="http://schemas.openxmlformats.org/drawingml/2006/main">
            <a:r>
              <a:t>실제 코드 위치</a:t>
            </a:r>
          </a:p>
          <a:p xmlns:a="http://schemas.openxmlformats.org/drawingml/2006/main">
            <a:r>
              <a:t>server.py 217~232행: 검사와 조기 반환이 그래프 실행보다 앞에 위치</a:t>
            </a:r>
          </a:p>
          <a:p xmlns:a="http://schemas.openxmlformats.org/drawingml/2006/main">
            <a:r>
              <a:t>/Users/beshu/Downloads/all_total_vue_student/server.py:217</a:t>
            </a:r>
          </a:p>
          <a:p xmlns:a="http://schemas.openxmlformats.org/drawingml/2006/main">
            <a:r>
              <a:t>https://github.com/beshurl/skala-ai-mini-project/blob/main/server.py#L217</a:t>
            </a:r>
          </a:p>
          <a:p xmlns:a="http://schemas.openxmlformats.org/drawingml/2006/main">
            <a:r>
              <a:t>agent/input_validation.py 19~41행: 로컬 거절 규칙과 맥락 있는 답변 허용</a:t>
            </a:r>
          </a:p>
          <a:p xmlns:a="http://schemas.openxmlformats.org/drawingml/2006/main">
            <a:r>
              <a:t>/Users/beshu/Downloads/all_total_vue_student/agent/input_validation.py:19</a:t>
            </a:r>
          </a:p>
          <a:p xmlns:a="http://schemas.openxmlformats.org/drawingml/2006/main">
            <a:r>
              <a:t>https://github.com/beshurl/skala-ai-mini-project/blob/main/agent/input_validation.py#L19</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/Users/beshu/Downloads/all_total_vue_student/artifacts/input_validation_verification.json</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전문 조회와 MCP·RAG</a:t>
            </a:r>
          </a:p>
          <a:p xmlns:a="http://schemas.openxmlformats.org/drawingml/2006/main">
            <a:r>
              <a:t>SKALA 광주 2반 G066 정준용</a:t>
            </a:r>
          </a:p>
          <a:p xmlns:a="http://schemas.openxmlformats.org/drawingml/2006/main">
            <a:r>
              <a:t>발표 시간 1:05~1:50 (45초)</a:t>
            </a:r>
          </a:p>
          <a:p xmlns:a="http://schemas.openxmlformats.org/drawingml/2006/main">
            <a:r>
              <a:t>README 대응: 3.1 Multi-Agent &amp; LangGraph / 3.2 MCP / 3.3 RAG / 3.4 코드 품질</a:t>
            </a:r>
          </a:p>
          <a:p xmlns:a="http://schemas.openxmlformats.org/drawingml/2006/main">
            <a:r>
              <a:t/>
            </a:r>
          </a:p>
          <a:p xmlns:a="http://schemas.openxmlformats.org/drawingml/2006/main">
            <a:r>
              <a:t>발표 멘트</a:t>
            </a:r>
          </a:p>
          <a:p xmlns:a="http://schemas.openxmlformats.org/drawingml/2006/main">
            <a:r>
              <a:t>Supervisor 역할의 그래프는 지표와 로그, 런북 서브그래프를 조정합니다. graph.py 129행의 asyncio.gather로 지표와 로그를 병렬 조회하고, 관측을 포함한 질의로 133행에서 런북을 검색합니다. MCP는 조회 Tool, 런북 Resource, 조사 절차 Prompt를 제공합니다. 매뉴얼 여섯 종은 FastEmbed로 임베딩하고 SQLite에 저장한 벡터를 코사인 유사도로 검색합니다. 관련 문서 세 개까지 원문과 대조해 근거에 넣습니다. 외부 연결은 공통 의존성으로 주입합니다.</a:t>
            </a:r>
          </a:p>
          <a:p xmlns:a="http://schemas.openxmlformats.org/drawingml/2006/main">
            <a:r>
              <a:t/>
            </a:r>
          </a:p>
          <a:p xmlns:a="http://schemas.openxmlformats.org/drawingml/2006/main">
            <a:r>
              <a:t>보여줄 동작</a:t>
            </a:r>
          </a:p>
          <a:p xmlns:a="http://schemas.openxmlformats.org/drawingml/2006/main">
            <a:r>
              <a:t>graph.py 129행의 병렬 조회와 133행의 런북 검색을 보여준다. 슬라이드 오른쪽에서 MCP 인터페이스와 RAG 구성을 설명한다. 다른 파일은 발표 중 추가로 열지 않는다.</a:t>
            </a:r>
          </a:p>
          <a:p xmlns:a="http://schemas.openxmlformats.org/drawingml/2006/main">
            <a:r>
              <a:t/>
            </a:r>
          </a:p>
          <a:p xmlns:a="http://schemas.openxmlformats.org/drawingml/2006/main">
            <a:r>
              <a:t>실제 코드 위치</a:t>
            </a:r>
          </a:p>
          <a:p xmlns:a="http://schemas.openxmlformats.org/drawingml/2006/main">
            <a:r>
              <a:t>agent/graph.py 129~134행: 지표·로그 병렬 조회 후 관측 기반 런북 검색</a:t>
            </a:r>
          </a:p>
          <a:p xmlns:a="http://schemas.openxmlformats.org/drawingml/2006/main">
            <a:r>
              <a:t>/Users/beshu/Downloads/all_total_vue_student/agent/graph.py:129</a:t>
            </a:r>
          </a:p>
          <a:p xmlns:a="http://schemas.openxmlformats.org/drawingml/2006/main">
            <a:r>
              <a:t>https://github.com/beshurl/skala-ai-mini-project/blob/main/agent/graph.py#L129</a:t>
            </a:r>
          </a:p>
          <a:p xmlns:a="http://schemas.openxmlformats.org/drawingml/2006/main">
            <a:r>
              <a:t>mcp_server.py 23~79행: Tool·Resource·Prompt 표준 인터페이스</a:t>
            </a:r>
          </a:p>
          <a:p xmlns:a="http://schemas.openxmlformats.org/drawingml/2006/main">
            <a:r>
              <a:t>/Users/beshu/Downloads/all_total_vue_student/mcp_server.py:23</a:t>
            </a:r>
          </a:p>
          <a:p xmlns:a="http://schemas.openxmlformats.org/drawingml/2006/main">
            <a:r>
              <a:t>https://github.com/beshurl/skala-ai-mini-project/blob/main/mcp_server.py#L23</a:t>
            </a:r>
          </a:p>
          <a:p xmlns:a="http://schemas.openxmlformats.org/drawingml/2006/main">
            <a:r>
              <a:t>agent/retrieval.py 30~60행: SQLite 벡터 인덱스와 코사인 유사도 검색</a:t>
            </a:r>
          </a:p>
          <a:p xmlns:a="http://schemas.openxmlformats.org/drawingml/2006/main">
            <a:r>
              <a:t>/Users/beshu/Downloads/all_total_vue_student/agent/retrieval.py:30</a:t>
            </a:r>
          </a:p>
          <a:p xmlns:a="http://schemas.openxmlformats.org/drawingml/2006/main">
            <a:r>
              <a:t>https://github.com/beshurl/skala-ai-mini-project/blob/main/agent/retrieval.py#L30</a:t>
            </a:r>
          </a:p>
          <a:p xmlns:a="http://schemas.openxmlformats.org/drawingml/2006/main">
            <a:r>
              <a:t>agent/deps.py 1~15행: 모델·도구·검색기·설정 의존성 주입</a:t>
            </a:r>
          </a:p>
          <a:p xmlns:a="http://schemas.openxmlformats.org/drawingml/2006/main">
            <a:r>
              <a:t>/Users/beshu/Downloads/all_total_vue_student/agent/deps.py:1</a:t>
            </a:r>
          </a:p>
          <a:p xmlns:a="http://schemas.openxmlformats.org/drawingml/2006/main">
            <a:r>
              <a:t>https://github.com/beshurl/skala-ai-mini-project/blob/main/agent/deps.py#L1</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/Users/beshu/Downloads/all_total_vue_student/data/runbooks</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가설 조사와 조건부 반복</a:t>
            </a:r>
          </a:p>
          <a:p xmlns:a="http://schemas.openxmlformats.org/drawingml/2006/main">
            <a:r>
              <a:t>SKALA 광주 2반 G066 정준용</a:t>
            </a:r>
          </a:p>
          <a:p xmlns:a="http://schemas.openxmlformats.org/drawingml/2006/main">
            <a:r>
              <a:t>발표 시간 1:50~2:35 (45초)</a:t>
            </a:r>
          </a:p>
          <a:p xmlns:a="http://schemas.openxmlformats.org/drawingml/2006/main">
            <a:r>
              <a:t>README 대응: 2.2 핵심 기능 / 3.1 Multi-Agent &amp; LangGraph / 4.1 아키텍처</a:t>
            </a:r>
          </a:p>
          <a:p xmlns:a="http://schemas.openxmlformats.org/drawingml/2006/main">
            <a:r>
              <a:t/>
            </a:r>
          </a:p>
          <a:p xmlns:a="http://schemas.openxmlformats.org/drawingml/2006/main">
            <a:r>
              <a:t>발표 멘트</a:t>
            </a:r>
          </a:p>
          <a:p xmlns:a="http://schemas.openxmlformats.org/drawingml/2006/main">
            <a:r>
              <a:t>추가 조사는 계획, 관측, 판정 노드를 반복합니다. 화면의 조건부 간선은 판정이 끝났으면 분석으로 이동하고, 조사 중이면 다시 계획하도록 연결합니다. 실제 LLM은 아직 수행하지 않은 허용 질문 하나를 선택합니다. 지지와 반증 조건은 조회 전에 기록하고, 코드는 대상과 수치, 최초 지표와 같은 5분 구간을 검사합니다. 두 종류 관측이 한 가설을 지지하고 경쟁 가설이 반증되면 종료하며 전체 조회는 최대 네 번입니다.</a:t>
            </a:r>
          </a:p>
          <a:p xmlns:a="http://schemas.openxmlformats.org/drawingml/2006/main">
            <a:r>
              <a:t/>
            </a:r>
          </a:p>
          <a:p xmlns:a="http://schemas.openxmlformats.org/drawingml/2006/main">
            <a:r>
              <a:t>보여줄 동작</a:t>
            </a:r>
          </a:p>
          <a:p xmlns:a="http://schemas.openxmlformats.org/drawingml/2006/main">
            <a:r>
              <a:t>graph.py 189~191행에서 investigate_test의 stopped 조건과 investigate_plan 복귀를 짚는다. 조건부 간선 코드와 위 네 단계 구조를 연결한다.</a:t>
            </a:r>
          </a:p>
          <a:p xmlns:a="http://schemas.openxmlformats.org/drawingml/2006/main">
            <a:r>
              <a:t/>
            </a:r>
          </a:p>
          <a:p xmlns:a="http://schemas.openxmlformats.org/drawingml/2006/main">
            <a:r>
              <a:t>실제 코드 위치</a:t>
            </a:r>
          </a:p>
          <a:p xmlns:a="http://schemas.openxmlformats.org/drawingml/2006/main">
            <a:r>
              <a:t>agent/graph.py 189~191행: 판정 후 종료 또는 계획 노드 복귀</a:t>
            </a:r>
          </a:p>
          <a:p xmlns:a="http://schemas.openxmlformats.org/drawingml/2006/main">
            <a:r>
              <a:t>/Users/beshu/Downloads/all_total_vue_student/agent/graph.py:189</a:t>
            </a:r>
          </a:p>
          <a:p xmlns:a="http://schemas.openxmlformats.org/drawingml/2006/main">
            <a:r>
              <a:t>https://github.com/beshurl/skala-ai-mini-project/blob/main/agent/graph.py#L189</a:t>
            </a:r>
          </a:p>
          <a:p xmlns:a="http://schemas.openxmlformats.org/drawingml/2006/main">
            <a:r>
              <a:t>agent/investigation.py 25~38행: 조회 전 지지·반증 조건</a:t>
            </a:r>
          </a:p>
          <a:p xmlns:a="http://schemas.openxmlformats.org/drawingml/2006/main">
            <a:r>
              <a:t>/Users/beshu/Downloads/all_total_vue_student/agent/investigation.py:25</a:t>
            </a:r>
          </a:p>
          <a:p xmlns:a="http://schemas.openxmlformats.org/drawingml/2006/main">
            <a:r>
              <a:t>https://github.com/beshurl/skala-ai-mini-project/blob/main/agent/investigation.py#L25</a:t>
            </a:r>
          </a:p>
          <a:p xmlns:a="http://schemas.openxmlformats.org/drawingml/2006/main">
            <a:r>
              <a:t>agent/investigation.py 134~144행: 조사 종료 조건과 4회 한도</a:t>
            </a:r>
          </a:p>
          <a:p xmlns:a="http://schemas.openxmlformats.org/drawingml/2006/main">
            <a:r>
              <a:t>/Users/beshu/Downloads/all_total_vue_student/agent/investigation.py:134</a:t>
            </a:r>
          </a:p>
          <a:p xmlns:a="http://schemas.openxmlformats.org/drawingml/2006/main">
            <a:r>
              <a:t>https://github.com/beshurl/skala-ai-mini-project/blob/main/agent/investigation.py#L134</a:t>
            </a:r>
          </a:p>
          <a:p xmlns:a="http://schemas.openxmlformats.org/drawingml/2006/main">
            <a:r>
              <a:t>agent/investigation.py 154~170행: 허용 질문 enum을 사용하는 실제 LLM 선택</a:t>
            </a:r>
          </a:p>
          <a:p xmlns:a="http://schemas.openxmlformats.org/drawingml/2006/main">
            <a:r>
              <a:t>/Users/beshu/Downloads/all_total_vue_student/agent/investigation.py:154</a:t>
            </a:r>
          </a:p>
          <a:p xmlns:a="http://schemas.openxmlformats.org/drawingml/2006/main">
            <a:r>
              <a:t>https://github.com/beshurl/skala-ai-mini-project/blob/main/agent/investigation.py#L154</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/Users/beshu/Downloads/all_total_vue_student/artifacts/investigation_evaluation.json</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추가 관측에 따른 가설 수정</a:t>
            </a:r>
          </a:p>
          <a:p xmlns:a="http://schemas.openxmlformats.org/drawingml/2006/main">
            <a:r>
              <a:t>SKALA 광주 2반 G066 정준용</a:t>
            </a:r>
          </a:p>
          <a:p xmlns:a="http://schemas.openxmlformats.org/drawingml/2006/main">
            <a:r>
              <a:t>발표 시간 2:35~3:15 (40초)</a:t>
            </a:r>
          </a:p>
          <a:p xmlns:a="http://schemas.openxmlformats.org/drawingml/2006/main">
            <a:r>
              <a:t>README 대응: 4.3 실행 결과 화면 / 4.4 시연 시나리오</a:t>
            </a:r>
          </a:p>
          <a:p xmlns:a="http://schemas.openxmlformats.org/drawingml/2006/main">
            <a:r>
              <a:t/>
            </a:r>
          </a:p>
          <a:p xmlns:a="http://schemas.openxmlformats.org/drawingml/2006/main">
            <a:r>
              <a:t>발표 멘트</a:t>
            </a:r>
          </a:p>
          <a:p xmlns:a="http://schemas.openxmlformats.org/drawingml/2006/main">
            <a:r>
              <a:t>이 화면은 실제 모델로 실행해 저장한 요청량 사례입니다. 처음 CPU 91%와 배치 경고는 같지만 배치의 CPU 기여가 5%여서 배치 가설을 반증했습니다. 요청 처리 기여 88%와 요청량 3.2배가 함께 확인돼 요청량 가설을 교차 지지했습니다. investigation.py는 지지와 반증 근거를 쌓아 상태를 갱신합니다. 화면에서 조사 이유와 사전 조건, 판단 전후를 확인할 수 있습니다. 관측은 합성 데이터이며 교차 지지가 실제 인과관계 확정을 뜻하지는 않습니다.</a:t>
            </a:r>
          </a:p>
          <a:p xmlns:a="http://schemas.openxmlformats.org/drawingml/2006/main">
            <a:r>
              <a:t/>
            </a:r>
          </a:p>
          <a:p xmlns:a="http://schemas.openxmlformats.org/drawingml/2006/main">
            <a:r>
              <a:t>보여줄 동작</a:t>
            </a:r>
          </a:p>
          <a:p xmlns:a="http://schemas.openxmlformats.org/drawingml/2006/main">
            <a:r>
              <a:t>PPT에 넣은 저장 화면에서 배치 반증과 요청량 교차 지지를 차례로 짚는다. 이어 investigation.py 294~297행의 근거 누적과 상태 갱신을 보여준다. 전체 조사를 재실행하지 않는다.</a:t>
            </a:r>
          </a:p>
          <a:p xmlns:a="http://schemas.openxmlformats.org/drawingml/2006/main">
            <a:r>
              <a:t/>
            </a:r>
          </a:p>
          <a:p xmlns:a="http://schemas.openxmlformats.org/drawingml/2006/main">
            <a:r>
              <a:t>실제 코드 위치</a:t>
            </a:r>
          </a:p>
          <a:p xmlns:a="http://schemas.openxmlformats.org/drawingml/2006/main">
            <a:r>
              <a:t>agent/investigation.py 285~303행: 관측에 따라 지지·반증 근거를 쌓고 상태 변경</a:t>
            </a:r>
          </a:p>
          <a:p xmlns:a="http://schemas.openxmlformats.org/drawingml/2006/main">
            <a:r>
              <a:t>/Users/beshu/Downloads/all_total_vue_student/agent/investigation.py:285</a:t>
            </a:r>
          </a:p>
          <a:p xmlns:a="http://schemas.openxmlformats.org/drawingml/2006/main">
            <a:r>
              <a:t>https://github.com/beshurl/skala-ai-mini-project/blob/main/agent/investigation.py#L285</a:t>
            </a:r>
          </a:p>
          <a:p xmlns:a="http://schemas.openxmlformats.org/drawingml/2006/main">
            <a:r>
              <a:t>agent/investigation.py 25~38행: CPU 기여 70% 지지와 15% 이하 반증 조건</a:t>
            </a:r>
          </a:p>
          <a:p xmlns:a="http://schemas.openxmlformats.org/drawingml/2006/main">
            <a:r>
              <a:t>/Users/beshu/Downloads/all_total_vue_student/agent/investigation.py:25</a:t>
            </a:r>
          </a:p>
          <a:p xmlns:a="http://schemas.openxmlformats.org/drawingml/2006/main">
            <a:r>
              <a:t>https://github.com/beshurl/skala-ai-mini-project/blob/main/agent/investigation.py#L25</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/Users/beshu/Downloads/all_total_vue_student/artifacts/screenshots/investigation-traffic-desktop.png</a:t>
            </a:r>
          </a:p>
          <a:p xmlns:a="http://schemas.openxmlformats.org/drawingml/2006/main">
            <a:r>
              <a:t>/Users/beshu/Downloads/all_total_vue_student/artifacts/investigation_evaluation.json</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사실 검증과 Judge·트레이싱</a:t>
            </a:r>
          </a:p>
          <a:p xmlns:a="http://schemas.openxmlformats.org/drawingml/2006/main">
            <a:r>
              <a:t>SKALA 광주 2반 G066 정준용</a:t>
            </a:r>
          </a:p>
          <a:p xmlns:a="http://schemas.openxmlformats.org/drawingml/2006/main">
            <a:r>
              <a:t>발표 시간 3:15~3:50 (35초)</a:t>
            </a:r>
          </a:p>
          <a:p xmlns:a="http://schemas.openxmlformats.org/drawingml/2006/main">
            <a:r>
              <a:t>README 대응: 3.4 코드 품질 / 3.5 관측 가능성 및 평가 / 3.6 LCEL</a:t>
            </a:r>
          </a:p>
          <a:p xmlns:a="http://schemas.openxmlformats.org/drawingml/2006/main">
            <a:r>
              <a:t/>
            </a:r>
          </a:p>
          <a:p xmlns:a="http://schemas.openxmlformats.org/drawingml/2006/main">
            <a:r>
              <a:t>발표 멘트</a:t>
            </a:r>
          </a:p>
          <a:p xmlns:a="http://schemas.openxmlformats.org/drawingml/2006/main">
            <a:r>
              <a:t>LCEL로 작성한 결과는 validation.py에서 조회 사실과 정확히 비교합니다. 수치나 근거 ID, 조치 조건이 틀리면 다시 쓰고, 세 번 실패하면 확인 가능한 관측만 제공합니다. Judge는 별도 실제 모델로 답변 품질과 원인 주장을 대조합니다. 원인 모순을 발견해 점수 상한을 적용해도 원래 점수를 보존합니다. LangSmith에서는 실행과 평가 점수를 원격으로 재조회합니다. 매 요청의 최종 통과와 가설 판정은 코드가 담당합니다.</a:t>
            </a:r>
          </a:p>
          <a:p xmlns:a="http://schemas.openxmlformats.org/drawingml/2006/main">
            <a:r>
              <a:t/>
            </a:r>
          </a:p>
          <a:p xmlns:a="http://schemas.openxmlformats.org/drawingml/2006/main">
            <a:r>
              <a:t>보여줄 동작</a:t>
            </a:r>
          </a:p>
          <a:p xmlns:a="http://schemas.openxmlformats.org/drawingml/2006/main">
            <a:r>
              <a:t>validation.py 31행의 facts 비교와 34행의 허용 후보 집합을 보여준다. Judge와 LangSmith는 슬라이드의 역할 설명으로 마무리한다.</a:t>
            </a:r>
          </a:p>
          <a:p xmlns:a="http://schemas.openxmlformats.org/drawingml/2006/main">
            <a:r>
              <a:t/>
            </a:r>
          </a:p>
          <a:p xmlns:a="http://schemas.openxmlformats.org/drawingml/2006/main">
            <a:r>
              <a:t>실제 코드 위치</a:t>
            </a:r>
          </a:p>
          <a:p xmlns:a="http://schemas.openxmlformats.org/drawingml/2006/main">
            <a:r>
              <a:t>agent/validation.py 25~39행: 조회 사실 일치와 허용된 출처·조치 후보 검사</a:t>
            </a:r>
          </a:p>
          <a:p xmlns:a="http://schemas.openxmlformats.org/drawingml/2006/main">
            <a:r>
              <a:t>/Users/beshu/Downloads/all_total_vue_student/agent/validation.py:25</a:t>
            </a:r>
          </a:p>
          <a:p xmlns:a="http://schemas.openxmlformats.org/drawingml/2006/main">
            <a:r>
              <a:t>https://github.com/beshurl/skala-ai-mini-project/blob/main/agent/validation.py#L25</a:t>
            </a:r>
          </a:p>
          <a:p xmlns:a="http://schemas.openxmlformats.org/drawingml/2006/main">
            <a:r>
              <a:t>agent/judge.py 85~102행: 별도 Judge와 원래 점수 보존</a:t>
            </a:r>
          </a:p>
          <a:p xmlns:a="http://schemas.openxmlformats.org/drawingml/2006/main">
            <a:r>
              <a:t>/Users/beshu/Downloads/all_total_vue_student/agent/judge.py:85</a:t>
            </a:r>
          </a:p>
          <a:p xmlns:a="http://schemas.openxmlformats.org/drawingml/2006/main">
            <a:r>
              <a:t>https://github.com/beshurl/skala-ai-mini-project/blob/main/agent/judge.py#L85</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/Users/beshu/Downloads/all_total_vue_student/agent/observability.py</a:t>
            </a:r>
          </a:p>
          <a:p xmlns:a="http://schemas.openxmlformats.org/drawingml/2006/main">
            <a:r>
              <a:t>/Users/beshu/Downloads/all_total_vue_student/agent/reporting.py</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실제 검증 결과와 실행 범위</a:t>
            </a:r>
          </a:p>
          <a:p xmlns:a="http://schemas.openxmlformats.org/drawingml/2006/main">
            <a:r>
              <a:t>SKALA 광주 2반 G066 정준용</a:t>
            </a:r>
          </a:p>
          <a:p xmlns:a="http://schemas.openxmlformats.org/drawingml/2006/main">
            <a:r>
              <a:t>발표 시간 3:50~4:25 (35초)</a:t>
            </a:r>
          </a:p>
          <a:p xmlns:a="http://schemas.openxmlformats.org/drawingml/2006/main">
            <a:r>
              <a:t>README 대응: 4.2 실제 검증 결과</a:t>
            </a:r>
          </a:p>
          <a:p xmlns:a="http://schemas.openxmlformats.org/drawingml/2006/main">
            <a:r>
              <a:t/>
            </a:r>
          </a:p>
          <a:p xmlns:a="http://schemas.openxmlformats.org/drawingml/2006/main">
            <a:r>
              <a:t>발표 멘트</a:t>
            </a:r>
          </a:p>
          <a:p xmlns:a="http://schemas.openxmlformats.org/drawingml/2006/main">
            <a:r>
              <a:t>표는 10월 21일 실행 기록입니다. 입력 검증을 포함한 테스트 99개가 통과했고, 실제 Ollama 연결 서버의 거절 다섯 건은 생성 0토큰과 원격 LLM·MCP 호출 부재를 확인했습니다. 이전 가설 조사 평가는 기능 여섯 건을 통과했지만 Judge의 릴리스 답변 오판으로 종합 평가는 다섯 건 통과입니다. 원래 점수를 유지했고 원격 실행 여섯 건과 평가 점수 서른 개도 재조회했습니다. 입력 검증 기록과 이전 모델 평가의 범위를 구분했습니다.</a:t>
            </a:r>
          </a:p>
          <a:p xmlns:a="http://schemas.openxmlformats.org/drawingml/2006/main">
            <a:r>
              <a:t/>
            </a:r>
          </a:p>
          <a:p xmlns:a="http://schemas.openxmlformats.org/drawingml/2006/main">
            <a:r>
              <a:t>보여줄 동작</a:t>
            </a:r>
          </a:p>
          <a:p xmlns:a="http://schemas.openxmlformats.org/drawingml/2006/main">
            <a:r>
              <a:t>입력 거절과 가설 조사 평가의 실행 범위를 나눠 읽는다. release의 검토 필요 표시를 짚는다. 추가 IDE 전환 없이 표와 검증 원본 경로를 설명한다.</a:t>
            </a:r>
          </a:p>
          <a:p xmlns:a="http://schemas.openxmlformats.org/drawingml/2006/main">
            <a:r>
              <a:t/>
            </a:r>
          </a:p>
          <a:p xmlns:a="http://schemas.openxmlformats.org/drawingml/2006/main">
            <a:r>
              <a:t>실제 코드 위치</a:t>
            </a:r>
          </a:p>
          <a:p xmlns:a="http://schemas.openxmlformats.org/drawingml/2006/main">
            <a:r>
              <a:t>tests/test_api.py 129~155행: 거절 시 그래프 미진입·토큰 0·도구 미호출·미저장 검사</a:t>
            </a:r>
          </a:p>
          <a:p xmlns:a="http://schemas.openxmlformats.org/drawingml/2006/main">
            <a:r>
              <a:t>/Users/beshu/Downloads/all_total_vue_student/tests/test_api.py:129</a:t>
            </a:r>
          </a:p>
          <a:p xmlns:a="http://schemas.openxmlformats.org/drawingml/2006/main">
            <a:r>
              <a:t>https://github.com/beshurl/skala-ai-mini-project/blob/main/tests/test_api.py#L129</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/Users/beshu/Downloads/all_total_vue_student/artifacts/input_validation_verification.json</a:t>
            </a:r>
          </a:p>
          <a:p xmlns:a="http://schemas.openxmlformats.org/drawingml/2006/main">
            <a:r>
              <a:t>/Users/beshu/Downloads/all_total_vue_student/artifacts/investigation_evaluation.json</a:t>
            </a:r>
          </a:p>
          <a:p xmlns:a="http://schemas.openxmlformats.org/drawingml/2006/main">
            <a:r>
              <a:t>/Users/beshu/Downloads/all_total_vue_student/artifacts/cleanup_verification.json</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교훈과 다음 개선</a:t>
            </a:r>
          </a:p>
          <a:p xmlns:a="http://schemas.openxmlformats.org/drawingml/2006/main">
            <a:r>
              <a:t>SKALA 광주 2반 G066 정준용</a:t>
            </a:r>
          </a:p>
          <a:p xmlns:a="http://schemas.openxmlformats.org/drawingml/2006/main">
            <a:r>
              <a:t>발표 시간 4:25~5:00 (35초)</a:t>
            </a:r>
          </a:p>
          <a:p xmlns:a="http://schemas.openxmlformats.org/drawingml/2006/main">
            <a:r>
              <a:t>README 대응: 5) 교훈</a:t>
            </a:r>
          </a:p>
          <a:p xmlns:a="http://schemas.openxmlformats.org/drawingml/2006/main">
            <a:r>
              <a:t/>
            </a:r>
          </a:p>
          <a:p xmlns:a="http://schemas.openxmlformats.org/drawingml/2006/main">
            <a:r>
              <a:t>발표 멘트</a:t>
            </a:r>
          </a:p>
          <a:p xmlns:a="http://schemas.openxmlformats.org/drawingml/2006/main">
            <a:r>
              <a:t>자연스러운 설명만으로 진단을 신뢰하기는 어려웠습니다. 판단 조건과 근거를 코드로 남기자 결론이 달라진 이유를 설명할 수 있었습니다. 다만 입력 규칙의 오탐과 미탐, CPU 세 가설과 합성 관측이라는 범위, Judge의 오류가 남습니다. 다음에는 실제 모니터링을 연결하고 사람과 다른 계열 Judge로 평가를 보완하겠습니다. 차단한 요청의 0토큰과 전체 비용 절감률도 구분해 같은 조건에서 비용을 계측하겠습니다.</a:t>
            </a:r>
          </a:p>
          <a:p xmlns:a="http://schemas.openxmlformats.org/drawingml/2006/main">
            <a:r>
              <a:t/>
            </a:r>
          </a:p>
          <a:p xmlns:a="http://schemas.openxmlformats.org/drawingml/2006/main">
            <a:r>
              <a:t>보여줄 동작</a:t>
            </a:r>
          </a:p>
          <a:p xmlns:a="http://schemas.openxmlformats.org/drawingml/2006/main">
            <a:r>
              <a:t>한계와 다음 개선을 설명하고 입력 거절·결론 보류도 근거를 보여주는 결과로 설계했다는 소감으로 종료한다. 추가 파일이나 평가 실행을 열지 않는다.</a:t>
            </a:r>
          </a:p>
          <a:p xmlns:a="http://schemas.openxmlformats.org/drawingml/2006/main">
            <a:r>
              <a:t/>
            </a:r>
          </a:p>
          <a:p xmlns:a="http://schemas.openxmlformats.org/drawingml/2006/main">
            <a:r>
              <a:t>실제 코드 위치</a:t>
            </a:r>
          </a:p>
          <a:p xmlns:a="http://schemas.openxmlformats.org/drawingml/2006/main">
            <a:r>
              <a:t/>
            </a:r>
          </a:p>
          <a:p xmlns:a="http://schemas.openxmlformats.org/drawingml/2006/main">
            <a:r>
              <a:t>출처</a:t>
            </a:r>
          </a:p>
          <a:p xmlns:a="http://schemas.openxmlformats.org/drawingml/2006/main">
            <a:r>
              <a:t>/Users/beshu/Downloads/all_total_vue_student/README.md</a:t>
            </a:r>
          </a:p>
          <a:p xmlns:a="http://schemas.openxmlformats.org/drawingml/2006/main">
            <a:r>
              <a:t>/Users/beshu/Downloads/all_total_vue_student/agent/input_validation.py</a:t>
            </a:r>
          </a:p>
          <a:p xmlns:a="http://schemas.openxmlformats.org/drawingml/2006/main">
            <a:r>
              <a:t>/Users/beshu/Downloads/all_total_vue_student/agent/investigation.py</a:t>
            </a:r>
          </a:p>
          <a:p xmlns:a="http://schemas.openxmlformats.org/drawingml/2006/main">
            <a:r>
              <a:t>/Users/beshu/Downloads/all_total_vue_student/artifacts/input_validation_verification.json</a:t>
            </a:r>
          </a:p>
          <a:p xmlns:a="http://schemas.openxmlformats.org/drawingml/2006/main">
            <a:r>
              <a:t/>
            </a:r>
          </a:p>
          <a:p xmlns:a="http://schemas.openxmlformats.org/drawingml/2006/main">
            <a:r>
              <a:t>실행 범위</a:t>
            </a:r>
          </a:p>
          <a:p xmlns:a="http://schemas.openxmlformats.org/drawingml/2006/main">
            <a:r>
              <a:t>검증은 2026년 10월 21일 보존된 실행 기록이다. 입력 거절 검증과 코드 정리·입력 검증 도입 전의 6개 가설 조사 평가를 구분한다.</a:t>
            </a:r>
          </a:p>
          <a:p xmlns:a="http://schemas.openxmlformats.org/drawingml/2006/main">
            <a:r>
              <a:t>계획·작성: Ollama qwen3.5:2b. 별도 Judge: qwen3:8b. 관측 데이터는 합성이며 교차 지지는 인과 확정이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526b4e8d014d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19614151c1c42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462e9cbad594eb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f24c54ed4dd4ed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d84d2968eec42f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c57a5ba42b4e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E8CB7D-7E9F-4BC6-AB14-91A34BC99F8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461CE42-DC89-4C9E-BD9D-4EF5223E4A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D40FD6D-5E93-49C2-8344-9FA98CE80C0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89C977-8BA2-41CC-9BC9-17B2682D7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A82EE18-A188-4F8D-AD1B-98CCC68AC49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E3B00E0-824B-4B0C-8CA3-2608B366CB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EE1D32E-80B9-4E23-B7A6-F0A00D1028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CD3BDF8-1558-497A-B7B4-18BADAC21D1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93738E-418E-4AAE-914E-B5E84380595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9160A56-30D9-4C87-8720-60D98769C6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b0209db69e4f24" /><Relationship Type="http://schemas.openxmlformats.org/officeDocument/2006/relationships/slideLayout" Target="/ppt/slideLayouts/slideLayout1.xml" Id="Rf5258b6d3fbc46c4" /><Relationship Type="http://schemas.openxmlformats.org/officeDocument/2006/relationships/slideLayout" Target="/ppt/slideLayouts/slideLayout2.xml" Id="R28f6ea430f514407" /><Relationship Type="http://schemas.openxmlformats.org/officeDocument/2006/relationships/slideLayout" Target="/ppt/slideLayouts/slideLayout3.xml" Id="Rdcd4f783d29144a8" /><Relationship Type="http://schemas.openxmlformats.org/officeDocument/2006/relationships/slideLayout" Target="/ppt/slideLayouts/slideLayout4.xml" Id="R9a9ec612379c4bdc" /><Relationship Type="http://schemas.openxmlformats.org/officeDocument/2006/relationships/slideLayout" Target="/ppt/slideLayouts/slideLayout5.xml" Id="Rd64a5bd25a6546a6" /><Relationship Type="http://schemas.openxmlformats.org/officeDocument/2006/relationships/slideLayout" Target="/ppt/slideLayouts/slideLayout6.xml" Id="Re0c6fc8f87d041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258b6d3fbc46c4"/>
    <p:sldLayoutId xmlns:r="http://schemas.openxmlformats.org/officeDocument/2006/relationships" id="2147483650" r:id="R28f6ea430f514407"/>
    <p:sldLayoutId xmlns:r="http://schemas.openxmlformats.org/officeDocument/2006/relationships" id="2147483651" r:id="Rdcd4f783d29144a8"/>
    <p:sldLayoutId xmlns:r="http://schemas.openxmlformats.org/officeDocument/2006/relationships" id="2147483652" r:id="R9a9ec612379c4bdc"/>
    <p:sldLayoutId xmlns:r="http://schemas.openxmlformats.org/officeDocument/2006/relationships" id="2147483653" r:id="Rd64a5bd25a6546a6"/>
    <p:sldLayoutId xmlns:r="http://schemas.openxmlformats.org/officeDocument/2006/relationships" id="2147483654" r:id="Re0c6fc8f87d041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db8d947f4374054" /><Relationship Type="http://schemas.openxmlformats.org/officeDocument/2006/relationships/notesSlide" Target="/ppt/notesSlides/notesSlide1.xml" Id="R6c4e44e553f84b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82ad031f9af4321" /><Relationship Type="http://schemas.openxmlformats.org/officeDocument/2006/relationships/notesSlide" Target="/ppt/notesSlides/notesSlide2.xml" Id="R5e5edbff6b0744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232c0364c4e4c69" /><Relationship Type="http://schemas.openxmlformats.org/officeDocument/2006/relationships/notesSlide" Target="/ppt/notesSlides/notesSlide3.xml" Id="R3ca44f938d7848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9ffcc76187a4d8d" /><Relationship Type="http://schemas.openxmlformats.org/officeDocument/2006/relationships/notesSlide" Target="/ppt/notesSlides/notesSlide4.xml" Id="Re2ac8e1ff1f444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1ed798d5224a32" /><Relationship Type="http://schemas.openxmlformats.org/officeDocument/2006/relationships/image" Target="/ppt/media/image.jpeg" Id="R346948aa326a4390" /><Relationship Type="http://schemas.openxmlformats.org/officeDocument/2006/relationships/notesSlide" Target="/ppt/notesSlides/notesSlide5.xml" Id="Rfce9f5f1df5447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39b33066374f58" /><Relationship Type="http://schemas.openxmlformats.org/officeDocument/2006/relationships/notesSlide" Target="/ppt/notesSlides/notesSlide6.xml" Id="R57e3d9e1f91c47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c9d856fe56e40ed" /><Relationship Type="http://schemas.openxmlformats.org/officeDocument/2006/relationships/notesSlide" Target="/ppt/notesSlides/notesSlide7.xml" Id="R09bb09768bb34a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fb6717bcfef46ab" /><Relationship Type="http://schemas.openxmlformats.org/officeDocument/2006/relationships/notesSlide" Target="/ppt/notesSlides/notesSlide8.xml" Id="R1afe0de34432483b" /></Relationships>
</file>

<file path=ppt/slides/slide1.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0257FCE8-4080-4BCC-9179-85C10F3CC549}"/>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1 / 8</a:t>
            </a:r>
          </a:p>
        </p:txBody>
      </p:sp>
      <p:sp>
        <p:nvSpPr>
          <p:cNvPr id="2" name="text">
            <a:extLst xmlns:a="http://schemas.openxmlformats.org/drawingml/2006/main">
              <a:ext uri="{FF2B5EF4-FFF2-40B4-BE49-F238E27FC236}">
                <a16:creationId xmlns:a16="http://schemas.microsoft.com/office/drawing/2014/main" id="{31323337-98C7-4EF4-AFF6-61D70473A0F6}"/>
              </a:ext>
            </a:extLst>
          </p:cNvPr>
          <p:cNvSpPr>
            <a:spLocks xmlns:a="http://schemas.openxmlformats.org/drawingml/2006/main" noGrp="1"/>
          </p:cNvSpPr>
          <p:nvPr/>
        </p:nvSpPr>
        <p:spPr>
          <a:xfrm xmlns:a="http://schemas.openxmlformats.org/drawingml/2006/main">
            <a:off x="609600" y="13335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250" b="1">
                <a:solidFill>
                  <a:srgbClr val="F1F2F7"/>
                </a:solidFill>
                <a:latin typeface="Apple SD Gothic Neo"/>
                <a:ea typeface="Apple SD Gothic Neo"/>
                <a:cs typeface="Apple SD Gothic Neo"/>
              </a:defRPr>
            </a:defPPr>
            <a:lvl1pPr algn="l">
              <a:buNone/>
              <a:defRPr sz="5250" b="1">
                <a:solidFill>
                  <a:srgbClr val="F1F2F7"/>
                </a:solidFill>
                <a:latin typeface="Apple SD Gothic Neo"/>
                <a:ea typeface="Apple SD Gothic Neo"/>
                <a:cs typeface="Apple SD Gothic Neo"/>
              </a:defRPr>
            </a:lvl1pPr>
            <a:lvl2pPr algn="l">
              <a:buNone/>
              <a:defRPr sz="5250" b="1">
                <a:solidFill>
                  <a:srgbClr val="F1F2F7"/>
                </a:solidFill>
                <a:latin typeface="Apple SD Gothic Neo"/>
                <a:ea typeface="Apple SD Gothic Neo"/>
                <a:cs typeface="Apple SD Gothic Neo"/>
              </a:defRPr>
            </a:lvl2pPr>
            <a:lvl3pPr algn="l">
              <a:buNone/>
              <a:defRPr sz="5250" b="1">
                <a:solidFill>
                  <a:srgbClr val="F1F2F7"/>
                </a:solidFill>
                <a:latin typeface="Apple SD Gothic Neo"/>
                <a:ea typeface="Apple SD Gothic Neo"/>
                <a:cs typeface="Apple SD Gothic Neo"/>
              </a:defRPr>
            </a:lvl3pPr>
            <a:lvl4pPr algn="l">
              <a:buNone/>
              <a:defRPr sz="5250" b="1">
                <a:solidFill>
                  <a:srgbClr val="F1F2F7"/>
                </a:solidFill>
                <a:latin typeface="Apple SD Gothic Neo"/>
                <a:ea typeface="Apple SD Gothic Neo"/>
                <a:cs typeface="Apple SD Gothic Neo"/>
              </a:defRPr>
            </a:lvl4pPr>
            <a:lvl5pPr algn="l">
              <a:buNone/>
              <a:defRPr sz="5250" b="1">
                <a:solidFill>
                  <a:srgbClr val="F1F2F7"/>
                </a:solidFill>
                <a:latin typeface="Apple SD Gothic Neo"/>
                <a:ea typeface="Apple SD Gothic Neo"/>
                <a:cs typeface="Apple SD Gothic Neo"/>
              </a:defRPr>
            </a:lvl5pPr>
            <a:lvl6pPr algn="l">
              <a:buNone/>
              <a:defRPr sz="5250" b="1">
                <a:solidFill>
                  <a:srgbClr val="F1F2F7"/>
                </a:solidFill>
                <a:latin typeface="Apple SD Gothic Neo"/>
                <a:ea typeface="Apple SD Gothic Neo"/>
                <a:cs typeface="Apple SD Gothic Neo"/>
              </a:defRPr>
            </a:lvl6pPr>
            <a:lvl7pPr algn="l">
              <a:buNone/>
              <a:defRPr sz="5250" b="1">
                <a:solidFill>
                  <a:srgbClr val="F1F2F7"/>
                </a:solidFill>
                <a:latin typeface="Apple SD Gothic Neo"/>
                <a:ea typeface="Apple SD Gothic Neo"/>
                <a:cs typeface="Apple SD Gothic Neo"/>
              </a:defRPr>
            </a:lvl7pPr>
            <a:lvl8pPr algn="l">
              <a:buNone/>
              <a:defRPr sz="5250" b="1">
                <a:solidFill>
                  <a:srgbClr val="F1F2F7"/>
                </a:solidFill>
                <a:latin typeface="Apple SD Gothic Neo"/>
                <a:ea typeface="Apple SD Gothic Neo"/>
                <a:cs typeface="Apple SD Gothic Neo"/>
              </a:defRPr>
            </a:lvl8pPr>
            <a:lvl9pPr algn="l">
              <a:buNone/>
              <a:defRPr sz="5250" b="1">
                <a:solidFill>
                  <a:srgbClr val="F1F2F7"/>
                </a:solidFill>
                <a:latin typeface="Apple SD Gothic Neo"/>
                <a:ea typeface="Apple SD Gothic Neo"/>
                <a:cs typeface="Apple SD Gothic Neo"/>
              </a:defRPr>
            </a:lvl9pPr>
          </a:lstStyle>
          <a:p xmlns:a="http://schemas.openxmlformats.org/drawingml/2006/main">
            <a:pPr algn="l">
              <a:buNone/>
              <a:defRPr sz="5250" b="1">
                <a:solidFill>
                  <a:srgbClr val="F1F2F7"/>
                </a:solidFill>
                <a:latin typeface="Apple SD Gothic Neo"/>
                <a:ea typeface="Apple SD Gothic Neo"/>
                <a:cs typeface="Apple SD Gothic Neo"/>
              </a:defRPr>
            </a:pPr>
            <a:r>
              <a:rPr sz="5250" b="1">
                <a:solidFill>
                  <a:srgbClr val="F1F2F7"/>
                </a:solidFill>
                <a:latin typeface="Apple SD Gothic Neo"/>
                <a:ea typeface="Apple SD Gothic Neo"/>
                <a:cs typeface="Apple SD Gothic Neo"/>
              </a:rPr>
              <a:t>가설 기반</a:t>
            </a:r>
          </a:p>
          <a:p xmlns:a="http://schemas.openxmlformats.org/drawingml/2006/main">
            <a:pPr algn="l">
              <a:buNone/>
              <a:defRPr sz="5250" b="1">
                <a:solidFill>
                  <a:srgbClr val="F1F2F7"/>
                </a:solidFill>
                <a:latin typeface="Apple SD Gothic Neo"/>
                <a:ea typeface="Apple SD Gothic Neo"/>
                <a:cs typeface="Apple SD Gothic Neo"/>
              </a:defRPr>
            </a:pPr>
            <a:r>
              <a:rPr sz="5250" b="1">
                <a:solidFill>
                  <a:srgbClr val="F1F2F7"/>
                </a:solidFill>
                <a:latin typeface="Apple SD Gothic Neo"/>
                <a:ea typeface="Apple SD Gothic Neo"/>
                <a:cs typeface="Apple SD Gothic Neo"/>
              </a:rPr>
              <a:t>운영 진단 에이전트</a:t>
            </a:r>
          </a:p>
        </p:txBody>
      </p:sp>
      <p:sp>
        <p:nvSpPr>
          <p:cNvPr id="3" name="text">
            <a:extLst xmlns:a="http://schemas.openxmlformats.org/drawingml/2006/main">
              <a:ext uri="{FF2B5EF4-FFF2-40B4-BE49-F238E27FC236}">
                <a16:creationId xmlns:a16="http://schemas.microsoft.com/office/drawing/2014/main" id="{6CAF05DD-5344-4A42-BA59-47D607FFF7E5}"/>
              </a:ext>
            </a:extLst>
          </p:cNvPr>
          <p:cNvSpPr>
            <a:spLocks xmlns:a="http://schemas.openxmlformats.org/drawingml/2006/main" noGrp="1"/>
          </p:cNvSpPr>
          <p:nvPr/>
        </p:nvSpPr>
        <p:spPr>
          <a:xfrm xmlns:a="http://schemas.openxmlformats.org/drawingml/2006/main">
            <a:off x="647700" y="33813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B8B0FF"/>
                </a:solidFill>
                <a:latin typeface="Apple SD Gothic Neo"/>
                <a:ea typeface="Apple SD Gothic Neo"/>
                <a:cs typeface="Apple SD Gothic Neo"/>
              </a:defRPr>
            </a:defPPr>
            <a:lvl1pPr algn="l">
              <a:buNone/>
              <a:defRPr sz="2400" b="0">
                <a:solidFill>
                  <a:srgbClr val="B8B0FF"/>
                </a:solidFill>
                <a:latin typeface="Apple SD Gothic Neo"/>
                <a:ea typeface="Apple SD Gothic Neo"/>
                <a:cs typeface="Apple SD Gothic Neo"/>
              </a:defRPr>
            </a:lvl1pPr>
            <a:lvl2pPr algn="l">
              <a:buNone/>
              <a:defRPr sz="2400" b="0">
                <a:solidFill>
                  <a:srgbClr val="B8B0FF"/>
                </a:solidFill>
                <a:latin typeface="Apple SD Gothic Neo"/>
                <a:ea typeface="Apple SD Gothic Neo"/>
                <a:cs typeface="Apple SD Gothic Neo"/>
              </a:defRPr>
            </a:lvl2pPr>
            <a:lvl3pPr algn="l">
              <a:buNone/>
              <a:defRPr sz="2400" b="0">
                <a:solidFill>
                  <a:srgbClr val="B8B0FF"/>
                </a:solidFill>
                <a:latin typeface="Apple SD Gothic Neo"/>
                <a:ea typeface="Apple SD Gothic Neo"/>
                <a:cs typeface="Apple SD Gothic Neo"/>
              </a:defRPr>
            </a:lvl3pPr>
            <a:lvl4pPr algn="l">
              <a:buNone/>
              <a:defRPr sz="2400" b="0">
                <a:solidFill>
                  <a:srgbClr val="B8B0FF"/>
                </a:solidFill>
                <a:latin typeface="Apple SD Gothic Neo"/>
                <a:ea typeface="Apple SD Gothic Neo"/>
                <a:cs typeface="Apple SD Gothic Neo"/>
              </a:defRPr>
            </a:lvl4pPr>
            <a:lvl5pPr algn="l">
              <a:buNone/>
              <a:defRPr sz="2400" b="0">
                <a:solidFill>
                  <a:srgbClr val="B8B0FF"/>
                </a:solidFill>
                <a:latin typeface="Apple SD Gothic Neo"/>
                <a:ea typeface="Apple SD Gothic Neo"/>
                <a:cs typeface="Apple SD Gothic Neo"/>
              </a:defRPr>
            </a:lvl5pPr>
            <a:lvl6pPr algn="l">
              <a:buNone/>
              <a:defRPr sz="2400" b="0">
                <a:solidFill>
                  <a:srgbClr val="B8B0FF"/>
                </a:solidFill>
                <a:latin typeface="Apple SD Gothic Neo"/>
                <a:ea typeface="Apple SD Gothic Neo"/>
                <a:cs typeface="Apple SD Gothic Neo"/>
              </a:defRPr>
            </a:lvl6pPr>
            <a:lvl7pPr algn="l">
              <a:buNone/>
              <a:defRPr sz="2400" b="0">
                <a:solidFill>
                  <a:srgbClr val="B8B0FF"/>
                </a:solidFill>
                <a:latin typeface="Apple SD Gothic Neo"/>
                <a:ea typeface="Apple SD Gothic Neo"/>
                <a:cs typeface="Apple SD Gothic Neo"/>
              </a:defRPr>
            </a:lvl7pPr>
            <a:lvl8pPr algn="l">
              <a:buNone/>
              <a:defRPr sz="2400" b="0">
                <a:solidFill>
                  <a:srgbClr val="B8B0FF"/>
                </a:solidFill>
                <a:latin typeface="Apple SD Gothic Neo"/>
                <a:ea typeface="Apple SD Gothic Neo"/>
                <a:cs typeface="Apple SD Gothic Neo"/>
              </a:defRPr>
            </a:lvl8pPr>
            <a:lvl9pPr algn="l">
              <a:buNone/>
              <a:defRPr sz="2400" b="0">
                <a:solidFill>
                  <a:srgbClr val="B8B0FF"/>
                </a:solidFill>
                <a:latin typeface="Apple SD Gothic Neo"/>
                <a:ea typeface="Apple SD Gothic Neo"/>
                <a:cs typeface="Apple SD Gothic Neo"/>
              </a:defRPr>
            </a:lvl9pPr>
          </a:lstStyle>
          <a:p xmlns:a="http://schemas.openxmlformats.org/drawingml/2006/main">
            <a:pPr algn="l">
              <a:buNone/>
              <a:defRPr sz="2400" b="0">
                <a:solidFill>
                  <a:srgbClr val="B8B0FF"/>
                </a:solidFill>
                <a:latin typeface="Apple SD Gothic Neo"/>
                <a:ea typeface="Apple SD Gothic Neo"/>
                <a:cs typeface="Apple SD Gothic Neo"/>
              </a:defRPr>
            </a:pPr>
            <a:r>
              <a:rPr sz="2400" b="0">
                <a:solidFill>
                  <a:srgbClr val="B8B0FF"/>
                </a:solidFill>
                <a:latin typeface="Apple SD Gothic Neo"/>
                <a:ea typeface="Apple SD Gothic Neo"/>
                <a:cs typeface="Apple SD Gothic Neo"/>
              </a:rPr>
              <a:t>LLM 호출 전 입력 검증과 경쟁 가설 조사</a:t>
            </a:r>
          </a:p>
        </p:txBody>
      </p:sp>
      <p:sp>
        <p:nvSpPr>
          <p:cNvPr id="4" name="text">
            <a:extLst xmlns:a="http://schemas.openxmlformats.org/drawingml/2006/main">
              <a:ext uri="{FF2B5EF4-FFF2-40B4-BE49-F238E27FC236}">
                <a16:creationId xmlns:a16="http://schemas.microsoft.com/office/drawing/2014/main" id="{1015897C-569D-4B3F-8DE9-DF3CB965BEFA}"/>
              </a:ext>
            </a:extLst>
          </p:cNvPr>
          <p:cNvSpPr>
            <a:spLocks xmlns:a="http://schemas.openxmlformats.org/drawingml/2006/main" noGrp="1"/>
          </p:cNvSpPr>
          <p:nvPr/>
        </p:nvSpPr>
        <p:spPr>
          <a:xfrm xmlns:a="http://schemas.openxmlformats.org/drawingml/2006/main">
            <a:off x="647700" y="46196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0">
                <a:solidFill>
                  <a:srgbClr val="F1F2F7"/>
                </a:solidFill>
                <a:latin typeface="Apple SD Gothic Neo"/>
                <a:ea typeface="Apple SD Gothic Neo"/>
                <a:cs typeface="Apple SD Gothic Neo"/>
              </a:defRPr>
            </a:defPPr>
            <a:lvl1pPr algn="l">
              <a:buNone/>
              <a:defRPr sz="2325" b="0">
                <a:solidFill>
                  <a:srgbClr val="F1F2F7"/>
                </a:solidFill>
                <a:latin typeface="Apple SD Gothic Neo"/>
                <a:ea typeface="Apple SD Gothic Neo"/>
                <a:cs typeface="Apple SD Gothic Neo"/>
              </a:defRPr>
            </a:lvl1pPr>
            <a:lvl2pPr algn="l">
              <a:buNone/>
              <a:defRPr sz="2325" b="0">
                <a:solidFill>
                  <a:srgbClr val="F1F2F7"/>
                </a:solidFill>
                <a:latin typeface="Apple SD Gothic Neo"/>
                <a:ea typeface="Apple SD Gothic Neo"/>
                <a:cs typeface="Apple SD Gothic Neo"/>
              </a:defRPr>
            </a:lvl2pPr>
            <a:lvl3pPr algn="l">
              <a:buNone/>
              <a:defRPr sz="2325" b="0">
                <a:solidFill>
                  <a:srgbClr val="F1F2F7"/>
                </a:solidFill>
                <a:latin typeface="Apple SD Gothic Neo"/>
                <a:ea typeface="Apple SD Gothic Neo"/>
                <a:cs typeface="Apple SD Gothic Neo"/>
              </a:defRPr>
            </a:lvl3pPr>
            <a:lvl4pPr algn="l">
              <a:buNone/>
              <a:defRPr sz="2325" b="0">
                <a:solidFill>
                  <a:srgbClr val="F1F2F7"/>
                </a:solidFill>
                <a:latin typeface="Apple SD Gothic Neo"/>
                <a:ea typeface="Apple SD Gothic Neo"/>
                <a:cs typeface="Apple SD Gothic Neo"/>
              </a:defRPr>
            </a:lvl4pPr>
            <a:lvl5pPr algn="l">
              <a:buNone/>
              <a:defRPr sz="2325" b="0">
                <a:solidFill>
                  <a:srgbClr val="F1F2F7"/>
                </a:solidFill>
                <a:latin typeface="Apple SD Gothic Neo"/>
                <a:ea typeface="Apple SD Gothic Neo"/>
                <a:cs typeface="Apple SD Gothic Neo"/>
              </a:defRPr>
            </a:lvl5pPr>
            <a:lvl6pPr algn="l">
              <a:buNone/>
              <a:defRPr sz="2325" b="0">
                <a:solidFill>
                  <a:srgbClr val="F1F2F7"/>
                </a:solidFill>
                <a:latin typeface="Apple SD Gothic Neo"/>
                <a:ea typeface="Apple SD Gothic Neo"/>
                <a:cs typeface="Apple SD Gothic Neo"/>
              </a:defRPr>
            </a:lvl6pPr>
            <a:lvl7pPr algn="l">
              <a:buNone/>
              <a:defRPr sz="2325" b="0">
                <a:solidFill>
                  <a:srgbClr val="F1F2F7"/>
                </a:solidFill>
                <a:latin typeface="Apple SD Gothic Neo"/>
                <a:ea typeface="Apple SD Gothic Neo"/>
                <a:cs typeface="Apple SD Gothic Neo"/>
              </a:defRPr>
            </a:lvl7pPr>
            <a:lvl8pPr algn="l">
              <a:buNone/>
              <a:defRPr sz="2325" b="0">
                <a:solidFill>
                  <a:srgbClr val="F1F2F7"/>
                </a:solidFill>
                <a:latin typeface="Apple SD Gothic Neo"/>
                <a:ea typeface="Apple SD Gothic Neo"/>
                <a:cs typeface="Apple SD Gothic Neo"/>
              </a:defRPr>
            </a:lvl8pPr>
            <a:lvl9pPr algn="l">
              <a:buNone/>
              <a:defRPr sz="2325" b="0">
                <a:solidFill>
                  <a:srgbClr val="F1F2F7"/>
                </a:solidFill>
                <a:latin typeface="Apple SD Gothic Neo"/>
                <a:ea typeface="Apple SD Gothic Neo"/>
                <a:cs typeface="Apple SD Gothic Neo"/>
              </a:defRPr>
            </a:lvl9pPr>
          </a:lstStyle>
          <a:p xmlns:a="http://schemas.openxmlformats.org/drawingml/2006/main">
            <a:pPr algn="l">
              <a:buNone/>
              <a:defRPr sz="2550" b="0">
                <a:solidFill>
                  <a:srgbClr val="F1F2F7"/>
                </a:solidFill>
                <a:latin typeface="Apple SD Gothic Neo"/>
                <a:ea typeface="Apple SD Gothic Neo"/>
                <a:cs typeface="Apple SD Gothic Neo"/>
              </a:defRPr>
            </a:pPr>
            <a:r>
              <a:rPr sz="2550" b="0">
                <a:solidFill>
                  <a:srgbClr val="F1F2F7"/>
                </a:solidFill>
                <a:latin typeface="Apple SD Gothic Neo"/>
                <a:ea typeface="Apple SD Gothic Neo"/>
                <a:cs typeface="Apple SD Gothic Neo"/>
              </a:rPr>
              <a:t>SKALA 광주 2반</a:t>
            </a:r>
          </a:p>
          <a:p xmlns:a="http://schemas.openxmlformats.org/drawingml/2006/main">
            <a:pPr algn="l">
              <a:buNone/>
              <a:defRPr sz="2550" b="0">
                <a:solidFill>
                  <a:srgbClr val="F1F2F7"/>
                </a:solidFill>
                <a:latin typeface="Apple SD Gothic Neo"/>
                <a:ea typeface="Apple SD Gothic Neo"/>
                <a:cs typeface="Apple SD Gothic Neo"/>
              </a:defRPr>
            </a:pPr>
            <a:r>
              <a:rPr sz="2550" b="0">
                <a:solidFill>
                  <a:srgbClr val="F1F2F7"/>
                </a:solidFill>
                <a:latin typeface="Apple SD Gothic Neo"/>
                <a:ea typeface="Apple SD Gothic Neo"/>
                <a:cs typeface="Apple SD Gothic Neo"/>
              </a:rPr>
              <a:t>G066 정준용</a:t>
            </a:r>
          </a:p>
        </p:txBody>
      </p:sp>
      <p:sp>
        <p:nvSpPr>
          <p:cNvPr id="5" name="text">
            <a:extLst xmlns:a="http://schemas.openxmlformats.org/drawingml/2006/main">
              <a:ext uri="{FF2B5EF4-FFF2-40B4-BE49-F238E27FC236}">
                <a16:creationId xmlns:a16="http://schemas.microsoft.com/office/drawing/2014/main" id="{2D3B6A4C-B0A0-4662-9035-270E87EDC33B}"/>
              </a:ext>
            </a:extLst>
          </p:cNvPr>
          <p:cNvSpPr>
            <a:spLocks xmlns:a="http://schemas.openxmlformats.org/drawingml/2006/main" noGrp="1"/>
          </p:cNvSpPr>
          <p:nvPr/>
        </p:nvSpPr>
        <p:spPr>
          <a:xfrm xmlns:a="http://schemas.openxmlformats.org/drawingml/2006/main">
            <a:off x="647700" y="62484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B6BDD0"/>
                </a:solidFill>
                <a:latin typeface="Apple SD Gothic Neo"/>
                <a:ea typeface="Apple SD Gothic Neo"/>
                <a:cs typeface="Apple SD Gothic Neo"/>
              </a:defRPr>
            </a:defPPr>
            <a:lvl1pPr algn="l">
              <a:buNone/>
              <a:defRPr sz="1650" b="0">
                <a:solidFill>
                  <a:srgbClr val="B6BDD0"/>
                </a:solidFill>
                <a:latin typeface="Apple SD Gothic Neo"/>
                <a:ea typeface="Apple SD Gothic Neo"/>
                <a:cs typeface="Apple SD Gothic Neo"/>
              </a:defRPr>
            </a:lvl1pPr>
            <a:lvl2pPr algn="l">
              <a:buNone/>
              <a:defRPr sz="1650" b="0">
                <a:solidFill>
                  <a:srgbClr val="B6BDD0"/>
                </a:solidFill>
                <a:latin typeface="Apple SD Gothic Neo"/>
                <a:ea typeface="Apple SD Gothic Neo"/>
                <a:cs typeface="Apple SD Gothic Neo"/>
              </a:defRPr>
            </a:lvl2pPr>
            <a:lvl3pPr algn="l">
              <a:buNone/>
              <a:defRPr sz="1650" b="0">
                <a:solidFill>
                  <a:srgbClr val="B6BDD0"/>
                </a:solidFill>
                <a:latin typeface="Apple SD Gothic Neo"/>
                <a:ea typeface="Apple SD Gothic Neo"/>
                <a:cs typeface="Apple SD Gothic Neo"/>
              </a:defRPr>
            </a:lvl3pPr>
            <a:lvl4pPr algn="l">
              <a:buNone/>
              <a:defRPr sz="1650" b="0">
                <a:solidFill>
                  <a:srgbClr val="B6BDD0"/>
                </a:solidFill>
                <a:latin typeface="Apple SD Gothic Neo"/>
                <a:ea typeface="Apple SD Gothic Neo"/>
                <a:cs typeface="Apple SD Gothic Neo"/>
              </a:defRPr>
            </a:lvl4pPr>
            <a:lvl5pPr algn="l">
              <a:buNone/>
              <a:defRPr sz="1650" b="0">
                <a:solidFill>
                  <a:srgbClr val="B6BDD0"/>
                </a:solidFill>
                <a:latin typeface="Apple SD Gothic Neo"/>
                <a:ea typeface="Apple SD Gothic Neo"/>
                <a:cs typeface="Apple SD Gothic Neo"/>
              </a:defRPr>
            </a:lvl5pPr>
            <a:lvl6pPr algn="l">
              <a:buNone/>
              <a:defRPr sz="1650" b="0">
                <a:solidFill>
                  <a:srgbClr val="B6BDD0"/>
                </a:solidFill>
                <a:latin typeface="Apple SD Gothic Neo"/>
                <a:ea typeface="Apple SD Gothic Neo"/>
                <a:cs typeface="Apple SD Gothic Neo"/>
              </a:defRPr>
            </a:lvl6pPr>
            <a:lvl7pPr algn="l">
              <a:buNone/>
              <a:defRPr sz="1650" b="0">
                <a:solidFill>
                  <a:srgbClr val="B6BDD0"/>
                </a:solidFill>
                <a:latin typeface="Apple SD Gothic Neo"/>
                <a:ea typeface="Apple SD Gothic Neo"/>
                <a:cs typeface="Apple SD Gothic Neo"/>
              </a:defRPr>
            </a:lvl7pPr>
            <a:lvl8pPr algn="l">
              <a:buNone/>
              <a:defRPr sz="1650" b="0">
                <a:solidFill>
                  <a:srgbClr val="B6BDD0"/>
                </a:solidFill>
                <a:latin typeface="Apple SD Gothic Neo"/>
                <a:ea typeface="Apple SD Gothic Neo"/>
                <a:cs typeface="Apple SD Gothic Neo"/>
              </a:defRPr>
            </a:lvl8pPr>
            <a:lvl9pPr algn="l">
              <a:buNone/>
              <a:defRPr sz="1650" b="0">
                <a:solidFill>
                  <a:srgbClr val="B6BDD0"/>
                </a:solidFill>
                <a:latin typeface="Apple SD Gothic Neo"/>
                <a:ea typeface="Apple SD Gothic Neo"/>
                <a:cs typeface="Apple SD Gothic Neo"/>
              </a:defRPr>
            </a:lvl9pPr>
          </a:lstStyle>
          <a:p xmlns:a="http://schemas.openxmlformats.org/drawingml/2006/main">
            <a:pPr algn="l">
              <a:buNone/>
              <a:defRPr sz="1650" b="0">
                <a:solidFill>
                  <a:srgbClr val="B6BDD0"/>
                </a:solidFill>
                <a:latin typeface="Apple SD Gothic Neo"/>
                <a:ea typeface="Apple SD Gothic Neo"/>
                <a:cs typeface="Apple SD Gothic Neo"/>
              </a:defRPr>
            </a:pPr>
            <a:r>
              <a:rPr sz="1650" b="0">
                <a:solidFill>
                  <a:srgbClr val="B6BDD0"/>
                </a:solidFill>
                <a:latin typeface="Apple SD Gothic Neo"/>
                <a:ea typeface="Apple SD Gothic Neo"/>
                <a:cs typeface="Apple SD Gothic Neo"/>
              </a:rPr>
              <a:t>코드 중심 5분 발표  2026년 10월 22일</a:t>
            </a:r>
          </a:p>
        </p:txBody>
      </p:sp>
    </p:spTree>
    <p:extLst>
      <p:ext uri="{BB962C8B-B14F-4D97-AF65-F5344CB8AC3E}">
        <p14:creationId xmlns:p14="http://schemas.microsoft.com/office/powerpoint/2010/main" val="1081124633"/>
      </p:ext>
    </p:extLst>
  </p:cSld>
</p:sld>
</file>

<file path=ppt/slides/slide2.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8" name="slide-number">
            <a:extLst xmlns:a="http://schemas.openxmlformats.org/drawingml/2006/main">
              <a:ext uri="{FF2B5EF4-FFF2-40B4-BE49-F238E27FC236}">
                <a16:creationId xmlns:a16="http://schemas.microsoft.com/office/drawing/2014/main" id="{E0E5FBE9-51BF-4622-9DF1-8D35AF9C2B75}"/>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2 / 8</a:t>
            </a:r>
          </a:p>
        </p:txBody>
      </p:sp>
      <p:sp>
        <p:nvSpPr>
          <p:cNvPr id="2" name="slide-title">
            <a:extLst xmlns:a="http://schemas.openxmlformats.org/drawingml/2006/main">
              <a:ext uri="{FF2B5EF4-FFF2-40B4-BE49-F238E27FC236}">
                <a16:creationId xmlns:a16="http://schemas.microsoft.com/office/drawing/2014/main" id="{647779CC-9FCC-468C-949A-2D222BD7D8BD}"/>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문제 개선과 입력 validation</a:t>
            </a:r>
          </a:p>
        </p:txBody>
      </p:sp>
      <p:sp>
        <p:nvSpPr>
          <p:cNvPr id="3" name="code-background">
            <a:extLst xmlns:a="http://schemas.openxmlformats.org/drawingml/2006/main">
              <a:ext uri="{FF2B5EF4-FFF2-40B4-BE49-F238E27FC236}">
                <a16:creationId xmlns:a16="http://schemas.microsoft.com/office/drawing/2014/main" id="{9D9BBA53-4637-4CF4-9E10-FF1855AB00C8}"/>
              </a:ext>
            </a:extLst>
          </p:cNvPr>
          <p:cNvSpPr>
            <a:spLocks xmlns:a="http://schemas.openxmlformats.org/drawingml/2006/main" noGrp="1"/>
          </p:cNvSpPr>
          <p:nvPr/>
        </p:nvSpPr>
        <p:spPr>
          <a:xfrm xmlns:a="http://schemas.openxmlformats.org/drawingml/2006/main">
            <a:off x="609600" y="1438275"/>
            <a:ext cx="7762875" cy="2895600"/>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4" name="code-line-1">
            <a:extLst xmlns:a="http://schemas.openxmlformats.org/drawingml/2006/main">
              <a:ext uri="{FF2B5EF4-FFF2-40B4-BE49-F238E27FC236}">
                <a16:creationId xmlns:a16="http://schemas.microsoft.com/office/drawing/2014/main" id="{1874DAF0-C96C-4606-B541-35F839F865E8}"/>
              </a:ext>
            </a:extLst>
          </p:cNvPr>
          <p:cNvSpPr>
            <a:spLocks xmlns:a="http://schemas.openxmlformats.org/drawingml/2006/main" noGrp="1"/>
          </p:cNvSpPr>
          <p:nvPr/>
        </p:nvSpPr>
        <p:spPr>
          <a:xfrm xmlns:a="http://schemas.openxmlformats.org/drawingml/2006/main">
            <a:off x="819150" y="16097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admission = validate_input(</a:t>
            </a:r>
          </a:p>
        </p:txBody>
      </p:sp>
      <p:sp>
        <p:nvSpPr>
          <p:cNvPr id="5" name="code-line-2">
            <a:extLst xmlns:a="http://schemas.openxmlformats.org/drawingml/2006/main">
              <a:ext uri="{FF2B5EF4-FFF2-40B4-BE49-F238E27FC236}">
                <a16:creationId xmlns:a16="http://schemas.microsoft.com/office/drawing/2014/main" id="{384B65ED-7E14-47D1-ADF2-1A25C77AB02A}"/>
              </a:ext>
            </a:extLst>
          </p:cNvPr>
          <p:cNvSpPr>
            <a:spLocks xmlns:a="http://schemas.openxmlformats.org/drawingml/2006/main" noGrp="1"/>
          </p:cNvSpPr>
          <p:nvPr/>
        </p:nvSpPr>
        <p:spPr>
          <a:xfrm xmlns:a="http://schemas.openxmlformats.org/drawingml/2006/main">
            <a:off x="819150" y="19621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    req.message, known,</a:t>
            </a:r>
          </a:p>
        </p:txBody>
      </p:sp>
      <p:sp>
        <p:nvSpPr>
          <p:cNvPr id="6" name="code-line-3">
            <a:extLst xmlns:a="http://schemas.openxmlformats.org/drawingml/2006/main">
              <a:ext uri="{FF2B5EF4-FFF2-40B4-BE49-F238E27FC236}">
                <a16:creationId xmlns:a16="http://schemas.microsoft.com/office/drawing/2014/main" id="{43C7F030-A2DA-4533-A0FA-4068855D2509}"/>
              </a:ext>
            </a:extLst>
          </p:cNvPr>
          <p:cNvSpPr>
            <a:spLocks xmlns:a="http://schemas.openxmlformats.org/drawingml/2006/main" noGrp="1"/>
          </p:cNvSpPr>
          <p:nvPr/>
        </p:nvSpPr>
        <p:spPr>
          <a:xfrm xmlns:a="http://schemas.openxmlformats.org/drawingml/2006/main">
            <a:off x="819150" y="23145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    state[</a:t>
            </a:r>
            <a:r>
              <a:rPr>
                <a:solidFill>
                  <a:srgbClr val="F2CD88"/>
                </a:solidFill>
                <a:latin typeface="Menlo"/>
                <a:ea typeface="Menlo"/>
                <a:cs typeface="Menlo"/>
              </a:rPr>
              <a:t>"context"</a:t>
            </a:r>
            <a:r>
              <a:rPr>
                <a:solidFill>
                  <a:srgbClr val="F1F2F7"/>
                </a:solidFill>
                <a:latin typeface="Menlo"/>
                <a:ea typeface="Menlo"/>
                <a:cs typeface="Menlo"/>
              </a:rPr>
              <a:t>], req.targets</a:t>
            </a:r>
          </a:p>
        </p:txBody>
      </p:sp>
      <p:sp>
        <p:nvSpPr>
          <p:cNvPr id="7" name="code-line-4">
            <a:extLst xmlns:a="http://schemas.openxmlformats.org/drawingml/2006/main">
              <a:ext uri="{FF2B5EF4-FFF2-40B4-BE49-F238E27FC236}">
                <a16:creationId xmlns:a16="http://schemas.microsoft.com/office/drawing/2014/main" id="{CADBBD40-7315-4E78-8D85-1DE0D4330250}"/>
              </a:ext>
            </a:extLst>
          </p:cNvPr>
          <p:cNvSpPr>
            <a:spLocks xmlns:a="http://schemas.openxmlformats.org/drawingml/2006/main" noGrp="1"/>
          </p:cNvSpPr>
          <p:nvPr/>
        </p:nvSpPr>
        <p:spPr>
          <a:xfrm xmlns:a="http://schemas.openxmlformats.org/drawingml/2006/main">
            <a:off x="819150" y="26670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a:t>
            </a:r>
          </a:p>
        </p:txBody>
      </p:sp>
      <p:sp>
        <p:nvSpPr>
          <p:cNvPr id="8" name="code-line-5">
            <a:extLst xmlns:a="http://schemas.openxmlformats.org/drawingml/2006/main">
              <a:ext uri="{FF2B5EF4-FFF2-40B4-BE49-F238E27FC236}">
                <a16:creationId xmlns:a16="http://schemas.microsoft.com/office/drawing/2014/main" id="{E49AC1D6-9236-4B99-A9BA-9EACB2E5A6AD}"/>
              </a:ext>
            </a:extLst>
          </p:cNvPr>
          <p:cNvSpPr>
            <a:spLocks xmlns:a="http://schemas.openxmlformats.org/drawingml/2006/main" noGrp="1"/>
          </p:cNvSpPr>
          <p:nvPr/>
        </p:nvSpPr>
        <p:spPr>
          <a:xfrm xmlns:a="http://schemas.openxmlformats.org/drawingml/2006/main">
            <a:off x="819150" y="30194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8BDDB5"/>
                </a:solidFill>
                <a:latin typeface="Menlo"/>
                <a:ea typeface="Menlo"/>
                <a:cs typeface="Menlo"/>
              </a:rPr>
              <a:t>if</a:t>
            </a:r>
            <a:r>
              <a:rPr>
                <a:solidFill>
                  <a:srgbClr val="F1F2F7"/>
                </a:solidFill>
                <a:latin typeface="Menlo"/>
                <a:ea typeface="Menlo"/>
                <a:cs typeface="Menlo"/>
              </a:rPr>
              <a:t> </a:t>
            </a:r>
            <a:r>
              <a:rPr>
                <a:solidFill>
                  <a:srgbClr val="8BDDB5"/>
                </a:solidFill>
                <a:latin typeface="Menlo"/>
                <a:ea typeface="Menlo"/>
                <a:cs typeface="Menlo"/>
              </a:rPr>
              <a:t>not</a:t>
            </a:r>
            <a:r>
              <a:rPr>
                <a:solidFill>
                  <a:srgbClr val="F1F2F7"/>
                </a:solidFill>
                <a:latin typeface="Menlo"/>
                <a:ea typeface="Menlo"/>
                <a:cs typeface="Menlo"/>
              </a:rPr>
              <a:t> admission[</a:t>
            </a:r>
            <a:r>
              <a:rPr>
                <a:solidFill>
                  <a:srgbClr val="F2CD88"/>
                </a:solidFill>
                <a:latin typeface="Menlo"/>
                <a:ea typeface="Menlo"/>
                <a:cs typeface="Menlo"/>
              </a:rPr>
              <a:t>"passed"</a:t>
            </a:r>
            <a:r>
              <a:rPr>
                <a:solidFill>
                  <a:srgbClr val="F1F2F7"/>
                </a:solidFill>
                <a:latin typeface="Menlo"/>
                <a:ea typeface="Menlo"/>
                <a:cs typeface="Menlo"/>
              </a:rPr>
              <a:t>]:</a:t>
            </a:r>
          </a:p>
        </p:txBody>
      </p:sp>
      <p:sp>
        <p:nvSpPr>
          <p:cNvPr id="9" name="code-line-6">
            <a:extLst xmlns:a="http://schemas.openxmlformats.org/drawingml/2006/main">
              <a:ext uri="{FF2B5EF4-FFF2-40B4-BE49-F238E27FC236}">
                <a16:creationId xmlns:a16="http://schemas.microsoft.com/office/drawing/2014/main" id="{666EBD4F-FCFA-4704-B757-C408E9022468}"/>
              </a:ext>
            </a:extLst>
          </p:cNvPr>
          <p:cNvSpPr>
            <a:spLocks xmlns:a="http://schemas.openxmlformats.org/drawingml/2006/main" noGrp="1"/>
          </p:cNvSpPr>
          <p:nvPr/>
        </p:nvSpPr>
        <p:spPr>
          <a:xfrm xmlns:a="http://schemas.openxmlformats.org/drawingml/2006/main">
            <a:off x="819150" y="33718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    </a:t>
            </a:r>
            <a:r>
              <a:rPr>
                <a:solidFill>
                  <a:srgbClr val="B6BDD0"/>
                </a:solidFill>
                <a:latin typeface="Menlo"/>
                <a:ea typeface="Menlo"/>
                <a:cs typeface="Menlo"/>
              </a:rPr>
              <a:t># ... 거절 이벤트와 안내 전송 ...</a:t>
            </a:r>
          </a:p>
        </p:txBody>
      </p:sp>
      <p:sp>
        <p:nvSpPr>
          <p:cNvPr id="10" name="code-line-7">
            <a:extLst xmlns:a="http://schemas.openxmlformats.org/drawingml/2006/main">
              <a:ext uri="{FF2B5EF4-FFF2-40B4-BE49-F238E27FC236}">
                <a16:creationId xmlns:a16="http://schemas.microsoft.com/office/drawing/2014/main" id="{66A06C17-AF3D-4A45-8DA2-0F5C577C7B0D}"/>
              </a:ext>
            </a:extLst>
          </p:cNvPr>
          <p:cNvSpPr>
            <a:spLocks xmlns:a="http://schemas.openxmlformats.org/drawingml/2006/main" noGrp="1"/>
          </p:cNvSpPr>
          <p:nvPr/>
        </p:nvSpPr>
        <p:spPr>
          <a:xfrm xmlns:a="http://schemas.openxmlformats.org/drawingml/2006/main">
            <a:off x="819150" y="37242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Menlo"/>
                <a:ea typeface="Menlo"/>
                <a:cs typeface="Menlo"/>
              </a:defRPr>
            </a:defPPr>
            <a:lvl1pPr algn="l">
              <a:buNone/>
              <a:defRPr sz="1875" b="0">
                <a:solidFill>
                  <a:srgbClr val="F1F2F7"/>
                </a:solidFill>
                <a:latin typeface="Menlo"/>
                <a:ea typeface="Menlo"/>
                <a:cs typeface="Menlo"/>
              </a:defRPr>
            </a:lvl1pPr>
            <a:lvl2pPr algn="l">
              <a:buNone/>
              <a:defRPr sz="1875" b="0">
                <a:solidFill>
                  <a:srgbClr val="F1F2F7"/>
                </a:solidFill>
                <a:latin typeface="Menlo"/>
                <a:ea typeface="Menlo"/>
                <a:cs typeface="Menlo"/>
              </a:defRPr>
            </a:lvl2pPr>
            <a:lvl3pPr algn="l">
              <a:buNone/>
              <a:defRPr sz="1875" b="0">
                <a:solidFill>
                  <a:srgbClr val="F1F2F7"/>
                </a:solidFill>
                <a:latin typeface="Menlo"/>
                <a:ea typeface="Menlo"/>
                <a:cs typeface="Menlo"/>
              </a:defRPr>
            </a:lvl3pPr>
            <a:lvl4pPr algn="l">
              <a:buNone/>
              <a:defRPr sz="1875" b="0">
                <a:solidFill>
                  <a:srgbClr val="F1F2F7"/>
                </a:solidFill>
                <a:latin typeface="Menlo"/>
                <a:ea typeface="Menlo"/>
                <a:cs typeface="Menlo"/>
              </a:defRPr>
            </a:lvl4pPr>
            <a:lvl5pPr algn="l">
              <a:buNone/>
              <a:defRPr sz="1875" b="0">
                <a:solidFill>
                  <a:srgbClr val="F1F2F7"/>
                </a:solidFill>
                <a:latin typeface="Menlo"/>
                <a:ea typeface="Menlo"/>
                <a:cs typeface="Menlo"/>
              </a:defRPr>
            </a:lvl5pPr>
            <a:lvl6pPr algn="l">
              <a:buNone/>
              <a:defRPr sz="1875" b="0">
                <a:solidFill>
                  <a:srgbClr val="F1F2F7"/>
                </a:solidFill>
                <a:latin typeface="Menlo"/>
                <a:ea typeface="Menlo"/>
                <a:cs typeface="Menlo"/>
              </a:defRPr>
            </a:lvl6pPr>
            <a:lvl7pPr algn="l">
              <a:buNone/>
              <a:defRPr sz="1875" b="0">
                <a:solidFill>
                  <a:srgbClr val="F1F2F7"/>
                </a:solidFill>
                <a:latin typeface="Menlo"/>
                <a:ea typeface="Menlo"/>
                <a:cs typeface="Menlo"/>
              </a:defRPr>
            </a:lvl7pPr>
            <a:lvl8pPr algn="l">
              <a:buNone/>
              <a:defRPr sz="1875" b="0">
                <a:solidFill>
                  <a:srgbClr val="F1F2F7"/>
                </a:solidFill>
                <a:latin typeface="Menlo"/>
                <a:ea typeface="Menlo"/>
                <a:cs typeface="Menlo"/>
              </a:defRPr>
            </a:lvl8pPr>
            <a:lvl9pPr algn="l">
              <a:buNone/>
              <a:defRPr sz="1875" b="0">
                <a:solidFill>
                  <a:srgbClr val="F1F2F7"/>
                </a:solidFill>
                <a:latin typeface="Menlo"/>
                <a:ea typeface="Menlo"/>
                <a:cs typeface="Menlo"/>
              </a:defRPr>
            </a:lvl9pPr>
          </a:lstStyle>
          <a:p xmlns:a="http://schemas.openxmlformats.org/drawingml/2006/main">
            <a:pPr algn="l">
              <a:buNone/>
              <a:defRPr sz="1875"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return</a:t>
            </a:r>
          </a:p>
        </p:txBody>
      </p:sp>
      <p:sp>
        <p:nvSpPr>
          <p:cNvPr id="11" name="text">
            <a:extLst xmlns:a="http://schemas.openxmlformats.org/drawingml/2006/main">
              <a:ext uri="{FF2B5EF4-FFF2-40B4-BE49-F238E27FC236}">
                <a16:creationId xmlns:a16="http://schemas.microsoft.com/office/drawing/2014/main" id="{72075B0E-8037-4417-B33B-33FD808BE5D7}"/>
              </a:ext>
            </a:extLst>
          </p:cNvPr>
          <p:cNvSpPr>
            <a:spLocks xmlns:a="http://schemas.openxmlformats.org/drawingml/2006/main" noGrp="1"/>
          </p:cNvSpPr>
          <p:nvPr/>
        </p:nvSpPr>
        <p:spPr>
          <a:xfrm xmlns:a="http://schemas.openxmlformats.org/drawingml/2006/main">
            <a:off x="8858250" y="1514475"/>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로컬 규칙 검사</a:t>
            </a:r>
          </a:p>
        </p:txBody>
      </p:sp>
      <p:sp>
        <p:nvSpPr>
          <p:cNvPr id="12" name="text">
            <a:extLst xmlns:a="http://schemas.openxmlformats.org/drawingml/2006/main">
              <a:ext uri="{FF2B5EF4-FFF2-40B4-BE49-F238E27FC236}">
                <a16:creationId xmlns:a16="http://schemas.microsoft.com/office/drawing/2014/main" id="{70FD950F-82D7-4C93-9FD4-4987DBC47B13}"/>
              </a:ext>
            </a:extLst>
          </p:cNvPr>
          <p:cNvSpPr>
            <a:spLocks xmlns:a="http://schemas.openxmlformats.org/drawingml/2006/main" noGrp="1"/>
          </p:cNvSpPr>
          <p:nvPr/>
        </p:nvSpPr>
        <p:spPr>
          <a:xfrm xmlns:a="http://schemas.openxmlformats.org/drawingml/2006/main">
            <a:off x="8858250" y="2047875"/>
            <a:ext cx="27051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0">
                <a:solidFill>
                  <a:srgbClr val="F1F2F7"/>
                </a:solidFill>
                <a:latin typeface="Apple SD Gothic Neo"/>
                <a:ea typeface="Apple SD Gothic Neo"/>
                <a:cs typeface="Apple SD Gothic Neo"/>
              </a:defRPr>
            </a:defPPr>
            <a:lvl1pPr algn="l">
              <a:buNone/>
              <a:defRPr sz="1950" b="0">
                <a:solidFill>
                  <a:srgbClr val="F1F2F7"/>
                </a:solidFill>
                <a:latin typeface="Apple SD Gothic Neo"/>
                <a:ea typeface="Apple SD Gothic Neo"/>
                <a:cs typeface="Apple SD Gothic Neo"/>
              </a:defRPr>
            </a:lvl1pPr>
            <a:lvl2pPr algn="l">
              <a:buNone/>
              <a:defRPr sz="1950" b="0">
                <a:solidFill>
                  <a:srgbClr val="F1F2F7"/>
                </a:solidFill>
                <a:latin typeface="Apple SD Gothic Neo"/>
                <a:ea typeface="Apple SD Gothic Neo"/>
                <a:cs typeface="Apple SD Gothic Neo"/>
              </a:defRPr>
            </a:lvl2pPr>
            <a:lvl3pPr algn="l">
              <a:buNone/>
              <a:defRPr sz="1950" b="0">
                <a:solidFill>
                  <a:srgbClr val="F1F2F7"/>
                </a:solidFill>
                <a:latin typeface="Apple SD Gothic Neo"/>
                <a:ea typeface="Apple SD Gothic Neo"/>
                <a:cs typeface="Apple SD Gothic Neo"/>
              </a:defRPr>
            </a:lvl3pPr>
            <a:lvl4pPr algn="l">
              <a:buNone/>
              <a:defRPr sz="1950" b="0">
                <a:solidFill>
                  <a:srgbClr val="F1F2F7"/>
                </a:solidFill>
                <a:latin typeface="Apple SD Gothic Neo"/>
                <a:ea typeface="Apple SD Gothic Neo"/>
                <a:cs typeface="Apple SD Gothic Neo"/>
              </a:defRPr>
            </a:lvl4pPr>
            <a:lvl5pPr algn="l">
              <a:buNone/>
              <a:defRPr sz="1950" b="0">
                <a:solidFill>
                  <a:srgbClr val="F1F2F7"/>
                </a:solidFill>
                <a:latin typeface="Apple SD Gothic Neo"/>
                <a:ea typeface="Apple SD Gothic Neo"/>
                <a:cs typeface="Apple SD Gothic Neo"/>
              </a:defRPr>
            </a:lvl5pPr>
            <a:lvl6pPr algn="l">
              <a:buNone/>
              <a:defRPr sz="1950" b="0">
                <a:solidFill>
                  <a:srgbClr val="F1F2F7"/>
                </a:solidFill>
                <a:latin typeface="Apple SD Gothic Neo"/>
                <a:ea typeface="Apple SD Gothic Neo"/>
                <a:cs typeface="Apple SD Gothic Neo"/>
              </a:defRPr>
            </a:lvl6pPr>
            <a:lvl7pPr algn="l">
              <a:buNone/>
              <a:defRPr sz="1950" b="0">
                <a:solidFill>
                  <a:srgbClr val="F1F2F7"/>
                </a:solidFill>
                <a:latin typeface="Apple SD Gothic Neo"/>
                <a:ea typeface="Apple SD Gothic Neo"/>
                <a:cs typeface="Apple SD Gothic Neo"/>
              </a:defRPr>
            </a:lvl7pPr>
            <a:lvl8pPr algn="l">
              <a:buNone/>
              <a:defRPr sz="1950" b="0">
                <a:solidFill>
                  <a:srgbClr val="F1F2F7"/>
                </a:solidFill>
                <a:latin typeface="Apple SD Gothic Neo"/>
                <a:ea typeface="Apple SD Gothic Neo"/>
                <a:cs typeface="Apple SD Gothic Neo"/>
              </a:defRPr>
            </a:lvl8pPr>
            <a:lvl9pPr algn="l">
              <a:buNone/>
              <a:defRPr sz="1950" b="0">
                <a:solidFill>
                  <a:srgbClr val="F1F2F7"/>
                </a:solidFill>
                <a:latin typeface="Apple SD Gothic Neo"/>
                <a:ea typeface="Apple SD Gothic Neo"/>
                <a:cs typeface="Apple SD Gothic Neo"/>
              </a:defRPr>
            </a:lvl9pPr>
          </a:lstStyle>
          <a:p xmlns:a="http://schemas.openxmlformats.org/drawingml/2006/main">
            <a:pPr algn="l">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문자 정규화</a:t>
            </a:r>
          </a:p>
          <a:p xmlns:a="http://schemas.openxmlformats.org/drawingml/2006/main">
            <a:pPr algn="l">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무의미·반복 입력</a:t>
            </a:r>
          </a:p>
          <a:p xmlns:a="http://schemas.openxmlformats.org/drawingml/2006/main">
            <a:pPr algn="l">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운영 관련성</a:t>
            </a:r>
          </a:p>
        </p:txBody>
      </p:sp>
      <p:sp>
        <p:nvSpPr>
          <p:cNvPr id="13" name="text">
            <a:extLst xmlns:a="http://schemas.openxmlformats.org/drawingml/2006/main">
              <a:ext uri="{FF2B5EF4-FFF2-40B4-BE49-F238E27FC236}">
                <a16:creationId xmlns:a16="http://schemas.microsoft.com/office/drawing/2014/main" id="{9F652F61-53FE-4693-92F5-9B1822612879}"/>
              </a:ext>
            </a:extLst>
          </p:cNvPr>
          <p:cNvSpPr>
            <a:spLocks xmlns:a="http://schemas.openxmlformats.org/drawingml/2006/main" noGrp="1"/>
          </p:cNvSpPr>
          <p:nvPr/>
        </p:nvSpPr>
        <p:spPr>
          <a:xfrm xmlns:a="http://schemas.openxmlformats.org/drawingml/2006/main">
            <a:off x="8858250" y="37147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짧은 답변 보존</a:t>
            </a:r>
          </a:p>
        </p:txBody>
      </p:sp>
      <p:sp>
        <p:nvSpPr>
          <p:cNvPr id="14" name="text">
            <a:extLst xmlns:a="http://schemas.openxmlformats.org/drawingml/2006/main">
              <a:ext uri="{FF2B5EF4-FFF2-40B4-BE49-F238E27FC236}">
                <a16:creationId xmlns:a16="http://schemas.microsoft.com/office/drawing/2014/main" id="{8416BE13-60D8-4F28-AF46-7A6B07C56BA6}"/>
              </a:ext>
            </a:extLst>
          </p:cNvPr>
          <p:cNvSpPr>
            <a:spLocks xmlns:a="http://schemas.openxmlformats.org/drawingml/2006/main" noGrp="1"/>
          </p:cNvSpPr>
          <p:nvPr/>
        </p:nvSpPr>
        <p:spPr>
          <a:xfrm xmlns:a="http://schemas.openxmlformats.org/drawingml/2006/main">
            <a:off x="8858250" y="4248150"/>
            <a:ext cx="27051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buNone/>
              <a:defRPr sz="1875" b="0">
                <a:solidFill>
                  <a:srgbClr val="F1F2F7"/>
                </a:solidFill>
                <a:latin typeface="Apple SD Gothic Neo"/>
                <a:ea typeface="Apple SD Gothic Neo"/>
                <a:cs typeface="Apple SD Gothic Neo"/>
              </a:defRPr>
            </a:lvl1pPr>
            <a:lvl2pPr algn="l">
              <a:buNone/>
              <a:defRPr sz="1875" b="0">
                <a:solidFill>
                  <a:srgbClr val="F1F2F7"/>
                </a:solidFill>
                <a:latin typeface="Apple SD Gothic Neo"/>
                <a:ea typeface="Apple SD Gothic Neo"/>
                <a:cs typeface="Apple SD Gothic Neo"/>
              </a:defRPr>
            </a:lvl2pPr>
            <a:lvl3pPr algn="l">
              <a:buNone/>
              <a:defRPr sz="1875" b="0">
                <a:solidFill>
                  <a:srgbClr val="F1F2F7"/>
                </a:solidFill>
                <a:latin typeface="Apple SD Gothic Neo"/>
                <a:ea typeface="Apple SD Gothic Neo"/>
                <a:cs typeface="Apple SD Gothic Neo"/>
              </a:defRPr>
            </a:lvl3pPr>
            <a:lvl4pPr algn="l">
              <a:buNone/>
              <a:defRPr sz="1875" b="0">
                <a:solidFill>
                  <a:srgbClr val="F1F2F7"/>
                </a:solidFill>
                <a:latin typeface="Apple SD Gothic Neo"/>
                <a:ea typeface="Apple SD Gothic Neo"/>
                <a:cs typeface="Apple SD Gothic Neo"/>
              </a:defRPr>
            </a:lvl4pPr>
            <a:lvl5pPr algn="l">
              <a:buNone/>
              <a:defRPr sz="1875" b="0">
                <a:solidFill>
                  <a:srgbClr val="F1F2F7"/>
                </a:solidFill>
                <a:latin typeface="Apple SD Gothic Neo"/>
                <a:ea typeface="Apple SD Gothic Neo"/>
                <a:cs typeface="Apple SD Gothic Neo"/>
              </a:defRPr>
            </a:lvl5pPr>
            <a:lvl6pPr algn="l">
              <a:buNone/>
              <a:defRPr sz="1875" b="0">
                <a:solidFill>
                  <a:srgbClr val="F1F2F7"/>
                </a:solidFill>
                <a:latin typeface="Apple SD Gothic Neo"/>
                <a:ea typeface="Apple SD Gothic Neo"/>
                <a:cs typeface="Apple SD Gothic Neo"/>
              </a:defRPr>
            </a:lvl6pPr>
            <a:lvl7pPr algn="l">
              <a:buNone/>
              <a:defRPr sz="1875" b="0">
                <a:solidFill>
                  <a:srgbClr val="F1F2F7"/>
                </a:solidFill>
                <a:latin typeface="Apple SD Gothic Neo"/>
                <a:ea typeface="Apple SD Gothic Neo"/>
                <a:cs typeface="Apple SD Gothic Neo"/>
              </a:defRPr>
            </a:lvl7pPr>
            <a:lvl8pPr algn="l">
              <a:buNone/>
              <a:defRPr sz="1875" b="0">
                <a:solidFill>
                  <a:srgbClr val="F1F2F7"/>
                </a:solidFill>
                <a:latin typeface="Apple SD Gothic Neo"/>
                <a:ea typeface="Apple SD Gothic Neo"/>
                <a:cs typeface="Apple SD Gothic Neo"/>
              </a:defRPr>
            </a:lvl8pPr>
            <a:lvl9pPr algn="l">
              <a:buNone/>
              <a:defRPr sz="1875" b="0">
                <a:solidFill>
                  <a:srgbClr val="F1F2F7"/>
                </a:solidFill>
                <a:latin typeface="Apple SD Gothic Neo"/>
                <a:ea typeface="Apple SD Gothic Neo"/>
                <a:cs typeface="Apple SD Gothic Neo"/>
              </a:defRPr>
            </a:lvl9pPr>
          </a:lstStyle>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시스템명</a:t>
            </a:r>
          </a:p>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기존 조사의 후속 답변</a:t>
            </a:r>
          </a:p>
        </p:txBody>
      </p:sp>
      <p:sp>
        <p:nvSpPr>
          <p:cNvPr id="15" name="text">
            <a:extLst xmlns:a="http://schemas.openxmlformats.org/drawingml/2006/main">
              <a:ext uri="{FF2B5EF4-FFF2-40B4-BE49-F238E27FC236}">
                <a16:creationId xmlns:a16="http://schemas.microsoft.com/office/drawing/2014/main" id="{55F1E783-34C8-4526-BEBC-BD82E5D11758}"/>
              </a:ext>
            </a:extLst>
          </p:cNvPr>
          <p:cNvSpPr>
            <a:spLocks xmlns:a="http://schemas.openxmlformats.org/drawingml/2006/main" noGrp="1"/>
          </p:cNvSpPr>
          <p:nvPr/>
        </p:nvSpPr>
        <p:spPr>
          <a:xfrm xmlns:a="http://schemas.openxmlformats.org/drawingml/2006/main">
            <a:off x="609600" y="481012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buNone/>
              <a:defRPr sz="2250" b="1">
                <a:solidFill>
                  <a:srgbClr val="8BDDB5"/>
                </a:solidFill>
                <a:latin typeface="Apple SD Gothic Neo"/>
                <a:ea typeface="Apple SD Gothic Neo"/>
                <a:cs typeface="Apple SD Gothic Neo"/>
              </a:defRPr>
            </a:lvl1pPr>
            <a:lvl2pPr algn="l">
              <a:buNone/>
              <a:defRPr sz="2250" b="1">
                <a:solidFill>
                  <a:srgbClr val="8BDDB5"/>
                </a:solidFill>
                <a:latin typeface="Apple SD Gothic Neo"/>
                <a:ea typeface="Apple SD Gothic Neo"/>
                <a:cs typeface="Apple SD Gothic Neo"/>
              </a:defRPr>
            </a:lvl2pPr>
            <a:lvl3pPr algn="l">
              <a:buNone/>
              <a:defRPr sz="2250" b="1">
                <a:solidFill>
                  <a:srgbClr val="8BDDB5"/>
                </a:solidFill>
                <a:latin typeface="Apple SD Gothic Neo"/>
                <a:ea typeface="Apple SD Gothic Neo"/>
                <a:cs typeface="Apple SD Gothic Neo"/>
              </a:defRPr>
            </a:lvl3pPr>
            <a:lvl4pPr algn="l">
              <a:buNone/>
              <a:defRPr sz="2250" b="1">
                <a:solidFill>
                  <a:srgbClr val="8BDDB5"/>
                </a:solidFill>
                <a:latin typeface="Apple SD Gothic Neo"/>
                <a:ea typeface="Apple SD Gothic Neo"/>
                <a:cs typeface="Apple SD Gothic Neo"/>
              </a:defRPr>
            </a:lvl4pPr>
            <a:lvl5pPr algn="l">
              <a:buNone/>
              <a:defRPr sz="2250" b="1">
                <a:solidFill>
                  <a:srgbClr val="8BDDB5"/>
                </a:solidFill>
                <a:latin typeface="Apple SD Gothic Neo"/>
                <a:ea typeface="Apple SD Gothic Neo"/>
                <a:cs typeface="Apple SD Gothic Neo"/>
              </a:defRPr>
            </a:lvl5pPr>
            <a:lvl6pPr algn="l">
              <a:buNone/>
              <a:defRPr sz="2250" b="1">
                <a:solidFill>
                  <a:srgbClr val="8BDDB5"/>
                </a:solidFill>
                <a:latin typeface="Apple SD Gothic Neo"/>
                <a:ea typeface="Apple SD Gothic Neo"/>
                <a:cs typeface="Apple SD Gothic Neo"/>
              </a:defRPr>
            </a:lvl6pPr>
            <a:lvl7pPr algn="l">
              <a:buNone/>
              <a:defRPr sz="2250" b="1">
                <a:solidFill>
                  <a:srgbClr val="8BDDB5"/>
                </a:solidFill>
                <a:latin typeface="Apple SD Gothic Neo"/>
                <a:ea typeface="Apple SD Gothic Neo"/>
                <a:cs typeface="Apple SD Gothic Neo"/>
              </a:defRPr>
            </a:lvl7pPr>
            <a:lvl8pPr algn="l">
              <a:buNone/>
              <a:defRPr sz="2250" b="1">
                <a:solidFill>
                  <a:srgbClr val="8BDDB5"/>
                </a:solidFill>
                <a:latin typeface="Apple SD Gothic Neo"/>
                <a:ea typeface="Apple SD Gothic Neo"/>
                <a:cs typeface="Apple SD Gothic Neo"/>
              </a:defRPr>
            </a:lvl8pPr>
            <a:lvl9pPr algn="l">
              <a:buNone/>
              <a:defRPr sz="2250" b="1">
                <a:solidFill>
                  <a:srgbClr val="8BDDB5"/>
                </a:solidFill>
                <a:latin typeface="Apple SD Gothic Neo"/>
                <a:ea typeface="Apple SD Gothic Neo"/>
                <a:cs typeface="Apple SD Gothic Neo"/>
              </a:defRPr>
            </a:lvl9pPr>
          </a:lstStyle>
          <a:p xmlns:a="http://schemas.openxmlformats.org/drawingml/2006/main">
            <a:pPr algn="l">
              <a:buNone/>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불필요한 요청을 생성 호출 전에 거절합니다</a:t>
            </a:r>
          </a:p>
        </p:txBody>
      </p:sp>
      <p:sp>
        <p:nvSpPr>
          <p:cNvPr id="16" name="text">
            <a:extLst xmlns:a="http://schemas.openxmlformats.org/drawingml/2006/main">
              <a:ext uri="{FF2B5EF4-FFF2-40B4-BE49-F238E27FC236}">
                <a16:creationId xmlns:a16="http://schemas.microsoft.com/office/drawing/2014/main" id="{E3089B9B-AF1A-4C2F-ADC5-ADF9C1197845}"/>
              </a:ext>
            </a:extLst>
          </p:cNvPr>
          <p:cNvSpPr>
            <a:spLocks xmlns:a="http://schemas.openxmlformats.org/drawingml/2006/main" noGrp="1"/>
          </p:cNvSpPr>
          <p:nvPr/>
        </p:nvSpPr>
        <p:spPr>
          <a:xfrm xmlns:a="http://schemas.openxmlformats.org/drawingml/2006/main">
            <a:off x="609600" y="54387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F1F2F7"/>
                </a:solidFill>
                <a:latin typeface="Apple SD Gothic Neo"/>
                <a:ea typeface="Apple SD Gothic Neo"/>
                <a:cs typeface="Apple SD Gothic Neo"/>
              </a:defRPr>
            </a:defPPr>
            <a:lvl1pPr algn="l">
              <a:buNone/>
              <a:defRPr sz="2100" b="0">
                <a:solidFill>
                  <a:srgbClr val="F1F2F7"/>
                </a:solidFill>
                <a:latin typeface="Apple SD Gothic Neo"/>
                <a:ea typeface="Apple SD Gothic Neo"/>
                <a:cs typeface="Apple SD Gothic Neo"/>
              </a:defRPr>
            </a:lvl1pPr>
            <a:lvl2pPr algn="l">
              <a:buNone/>
              <a:defRPr sz="2100" b="0">
                <a:solidFill>
                  <a:srgbClr val="F1F2F7"/>
                </a:solidFill>
                <a:latin typeface="Apple SD Gothic Neo"/>
                <a:ea typeface="Apple SD Gothic Neo"/>
                <a:cs typeface="Apple SD Gothic Neo"/>
              </a:defRPr>
            </a:lvl2pPr>
            <a:lvl3pPr algn="l">
              <a:buNone/>
              <a:defRPr sz="2100" b="0">
                <a:solidFill>
                  <a:srgbClr val="F1F2F7"/>
                </a:solidFill>
                <a:latin typeface="Apple SD Gothic Neo"/>
                <a:ea typeface="Apple SD Gothic Neo"/>
                <a:cs typeface="Apple SD Gothic Neo"/>
              </a:defRPr>
            </a:lvl3pPr>
            <a:lvl4pPr algn="l">
              <a:buNone/>
              <a:defRPr sz="2100" b="0">
                <a:solidFill>
                  <a:srgbClr val="F1F2F7"/>
                </a:solidFill>
                <a:latin typeface="Apple SD Gothic Neo"/>
                <a:ea typeface="Apple SD Gothic Neo"/>
                <a:cs typeface="Apple SD Gothic Neo"/>
              </a:defRPr>
            </a:lvl4pPr>
            <a:lvl5pPr algn="l">
              <a:buNone/>
              <a:defRPr sz="2100" b="0">
                <a:solidFill>
                  <a:srgbClr val="F1F2F7"/>
                </a:solidFill>
                <a:latin typeface="Apple SD Gothic Neo"/>
                <a:ea typeface="Apple SD Gothic Neo"/>
                <a:cs typeface="Apple SD Gothic Neo"/>
              </a:defRPr>
            </a:lvl5pPr>
            <a:lvl6pPr algn="l">
              <a:buNone/>
              <a:defRPr sz="2100" b="0">
                <a:solidFill>
                  <a:srgbClr val="F1F2F7"/>
                </a:solidFill>
                <a:latin typeface="Apple SD Gothic Neo"/>
                <a:ea typeface="Apple SD Gothic Neo"/>
                <a:cs typeface="Apple SD Gothic Neo"/>
              </a:defRPr>
            </a:lvl6pPr>
            <a:lvl7pPr algn="l">
              <a:buNone/>
              <a:defRPr sz="2100" b="0">
                <a:solidFill>
                  <a:srgbClr val="F1F2F7"/>
                </a:solidFill>
                <a:latin typeface="Apple SD Gothic Neo"/>
                <a:ea typeface="Apple SD Gothic Neo"/>
                <a:cs typeface="Apple SD Gothic Neo"/>
              </a:defRPr>
            </a:lvl7pPr>
            <a:lvl8pPr algn="l">
              <a:buNone/>
              <a:defRPr sz="2100" b="0">
                <a:solidFill>
                  <a:srgbClr val="F1F2F7"/>
                </a:solidFill>
                <a:latin typeface="Apple SD Gothic Neo"/>
                <a:ea typeface="Apple SD Gothic Neo"/>
                <a:cs typeface="Apple SD Gothic Neo"/>
              </a:defRPr>
            </a:lvl8pPr>
            <a:lvl9pPr algn="l">
              <a:buNone/>
              <a:defRPr sz="2100" b="0">
                <a:solidFill>
                  <a:srgbClr val="F1F2F7"/>
                </a:solidFill>
                <a:latin typeface="Apple SD Gothic Neo"/>
                <a:ea typeface="Apple SD Gothic Neo"/>
                <a:cs typeface="Apple SD Gothic Neo"/>
              </a:defRPr>
            </a:lvl9pPr>
          </a:lstStyle>
          <a:p xmlns:a="http://schemas.openxmlformats.org/drawingml/2006/main">
            <a:pPr algn="l">
              <a:buNone/>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기존 문제: 무의미한 입력에도 모델과 도구를 호출</a:t>
            </a:r>
          </a:p>
        </p:txBody>
      </p:sp>
      <p:sp>
        <p:nvSpPr>
          <p:cNvPr id="17" name="source-location">
            <a:extLst xmlns:a="http://schemas.openxmlformats.org/drawingml/2006/main">
              <a:ext uri="{FF2B5EF4-FFF2-40B4-BE49-F238E27FC236}">
                <a16:creationId xmlns:a16="http://schemas.microsoft.com/office/drawing/2014/main" id="{A163A766-C83E-418F-82B2-A12BC3DD0FCB}"/>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server.py 217~227행 핵심 흐름, 중간 생략 및 줄바꿈 조정  /  agent/input_validation.py 19~41행</a:t>
            </a:r>
          </a:p>
        </p:txBody>
      </p:sp>
    </p:spTree>
    <p:extLst>
      <p:ext uri="{BB962C8B-B14F-4D97-AF65-F5344CB8AC3E}">
        <p14:creationId xmlns:p14="http://schemas.microsoft.com/office/powerpoint/2010/main" val="1160336793"/>
      </p:ext>
    </p:extLst>
  </p:cSld>
</p:sld>
</file>

<file path=ppt/slides/slide3.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CDE65195-BD8D-42BB-8A80-C7335886AAB6}"/>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3 / 8</a:t>
            </a:r>
          </a:p>
        </p:txBody>
      </p:sp>
      <p:sp>
        <p:nvSpPr>
          <p:cNvPr id="2" name="slide-title">
            <a:extLst xmlns:a="http://schemas.openxmlformats.org/drawingml/2006/main">
              <a:ext uri="{FF2B5EF4-FFF2-40B4-BE49-F238E27FC236}">
                <a16:creationId xmlns:a16="http://schemas.microsoft.com/office/drawing/2014/main" id="{1AE59285-8DC7-4FAC-84CB-D108B07A0893}"/>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전문 조회와 MCP·RAG</a:t>
            </a:r>
          </a:p>
        </p:txBody>
      </p:sp>
      <p:sp>
        <p:nvSpPr>
          <p:cNvPr id="8" name="source-location">
            <a:extLst xmlns:a="http://schemas.openxmlformats.org/drawingml/2006/main">
              <a:ext uri="{FF2B5EF4-FFF2-40B4-BE49-F238E27FC236}">
                <a16:creationId xmlns:a16="http://schemas.microsoft.com/office/drawing/2014/main" id="{A5645F6E-9BD6-4C09-B401-179DAC87B875}"/>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agent/graph.py 129~133행 발췌, 줄바꿈 조정 / mcp_server.py 23~79행 / retrieval.py 30~60행</a:t>
            </a:r>
          </a:p>
        </p:txBody>
      </p:sp>
      <p:sp>
        <p:nvSpPr>
          <p:cNvPr id="10" name="code-background">
            <a:extLst xmlns:a="http://schemas.openxmlformats.org/drawingml/2006/main">
              <a:ext uri="{FF2B5EF4-FFF2-40B4-BE49-F238E27FC236}">
                <a16:creationId xmlns:a16="http://schemas.microsoft.com/office/drawing/2014/main" id="{1EBE5337-F8A0-49C0-80E0-58B9E7A049C5}"/>
              </a:ext>
            </a:extLst>
          </p:cNvPr>
          <p:cNvSpPr>
            <a:spLocks xmlns:a="http://schemas.openxmlformats.org/drawingml/2006/main" noGrp="1"/>
          </p:cNvSpPr>
          <p:nvPr/>
        </p:nvSpPr>
        <p:spPr>
          <a:xfrm xmlns:a="http://schemas.openxmlformats.org/drawingml/2006/main">
            <a:off x="609600" y="1438275"/>
            <a:ext cx="7762875" cy="3505200"/>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11" name="code-line-1">
            <a:extLst xmlns:a="http://schemas.openxmlformats.org/drawingml/2006/main">
              <a:ext uri="{FF2B5EF4-FFF2-40B4-BE49-F238E27FC236}">
                <a16:creationId xmlns:a16="http://schemas.microsoft.com/office/drawing/2014/main" id="{A10FBCA2-2566-4139-8CFA-0E6C2EC9B297}"/>
              </a:ext>
            </a:extLst>
          </p:cNvPr>
          <p:cNvSpPr>
            <a:spLocks xmlns:a="http://schemas.openxmlformats.org/drawingml/2006/main" noGrp="1"/>
          </p:cNvSpPr>
          <p:nvPr/>
        </p:nvSpPr>
        <p:spPr>
          <a:xfrm xmlns:a="http://schemas.openxmlformats.org/drawingml/2006/main">
            <a:off x="819150" y="1609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groups = </a:t>
            </a:r>
            <a:r>
              <a:rPr>
                <a:solidFill>
                  <a:srgbClr val="8BDDB5"/>
                </a:solidFill>
                <a:latin typeface="Menlo"/>
                <a:ea typeface="Menlo"/>
                <a:cs typeface="Menlo"/>
              </a:rPr>
              <a:t>await</a:t>
            </a:r>
            <a:r>
              <a:rPr>
                <a:solidFill>
                  <a:srgbClr val="F1F2F7"/>
                </a:solidFill>
                <a:latin typeface="Menlo"/>
                <a:ea typeface="Menlo"/>
                <a:cs typeface="Menlo"/>
              </a:rPr>
              <a:t> asyncio.gather(*(</a:t>
            </a:r>
          </a:p>
        </p:txBody>
      </p:sp>
      <p:sp>
        <p:nvSpPr>
          <p:cNvPr id="12" name="code-line-2">
            <a:extLst xmlns:a="http://schemas.openxmlformats.org/drawingml/2006/main">
              <a:ext uri="{FF2B5EF4-FFF2-40B4-BE49-F238E27FC236}">
                <a16:creationId xmlns:a16="http://schemas.microsoft.com/office/drawing/2014/main" id="{06A947D1-F3B2-401A-A17C-DD6E1D63FBAB}"/>
              </a:ext>
            </a:extLst>
          </p:cNvPr>
          <p:cNvSpPr>
            <a:spLocks xmlns:a="http://schemas.openxmlformats.org/drawingml/2006/main" noGrp="1"/>
          </p:cNvSpPr>
          <p:nvPr/>
        </p:nvSpPr>
        <p:spPr>
          <a:xfrm xmlns:a="http://schemas.openxmlformats.org/drawingml/2006/main">
            <a:off x="819150" y="1990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    one(n, specialists[n])</a:t>
            </a:r>
          </a:p>
        </p:txBody>
      </p:sp>
      <p:sp>
        <p:nvSpPr>
          <p:cNvPr id="13" name="code-line-3">
            <a:extLst xmlns:a="http://schemas.openxmlformats.org/drawingml/2006/main">
              <a:ext uri="{FF2B5EF4-FFF2-40B4-BE49-F238E27FC236}">
                <a16:creationId xmlns:a16="http://schemas.microsoft.com/office/drawing/2014/main" id="{A9EFAE5D-F52F-4F69-B2AC-8183A2E77B0B}"/>
              </a:ext>
            </a:extLst>
          </p:cNvPr>
          <p:cNvSpPr>
            <a:spLocks xmlns:a="http://schemas.openxmlformats.org/drawingml/2006/main" noGrp="1"/>
          </p:cNvSpPr>
          <p:nvPr/>
        </p:nvSpPr>
        <p:spPr>
          <a:xfrm xmlns:a="http://schemas.openxmlformats.org/drawingml/2006/main">
            <a:off x="819150" y="2371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for</a:t>
            </a:r>
            <a:r>
              <a:rPr>
                <a:solidFill>
                  <a:srgbClr val="F1F2F7"/>
                </a:solidFill>
                <a:latin typeface="Menlo"/>
                <a:ea typeface="Menlo"/>
                <a:cs typeface="Menlo"/>
              </a:rPr>
              <a:t> n </a:t>
            </a:r>
            <a:r>
              <a:rPr>
                <a:solidFill>
                  <a:srgbClr val="8BDDB5"/>
                </a:solidFill>
                <a:latin typeface="Menlo"/>
                <a:ea typeface="Menlo"/>
                <a:cs typeface="Menlo"/>
              </a:rPr>
              <a:t>in</a:t>
            </a:r>
            <a:r>
              <a:rPr>
                <a:solidFill>
                  <a:srgbClr val="F1F2F7"/>
                </a:solidFill>
                <a:latin typeface="Menlo"/>
                <a:ea typeface="Menlo"/>
                <a:cs typeface="Menlo"/>
              </a:rPr>
              <a:t> (</a:t>
            </a:r>
            <a:r>
              <a:rPr>
                <a:solidFill>
                  <a:srgbClr val="F2CD88"/>
                </a:solidFill>
                <a:latin typeface="Menlo"/>
                <a:ea typeface="Menlo"/>
                <a:cs typeface="Menlo"/>
              </a:rPr>
              <a:t>"metrics"</a:t>
            </a:r>
            <a:r>
              <a:rPr>
                <a:solidFill>
                  <a:srgbClr val="F1F2F7"/>
                </a:solidFill>
                <a:latin typeface="Menlo"/>
                <a:ea typeface="Menlo"/>
                <a:cs typeface="Menlo"/>
              </a:rPr>
              <a:t>, </a:t>
            </a:r>
            <a:r>
              <a:rPr>
                <a:solidFill>
                  <a:srgbClr val="F2CD88"/>
                </a:solidFill>
                <a:latin typeface="Menlo"/>
                <a:ea typeface="Menlo"/>
                <a:cs typeface="Menlo"/>
              </a:rPr>
              <a:t>"logs"</a:t>
            </a:r>
            <a:r>
              <a:rPr>
                <a:solidFill>
                  <a:srgbClr val="F1F2F7"/>
                </a:solidFill>
                <a:latin typeface="Menlo"/>
                <a:ea typeface="Menlo"/>
                <a:cs typeface="Menlo"/>
              </a:rPr>
              <a:t>)</a:t>
            </a:r>
          </a:p>
        </p:txBody>
      </p:sp>
      <p:sp>
        <p:nvSpPr>
          <p:cNvPr id="14" name="code-line-4">
            <a:extLst xmlns:a="http://schemas.openxmlformats.org/drawingml/2006/main">
              <a:ext uri="{FF2B5EF4-FFF2-40B4-BE49-F238E27FC236}">
                <a16:creationId xmlns:a16="http://schemas.microsoft.com/office/drawing/2014/main" id="{70A6FE6E-BCE3-4877-A42E-8ECE717E2E7F}"/>
              </a:ext>
            </a:extLst>
          </p:cNvPr>
          <p:cNvSpPr>
            <a:spLocks xmlns:a="http://schemas.openxmlformats.org/drawingml/2006/main" noGrp="1"/>
          </p:cNvSpPr>
          <p:nvPr/>
        </p:nvSpPr>
        <p:spPr>
          <a:xfrm xmlns:a="http://schemas.openxmlformats.org/drawingml/2006/main">
            <a:off x="819150" y="2752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a:t>
            </a:r>
          </a:p>
        </p:txBody>
      </p:sp>
      <p:sp>
        <p:nvSpPr>
          <p:cNvPr id="15" name="code-line-6">
            <a:extLst xmlns:a="http://schemas.openxmlformats.org/drawingml/2006/main">
              <a:ext uri="{FF2B5EF4-FFF2-40B4-BE49-F238E27FC236}">
                <a16:creationId xmlns:a16="http://schemas.microsoft.com/office/drawing/2014/main" id="{C7FEEE40-9009-4106-B938-F70595230B76}"/>
              </a:ext>
            </a:extLst>
          </p:cNvPr>
          <p:cNvSpPr>
            <a:spLocks xmlns:a="http://schemas.openxmlformats.org/drawingml/2006/main" noGrp="1"/>
          </p:cNvSpPr>
          <p:nvPr/>
        </p:nvSpPr>
        <p:spPr>
          <a:xfrm xmlns:a="http://schemas.openxmlformats.org/drawingml/2006/main">
            <a:off x="819150" y="3514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groups.append(</a:t>
            </a:r>
            <a:r>
              <a:rPr>
                <a:solidFill>
                  <a:srgbClr val="8BDDB5"/>
                </a:solidFill>
                <a:latin typeface="Menlo"/>
                <a:ea typeface="Menlo"/>
                <a:cs typeface="Menlo"/>
              </a:rPr>
              <a:t>await</a:t>
            </a:r>
            <a:r>
              <a:rPr>
                <a:solidFill>
                  <a:srgbClr val="F1F2F7"/>
                </a:solidFill>
                <a:latin typeface="Menlo"/>
                <a:ea typeface="Menlo"/>
                <a:cs typeface="Menlo"/>
              </a:rPr>
              <a:t> one(</a:t>
            </a:r>
          </a:p>
        </p:txBody>
      </p:sp>
      <p:sp>
        <p:nvSpPr>
          <p:cNvPr id="16" name="code-line-7">
            <a:extLst xmlns:a="http://schemas.openxmlformats.org/drawingml/2006/main">
              <a:ext uri="{FF2B5EF4-FFF2-40B4-BE49-F238E27FC236}">
                <a16:creationId xmlns:a16="http://schemas.microsoft.com/office/drawing/2014/main" id="{C93AC268-CE97-46B7-8166-FFFC47FCC576}"/>
              </a:ext>
            </a:extLst>
          </p:cNvPr>
          <p:cNvSpPr>
            <a:spLocks xmlns:a="http://schemas.openxmlformats.org/drawingml/2006/main" noGrp="1"/>
          </p:cNvSpPr>
          <p:nvPr/>
        </p:nvSpPr>
        <p:spPr>
          <a:xfrm xmlns:a="http://schemas.openxmlformats.org/drawingml/2006/main">
            <a:off x="819150" y="3895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"runbooks"</a:t>
            </a:r>
            <a:r>
              <a:rPr>
                <a:solidFill>
                  <a:srgbClr val="F1F2F7"/>
                </a:solidFill>
                <a:latin typeface="Menlo"/>
                <a:ea typeface="Menlo"/>
                <a:cs typeface="Menlo"/>
              </a:rPr>
              <a:t>, specialists[</a:t>
            </a:r>
            <a:r>
              <a:rPr>
                <a:solidFill>
                  <a:srgbClr val="F2CD88"/>
                </a:solidFill>
                <a:latin typeface="Menlo"/>
                <a:ea typeface="Menlo"/>
                <a:cs typeface="Menlo"/>
              </a:rPr>
              <a:t>"runbooks"</a:t>
            </a:r>
            <a:r>
              <a:rPr>
                <a:solidFill>
                  <a:srgbClr val="F1F2F7"/>
                </a:solidFill>
                <a:latin typeface="Menlo"/>
                <a:ea typeface="Menlo"/>
                <a:cs typeface="Menlo"/>
              </a:rPr>
              <a:t>], query</a:t>
            </a:r>
          </a:p>
        </p:txBody>
      </p:sp>
      <p:sp>
        <p:nvSpPr>
          <p:cNvPr id="17" name="code-line-8">
            <a:extLst xmlns:a="http://schemas.openxmlformats.org/drawingml/2006/main">
              <a:ext uri="{FF2B5EF4-FFF2-40B4-BE49-F238E27FC236}">
                <a16:creationId xmlns:a16="http://schemas.microsoft.com/office/drawing/2014/main" id="{B7AFAB63-51E4-4B26-A0D2-B6D35907B2F6}"/>
              </a:ext>
            </a:extLst>
          </p:cNvPr>
          <p:cNvSpPr>
            <a:spLocks xmlns:a="http://schemas.openxmlformats.org/drawingml/2006/main" noGrp="1"/>
          </p:cNvSpPr>
          <p:nvPr/>
        </p:nvSpPr>
        <p:spPr>
          <a:xfrm xmlns:a="http://schemas.openxmlformats.org/drawingml/2006/main">
            <a:off x="819150" y="4276725"/>
            <a:ext cx="7343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Menlo"/>
                <a:ea typeface="Menlo"/>
                <a:cs typeface="Menlo"/>
              </a:defRPr>
            </a:defPPr>
            <a:lvl1pPr algn="l">
              <a:defRPr sz="1800" b="0">
                <a:solidFill>
                  <a:srgbClr val="F1F2F7"/>
                </a:solidFill>
                <a:latin typeface="Menlo"/>
                <a:ea typeface="Menlo"/>
                <a:cs typeface="Menlo"/>
              </a:defRPr>
            </a:lvl1pPr>
            <a:lvl2pPr algn="l">
              <a:defRPr sz="1800" b="0">
                <a:solidFill>
                  <a:srgbClr val="F1F2F7"/>
                </a:solidFill>
                <a:latin typeface="Menlo"/>
                <a:ea typeface="Menlo"/>
                <a:cs typeface="Menlo"/>
              </a:defRPr>
            </a:lvl2pPr>
            <a:lvl3pPr algn="l">
              <a:defRPr sz="1800" b="0">
                <a:solidFill>
                  <a:srgbClr val="F1F2F7"/>
                </a:solidFill>
                <a:latin typeface="Menlo"/>
                <a:ea typeface="Menlo"/>
                <a:cs typeface="Menlo"/>
              </a:defRPr>
            </a:lvl3pPr>
            <a:lvl4pPr algn="l">
              <a:defRPr sz="1800" b="0">
                <a:solidFill>
                  <a:srgbClr val="F1F2F7"/>
                </a:solidFill>
                <a:latin typeface="Menlo"/>
                <a:ea typeface="Menlo"/>
                <a:cs typeface="Menlo"/>
              </a:defRPr>
            </a:lvl4pPr>
            <a:lvl5pPr algn="l">
              <a:defRPr sz="1800" b="0">
                <a:solidFill>
                  <a:srgbClr val="F1F2F7"/>
                </a:solidFill>
                <a:latin typeface="Menlo"/>
                <a:ea typeface="Menlo"/>
                <a:cs typeface="Menlo"/>
              </a:defRPr>
            </a:lvl5pPr>
            <a:lvl6pPr algn="l">
              <a:defRPr sz="1800" b="0">
                <a:solidFill>
                  <a:srgbClr val="F1F2F7"/>
                </a:solidFill>
                <a:latin typeface="Menlo"/>
                <a:ea typeface="Menlo"/>
                <a:cs typeface="Menlo"/>
              </a:defRPr>
            </a:lvl6pPr>
            <a:lvl7pPr algn="l">
              <a:defRPr sz="1800" b="0">
                <a:solidFill>
                  <a:srgbClr val="F1F2F7"/>
                </a:solidFill>
                <a:latin typeface="Menlo"/>
                <a:ea typeface="Menlo"/>
                <a:cs typeface="Menlo"/>
              </a:defRPr>
            </a:lvl7pPr>
            <a:lvl8pPr algn="l">
              <a:defRPr sz="1800" b="0">
                <a:solidFill>
                  <a:srgbClr val="F1F2F7"/>
                </a:solidFill>
                <a:latin typeface="Menlo"/>
                <a:ea typeface="Menlo"/>
                <a:cs typeface="Menlo"/>
              </a:defRPr>
            </a:lvl8pPr>
            <a:lvl9pPr algn="l">
              <a:defRPr sz="1800" b="0">
                <a:solidFill>
                  <a:srgbClr val="F1F2F7"/>
                </a:solidFill>
                <a:latin typeface="Menlo"/>
                <a:ea typeface="Menlo"/>
                <a:cs typeface="Menlo"/>
              </a:defRPr>
            </a:lvl9pPr>
          </a:lstStyle>
          <a:p xmlns:a="http://schemas.openxmlformats.org/drawingml/2006/main">
            <a:pPr algn="l">
              <a:defRPr sz="1800" b="0">
                <a:solidFill>
                  <a:srgbClr val="F1F2F7"/>
                </a:solidFill>
                <a:latin typeface="Menlo"/>
                <a:ea typeface="Menlo"/>
                <a:cs typeface="Menlo"/>
              </a:defRPr>
            </a:pPr>
            <a:r>
              <a:rPr>
                <a:solidFill>
                  <a:srgbClr val="F1F2F7"/>
                </a:solidFill>
                <a:latin typeface="Menlo"/>
                <a:ea typeface="Menlo"/>
                <a:cs typeface="Menlo"/>
              </a:rPr>
              <a:t>))</a:t>
            </a:r>
          </a:p>
        </p:txBody>
      </p:sp>
      <p:sp>
        <p:nvSpPr>
          <p:cNvPr id="18" name="body">
            <a:extLst xmlns:a="http://schemas.openxmlformats.org/drawingml/2006/main">
              <a:ext uri="{FF2B5EF4-FFF2-40B4-BE49-F238E27FC236}">
                <a16:creationId xmlns:a16="http://schemas.microsoft.com/office/drawing/2014/main" id="{035C2743-0812-4CFA-9AFF-36A66CEDA1A6}"/>
              </a:ext>
            </a:extLst>
          </p:cNvPr>
          <p:cNvSpPr>
            <a:spLocks xmlns:a="http://schemas.openxmlformats.org/drawingml/2006/main" noGrp="1"/>
          </p:cNvSpPr>
          <p:nvPr/>
        </p:nvSpPr>
        <p:spPr>
          <a:xfrm xmlns:a="http://schemas.openxmlformats.org/drawingml/2006/main">
            <a:off x="8858250" y="1514475"/>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Supervisor</a:t>
            </a:r>
          </a:p>
        </p:txBody>
      </p:sp>
      <p:sp>
        <p:nvSpPr>
          <p:cNvPr id="19" name="body">
            <a:extLst xmlns:a="http://schemas.openxmlformats.org/drawingml/2006/main">
              <a:ext uri="{FF2B5EF4-FFF2-40B4-BE49-F238E27FC236}">
                <a16:creationId xmlns:a16="http://schemas.microsoft.com/office/drawing/2014/main" id="{3077B4DC-AD52-418C-B95B-127EF2ABF7B6}"/>
              </a:ext>
            </a:extLst>
          </p:cNvPr>
          <p:cNvSpPr>
            <a:spLocks xmlns:a="http://schemas.openxmlformats.org/drawingml/2006/main" noGrp="1"/>
          </p:cNvSpPr>
          <p:nvPr/>
        </p:nvSpPr>
        <p:spPr>
          <a:xfrm xmlns:a="http://schemas.openxmlformats.org/drawingml/2006/main">
            <a:off x="8858250" y="2038350"/>
            <a:ext cx="270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Apple SD Gothic Neo"/>
                <a:ea typeface="Apple SD Gothic Neo"/>
                <a:cs typeface="Apple SD Gothic Neo"/>
              </a:defRPr>
            </a:defPPr>
            <a:lvl1pPr algn="l">
              <a:defRPr sz="1800" b="0">
                <a:solidFill>
                  <a:srgbClr val="F1F2F7"/>
                </a:solidFill>
                <a:latin typeface="Apple SD Gothic Neo"/>
                <a:ea typeface="Apple SD Gothic Neo"/>
                <a:cs typeface="Apple SD Gothic Neo"/>
              </a:defRPr>
            </a:lvl1pPr>
            <a:lvl2pPr algn="l">
              <a:defRPr sz="1800" b="0">
                <a:solidFill>
                  <a:srgbClr val="F1F2F7"/>
                </a:solidFill>
                <a:latin typeface="Apple SD Gothic Neo"/>
                <a:ea typeface="Apple SD Gothic Neo"/>
                <a:cs typeface="Apple SD Gothic Neo"/>
              </a:defRPr>
            </a:lvl2pPr>
            <a:lvl3pPr algn="l">
              <a:defRPr sz="1800" b="0">
                <a:solidFill>
                  <a:srgbClr val="F1F2F7"/>
                </a:solidFill>
                <a:latin typeface="Apple SD Gothic Neo"/>
                <a:ea typeface="Apple SD Gothic Neo"/>
                <a:cs typeface="Apple SD Gothic Neo"/>
              </a:defRPr>
            </a:lvl3pPr>
            <a:lvl4pPr algn="l">
              <a:defRPr sz="1800" b="0">
                <a:solidFill>
                  <a:srgbClr val="F1F2F7"/>
                </a:solidFill>
                <a:latin typeface="Apple SD Gothic Neo"/>
                <a:ea typeface="Apple SD Gothic Neo"/>
                <a:cs typeface="Apple SD Gothic Neo"/>
              </a:defRPr>
            </a:lvl4pPr>
            <a:lvl5pPr algn="l">
              <a:defRPr sz="1800" b="0">
                <a:solidFill>
                  <a:srgbClr val="F1F2F7"/>
                </a:solidFill>
                <a:latin typeface="Apple SD Gothic Neo"/>
                <a:ea typeface="Apple SD Gothic Neo"/>
                <a:cs typeface="Apple SD Gothic Neo"/>
              </a:defRPr>
            </a:lvl5pPr>
            <a:lvl6pPr algn="l">
              <a:defRPr sz="1800" b="0">
                <a:solidFill>
                  <a:srgbClr val="F1F2F7"/>
                </a:solidFill>
                <a:latin typeface="Apple SD Gothic Neo"/>
                <a:ea typeface="Apple SD Gothic Neo"/>
                <a:cs typeface="Apple SD Gothic Neo"/>
              </a:defRPr>
            </a:lvl6pPr>
            <a:lvl7pPr algn="l">
              <a:defRPr sz="1800" b="0">
                <a:solidFill>
                  <a:srgbClr val="F1F2F7"/>
                </a:solidFill>
                <a:latin typeface="Apple SD Gothic Neo"/>
                <a:ea typeface="Apple SD Gothic Neo"/>
                <a:cs typeface="Apple SD Gothic Neo"/>
              </a:defRPr>
            </a:lvl7pPr>
            <a:lvl8pPr algn="l">
              <a:defRPr sz="1800" b="0">
                <a:solidFill>
                  <a:srgbClr val="F1F2F7"/>
                </a:solidFill>
                <a:latin typeface="Apple SD Gothic Neo"/>
                <a:ea typeface="Apple SD Gothic Neo"/>
                <a:cs typeface="Apple SD Gothic Neo"/>
              </a:defRPr>
            </a:lvl8pPr>
            <a:lvl9pPr algn="l">
              <a:defRPr sz="1800" b="0">
                <a:solidFill>
                  <a:srgbClr val="F1F2F7"/>
                </a:solidFill>
                <a:latin typeface="Apple SD Gothic Neo"/>
                <a:ea typeface="Apple SD Gothic Neo"/>
                <a:cs typeface="Apple SD Gothic Neo"/>
              </a:defRPr>
            </a:lvl9pPr>
          </a:lstStyle>
          <a:p xmlns:a="http://schemas.openxmlformats.org/drawingml/2006/main">
            <a:pPr algn="l">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지표·로그 병렬</a:t>
            </a:r>
          </a:p>
          <a:p xmlns:a="http://schemas.openxmlformats.org/drawingml/2006/main">
            <a:pPr algn="l">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관측 포함 런북 검색</a:t>
            </a:r>
          </a:p>
        </p:txBody>
      </p:sp>
      <p:sp>
        <p:nvSpPr>
          <p:cNvPr id="20" name="body">
            <a:extLst xmlns:a="http://schemas.openxmlformats.org/drawingml/2006/main">
              <a:ext uri="{FF2B5EF4-FFF2-40B4-BE49-F238E27FC236}">
                <a16:creationId xmlns:a16="http://schemas.microsoft.com/office/drawing/2014/main" id="{D035B970-7E3B-436D-90E9-AB932AD3BD04}"/>
              </a:ext>
            </a:extLst>
          </p:cNvPr>
          <p:cNvSpPr>
            <a:spLocks xmlns:a="http://schemas.openxmlformats.org/drawingml/2006/main" noGrp="1"/>
          </p:cNvSpPr>
          <p:nvPr/>
        </p:nvSpPr>
        <p:spPr>
          <a:xfrm xmlns:a="http://schemas.openxmlformats.org/drawingml/2006/main">
            <a:off x="8858250" y="300990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MCP</a:t>
            </a:r>
          </a:p>
        </p:txBody>
      </p:sp>
      <p:sp>
        <p:nvSpPr>
          <p:cNvPr id="21" name="body">
            <a:extLst xmlns:a="http://schemas.openxmlformats.org/drawingml/2006/main">
              <a:ext uri="{FF2B5EF4-FFF2-40B4-BE49-F238E27FC236}">
                <a16:creationId xmlns:a16="http://schemas.microsoft.com/office/drawing/2014/main" id="{BF2F720A-8A8D-4DC6-8EE6-090B12E22BE4}"/>
              </a:ext>
            </a:extLst>
          </p:cNvPr>
          <p:cNvSpPr>
            <a:spLocks xmlns:a="http://schemas.openxmlformats.org/drawingml/2006/main" noGrp="1"/>
          </p:cNvSpPr>
          <p:nvPr/>
        </p:nvSpPr>
        <p:spPr>
          <a:xfrm xmlns:a="http://schemas.openxmlformats.org/drawingml/2006/main">
            <a:off x="8858250" y="3495675"/>
            <a:ext cx="2705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F1F2F7"/>
                </a:solidFill>
                <a:latin typeface="Apple SD Gothic Neo"/>
                <a:ea typeface="Apple SD Gothic Neo"/>
                <a:cs typeface="Apple SD Gothic Neo"/>
              </a:defRPr>
            </a:defPPr>
            <a:lvl1pPr algn="l">
              <a:defRPr sz="1650" b="0">
                <a:solidFill>
                  <a:srgbClr val="F1F2F7"/>
                </a:solidFill>
                <a:latin typeface="Apple SD Gothic Neo"/>
                <a:ea typeface="Apple SD Gothic Neo"/>
                <a:cs typeface="Apple SD Gothic Neo"/>
              </a:defRPr>
            </a:lvl1pPr>
            <a:lvl2pPr algn="l">
              <a:defRPr sz="1650" b="0">
                <a:solidFill>
                  <a:srgbClr val="F1F2F7"/>
                </a:solidFill>
                <a:latin typeface="Apple SD Gothic Neo"/>
                <a:ea typeface="Apple SD Gothic Neo"/>
                <a:cs typeface="Apple SD Gothic Neo"/>
              </a:defRPr>
            </a:lvl2pPr>
            <a:lvl3pPr algn="l">
              <a:defRPr sz="1650" b="0">
                <a:solidFill>
                  <a:srgbClr val="F1F2F7"/>
                </a:solidFill>
                <a:latin typeface="Apple SD Gothic Neo"/>
                <a:ea typeface="Apple SD Gothic Neo"/>
                <a:cs typeface="Apple SD Gothic Neo"/>
              </a:defRPr>
            </a:lvl3pPr>
            <a:lvl4pPr algn="l">
              <a:defRPr sz="1650" b="0">
                <a:solidFill>
                  <a:srgbClr val="F1F2F7"/>
                </a:solidFill>
                <a:latin typeface="Apple SD Gothic Neo"/>
                <a:ea typeface="Apple SD Gothic Neo"/>
                <a:cs typeface="Apple SD Gothic Neo"/>
              </a:defRPr>
            </a:lvl4pPr>
            <a:lvl5pPr algn="l">
              <a:defRPr sz="1650" b="0">
                <a:solidFill>
                  <a:srgbClr val="F1F2F7"/>
                </a:solidFill>
                <a:latin typeface="Apple SD Gothic Neo"/>
                <a:ea typeface="Apple SD Gothic Neo"/>
                <a:cs typeface="Apple SD Gothic Neo"/>
              </a:defRPr>
            </a:lvl5pPr>
            <a:lvl6pPr algn="l">
              <a:defRPr sz="1650" b="0">
                <a:solidFill>
                  <a:srgbClr val="F1F2F7"/>
                </a:solidFill>
                <a:latin typeface="Apple SD Gothic Neo"/>
                <a:ea typeface="Apple SD Gothic Neo"/>
                <a:cs typeface="Apple SD Gothic Neo"/>
              </a:defRPr>
            </a:lvl6pPr>
            <a:lvl7pPr algn="l">
              <a:defRPr sz="1650" b="0">
                <a:solidFill>
                  <a:srgbClr val="F1F2F7"/>
                </a:solidFill>
                <a:latin typeface="Apple SD Gothic Neo"/>
                <a:ea typeface="Apple SD Gothic Neo"/>
                <a:cs typeface="Apple SD Gothic Neo"/>
              </a:defRPr>
            </a:lvl7pPr>
            <a:lvl8pPr algn="l">
              <a:defRPr sz="1650" b="0">
                <a:solidFill>
                  <a:srgbClr val="F1F2F7"/>
                </a:solidFill>
                <a:latin typeface="Apple SD Gothic Neo"/>
                <a:ea typeface="Apple SD Gothic Neo"/>
                <a:cs typeface="Apple SD Gothic Neo"/>
              </a:defRPr>
            </a:lvl8pPr>
            <a:lvl9pPr algn="l">
              <a:defRPr sz="1650" b="0">
                <a:solidFill>
                  <a:srgbClr val="F1F2F7"/>
                </a:solidFill>
                <a:latin typeface="Apple SD Gothic Neo"/>
                <a:ea typeface="Apple SD Gothic Neo"/>
                <a:cs typeface="Apple SD Gothic Neo"/>
              </a:defRPr>
            </a:lvl9pPr>
          </a:lstStyle>
          <a:p xmlns:a="http://schemas.openxmlformats.org/drawingml/2006/main">
            <a:pPr algn="l">
              <a:defRPr sz="1650" b="0">
                <a:solidFill>
                  <a:srgbClr val="F1F2F7"/>
                </a:solidFill>
                <a:latin typeface="Apple SD Gothic Neo"/>
                <a:ea typeface="Apple SD Gothic Neo"/>
                <a:cs typeface="Apple SD Gothic Neo"/>
              </a:defRPr>
            </a:pPr>
            <a:r>
              <a:rPr sz="1650" b="0">
                <a:solidFill>
                  <a:srgbClr val="F1F2F7"/>
                </a:solidFill>
                <a:latin typeface="Apple SD Gothic Neo"/>
                <a:ea typeface="Apple SD Gothic Neo"/>
                <a:cs typeface="Apple SD Gothic Neo"/>
              </a:rPr>
              <a:t>Tool / Resource / Prompt</a:t>
            </a:r>
          </a:p>
        </p:txBody>
      </p:sp>
      <p:sp>
        <p:nvSpPr>
          <p:cNvPr id="22" name="body">
            <a:extLst xmlns:a="http://schemas.openxmlformats.org/drawingml/2006/main">
              <a:ext uri="{FF2B5EF4-FFF2-40B4-BE49-F238E27FC236}">
                <a16:creationId xmlns:a16="http://schemas.microsoft.com/office/drawing/2014/main" id="{CD3095FB-90A6-4B7D-8BEE-E0A726BEB74F}"/>
              </a:ext>
            </a:extLst>
          </p:cNvPr>
          <p:cNvSpPr>
            <a:spLocks xmlns:a="http://schemas.openxmlformats.org/drawingml/2006/main" noGrp="1"/>
          </p:cNvSpPr>
          <p:nvPr/>
        </p:nvSpPr>
        <p:spPr>
          <a:xfrm xmlns:a="http://schemas.openxmlformats.org/drawingml/2006/main">
            <a:off x="8858250" y="42100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defRPr sz="2175" b="1">
                <a:solidFill>
                  <a:srgbClr val="B8B0FF"/>
                </a:solidFill>
                <a:latin typeface="Apple SD Gothic Neo"/>
                <a:ea typeface="Apple SD Gothic Neo"/>
                <a:cs typeface="Apple SD Gothic Neo"/>
              </a:defRPr>
            </a:lvl1pPr>
            <a:lvl2pPr algn="l">
              <a:defRPr sz="2175" b="1">
                <a:solidFill>
                  <a:srgbClr val="B8B0FF"/>
                </a:solidFill>
                <a:latin typeface="Apple SD Gothic Neo"/>
                <a:ea typeface="Apple SD Gothic Neo"/>
                <a:cs typeface="Apple SD Gothic Neo"/>
              </a:defRPr>
            </a:lvl2pPr>
            <a:lvl3pPr algn="l">
              <a:defRPr sz="2175" b="1">
                <a:solidFill>
                  <a:srgbClr val="B8B0FF"/>
                </a:solidFill>
                <a:latin typeface="Apple SD Gothic Neo"/>
                <a:ea typeface="Apple SD Gothic Neo"/>
                <a:cs typeface="Apple SD Gothic Neo"/>
              </a:defRPr>
            </a:lvl3pPr>
            <a:lvl4pPr algn="l">
              <a:defRPr sz="2175" b="1">
                <a:solidFill>
                  <a:srgbClr val="B8B0FF"/>
                </a:solidFill>
                <a:latin typeface="Apple SD Gothic Neo"/>
                <a:ea typeface="Apple SD Gothic Neo"/>
                <a:cs typeface="Apple SD Gothic Neo"/>
              </a:defRPr>
            </a:lvl4pPr>
            <a:lvl5pPr algn="l">
              <a:defRPr sz="2175" b="1">
                <a:solidFill>
                  <a:srgbClr val="B8B0FF"/>
                </a:solidFill>
                <a:latin typeface="Apple SD Gothic Neo"/>
                <a:ea typeface="Apple SD Gothic Neo"/>
                <a:cs typeface="Apple SD Gothic Neo"/>
              </a:defRPr>
            </a:lvl5pPr>
            <a:lvl6pPr algn="l">
              <a:defRPr sz="2175" b="1">
                <a:solidFill>
                  <a:srgbClr val="B8B0FF"/>
                </a:solidFill>
                <a:latin typeface="Apple SD Gothic Neo"/>
                <a:ea typeface="Apple SD Gothic Neo"/>
                <a:cs typeface="Apple SD Gothic Neo"/>
              </a:defRPr>
            </a:lvl6pPr>
            <a:lvl7pPr algn="l">
              <a:defRPr sz="2175" b="1">
                <a:solidFill>
                  <a:srgbClr val="B8B0FF"/>
                </a:solidFill>
                <a:latin typeface="Apple SD Gothic Neo"/>
                <a:ea typeface="Apple SD Gothic Neo"/>
                <a:cs typeface="Apple SD Gothic Neo"/>
              </a:defRPr>
            </a:lvl7pPr>
            <a:lvl8pPr algn="l">
              <a:defRPr sz="2175" b="1">
                <a:solidFill>
                  <a:srgbClr val="B8B0FF"/>
                </a:solidFill>
                <a:latin typeface="Apple SD Gothic Neo"/>
                <a:ea typeface="Apple SD Gothic Neo"/>
                <a:cs typeface="Apple SD Gothic Neo"/>
              </a:defRPr>
            </a:lvl8pPr>
            <a:lvl9pPr algn="l">
              <a:defRPr sz="2175" b="1">
                <a:solidFill>
                  <a:srgbClr val="B8B0FF"/>
                </a:solidFill>
                <a:latin typeface="Apple SD Gothic Neo"/>
                <a:ea typeface="Apple SD Gothic Neo"/>
                <a:cs typeface="Apple SD Gothic Neo"/>
              </a:defRPr>
            </a:lvl9pPr>
          </a:lstStyle>
          <a:p xmlns:a="http://schemas.openxmlformats.org/drawingml/2006/main">
            <a:pPr algn="l">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RAG</a:t>
            </a:r>
          </a:p>
        </p:txBody>
      </p:sp>
      <p:sp>
        <p:nvSpPr>
          <p:cNvPr id="23" name="body">
            <a:extLst xmlns:a="http://schemas.openxmlformats.org/drawingml/2006/main">
              <a:ext uri="{FF2B5EF4-FFF2-40B4-BE49-F238E27FC236}">
                <a16:creationId xmlns:a16="http://schemas.microsoft.com/office/drawing/2014/main" id="{10624C81-0B6C-43B5-8881-6996D3B989C2}"/>
              </a:ext>
            </a:extLst>
          </p:cNvPr>
          <p:cNvSpPr>
            <a:spLocks xmlns:a="http://schemas.openxmlformats.org/drawingml/2006/main" noGrp="1"/>
          </p:cNvSpPr>
          <p:nvPr/>
        </p:nvSpPr>
        <p:spPr>
          <a:xfrm xmlns:a="http://schemas.openxmlformats.org/drawingml/2006/main">
            <a:off x="8858250" y="4705350"/>
            <a:ext cx="270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Apple SD Gothic Neo"/>
                <a:ea typeface="Apple SD Gothic Neo"/>
                <a:cs typeface="Apple SD Gothic Neo"/>
              </a:defRPr>
            </a:defPPr>
            <a:lvl1pPr algn="l">
              <a:defRPr sz="1725" b="0">
                <a:solidFill>
                  <a:srgbClr val="F1F2F7"/>
                </a:solidFill>
                <a:latin typeface="Apple SD Gothic Neo"/>
                <a:ea typeface="Apple SD Gothic Neo"/>
                <a:cs typeface="Apple SD Gothic Neo"/>
              </a:defRPr>
            </a:lvl1pPr>
            <a:lvl2pPr algn="l">
              <a:defRPr sz="1725" b="0">
                <a:solidFill>
                  <a:srgbClr val="F1F2F7"/>
                </a:solidFill>
                <a:latin typeface="Apple SD Gothic Neo"/>
                <a:ea typeface="Apple SD Gothic Neo"/>
                <a:cs typeface="Apple SD Gothic Neo"/>
              </a:defRPr>
            </a:lvl2pPr>
            <a:lvl3pPr algn="l">
              <a:defRPr sz="1725" b="0">
                <a:solidFill>
                  <a:srgbClr val="F1F2F7"/>
                </a:solidFill>
                <a:latin typeface="Apple SD Gothic Neo"/>
                <a:ea typeface="Apple SD Gothic Neo"/>
                <a:cs typeface="Apple SD Gothic Neo"/>
              </a:defRPr>
            </a:lvl3pPr>
            <a:lvl4pPr algn="l">
              <a:defRPr sz="1725" b="0">
                <a:solidFill>
                  <a:srgbClr val="F1F2F7"/>
                </a:solidFill>
                <a:latin typeface="Apple SD Gothic Neo"/>
                <a:ea typeface="Apple SD Gothic Neo"/>
                <a:cs typeface="Apple SD Gothic Neo"/>
              </a:defRPr>
            </a:lvl4pPr>
            <a:lvl5pPr algn="l">
              <a:defRPr sz="1725" b="0">
                <a:solidFill>
                  <a:srgbClr val="F1F2F7"/>
                </a:solidFill>
                <a:latin typeface="Apple SD Gothic Neo"/>
                <a:ea typeface="Apple SD Gothic Neo"/>
                <a:cs typeface="Apple SD Gothic Neo"/>
              </a:defRPr>
            </a:lvl5pPr>
            <a:lvl6pPr algn="l">
              <a:defRPr sz="1725" b="0">
                <a:solidFill>
                  <a:srgbClr val="F1F2F7"/>
                </a:solidFill>
                <a:latin typeface="Apple SD Gothic Neo"/>
                <a:ea typeface="Apple SD Gothic Neo"/>
                <a:cs typeface="Apple SD Gothic Neo"/>
              </a:defRPr>
            </a:lvl6pPr>
            <a:lvl7pPr algn="l">
              <a:defRPr sz="1725" b="0">
                <a:solidFill>
                  <a:srgbClr val="F1F2F7"/>
                </a:solidFill>
                <a:latin typeface="Apple SD Gothic Neo"/>
                <a:ea typeface="Apple SD Gothic Neo"/>
                <a:cs typeface="Apple SD Gothic Neo"/>
              </a:defRPr>
            </a:lvl7pPr>
            <a:lvl8pPr algn="l">
              <a:defRPr sz="1725" b="0">
                <a:solidFill>
                  <a:srgbClr val="F1F2F7"/>
                </a:solidFill>
                <a:latin typeface="Apple SD Gothic Neo"/>
                <a:ea typeface="Apple SD Gothic Neo"/>
                <a:cs typeface="Apple SD Gothic Neo"/>
              </a:defRPr>
            </a:lvl8pPr>
            <a:lvl9pPr algn="l">
              <a:defRPr sz="1725" b="0">
                <a:solidFill>
                  <a:srgbClr val="F1F2F7"/>
                </a:solidFill>
                <a:latin typeface="Apple SD Gothic Neo"/>
                <a:ea typeface="Apple SD Gothic Neo"/>
                <a:cs typeface="Apple SD Gothic Neo"/>
              </a:defRPr>
            </a:lvl9pPr>
          </a:lstStyle>
          <a:p xmlns:a="http://schemas.openxmlformats.org/drawingml/2006/main">
            <a:pPr algn="l">
              <a:defRPr sz="1725" b="0">
                <a:solidFill>
                  <a:srgbClr val="F1F2F7"/>
                </a:solidFill>
                <a:latin typeface="Apple SD Gothic Neo"/>
                <a:ea typeface="Apple SD Gothic Neo"/>
                <a:cs typeface="Apple SD Gothic Neo"/>
              </a:defRPr>
            </a:pPr>
            <a:r>
              <a:rPr sz="1725" b="0">
                <a:solidFill>
                  <a:srgbClr val="F1F2F7"/>
                </a:solidFill>
                <a:latin typeface="Apple SD Gothic Neo"/>
                <a:ea typeface="Apple SD Gothic Neo"/>
                <a:cs typeface="Apple SD Gothic Neo"/>
              </a:rPr>
              <a:t>매뉴얼 6종, 상위 3개</a:t>
            </a:r>
          </a:p>
          <a:p xmlns:a="http://schemas.openxmlformats.org/drawingml/2006/main">
            <a:pPr algn="l">
              <a:defRPr sz="1725" b="0">
                <a:solidFill>
                  <a:srgbClr val="F1F2F7"/>
                </a:solidFill>
                <a:latin typeface="Apple SD Gothic Neo"/>
                <a:ea typeface="Apple SD Gothic Neo"/>
                <a:cs typeface="Apple SD Gothic Neo"/>
              </a:defRPr>
            </a:pPr>
            <a:r>
              <a:rPr sz="1725" b="0">
                <a:solidFill>
                  <a:srgbClr val="F1F2F7"/>
                </a:solidFill>
                <a:latin typeface="Apple SD Gothic Neo"/>
                <a:ea typeface="Apple SD Gothic Neo"/>
                <a:cs typeface="Apple SD Gothic Neo"/>
              </a:rPr>
              <a:t>FastEmbed, SQLite 벡터</a:t>
            </a:r>
          </a:p>
        </p:txBody>
      </p:sp>
      <p:sp>
        <p:nvSpPr>
          <p:cNvPr id="24" name="body">
            <a:extLst xmlns:a="http://schemas.openxmlformats.org/drawingml/2006/main">
              <a:ext uri="{FF2B5EF4-FFF2-40B4-BE49-F238E27FC236}">
                <a16:creationId xmlns:a16="http://schemas.microsoft.com/office/drawing/2014/main" id="{E6E4C0AD-B99A-4729-AA5B-002E34A37E47}"/>
              </a:ext>
            </a:extLst>
          </p:cNvPr>
          <p:cNvSpPr>
            <a:spLocks xmlns:a="http://schemas.openxmlformats.org/drawingml/2006/main" noGrp="1"/>
          </p:cNvSpPr>
          <p:nvPr/>
        </p:nvSpPr>
        <p:spPr>
          <a:xfrm xmlns:a="http://schemas.openxmlformats.org/drawingml/2006/main">
            <a:off x="609600" y="54673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defRPr sz="2250" b="1">
                <a:solidFill>
                  <a:srgbClr val="8BDDB5"/>
                </a:solidFill>
                <a:latin typeface="Apple SD Gothic Neo"/>
                <a:ea typeface="Apple SD Gothic Neo"/>
                <a:cs typeface="Apple SD Gothic Neo"/>
              </a:defRPr>
            </a:lvl1pPr>
            <a:lvl2pPr algn="l">
              <a:defRPr sz="2250" b="1">
                <a:solidFill>
                  <a:srgbClr val="8BDDB5"/>
                </a:solidFill>
                <a:latin typeface="Apple SD Gothic Neo"/>
                <a:ea typeface="Apple SD Gothic Neo"/>
                <a:cs typeface="Apple SD Gothic Neo"/>
              </a:defRPr>
            </a:lvl2pPr>
            <a:lvl3pPr algn="l">
              <a:defRPr sz="2250" b="1">
                <a:solidFill>
                  <a:srgbClr val="8BDDB5"/>
                </a:solidFill>
                <a:latin typeface="Apple SD Gothic Neo"/>
                <a:ea typeface="Apple SD Gothic Neo"/>
                <a:cs typeface="Apple SD Gothic Neo"/>
              </a:defRPr>
            </a:lvl3pPr>
            <a:lvl4pPr algn="l">
              <a:defRPr sz="2250" b="1">
                <a:solidFill>
                  <a:srgbClr val="8BDDB5"/>
                </a:solidFill>
                <a:latin typeface="Apple SD Gothic Neo"/>
                <a:ea typeface="Apple SD Gothic Neo"/>
                <a:cs typeface="Apple SD Gothic Neo"/>
              </a:defRPr>
            </a:lvl4pPr>
            <a:lvl5pPr algn="l">
              <a:defRPr sz="2250" b="1">
                <a:solidFill>
                  <a:srgbClr val="8BDDB5"/>
                </a:solidFill>
                <a:latin typeface="Apple SD Gothic Neo"/>
                <a:ea typeface="Apple SD Gothic Neo"/>
                <a:cs typeface="Apple SD Gothic Neo"/>
              </a:defRPr>
            </a:lvl5pPr>
            <a:lvl6pPr algn="l">
              <a:defRPr sz="2250" b="1">
                <a:solidFill>
                  <a:srgbClr val="8BDDB5"/>
                </a:solidFill>
                <a:latin typeface="Apple SD Gothic Neo"/>
                <a:ea typeface="Apple SD Gothic Neo"/>
                <a:cs typeface="Apple SD Gothic Neo"/>
              </a:defRPr>
            </a:lvl6pPr>
            <a:lvl7pPr algn="l">
              <a:defRPr sz="2250" b="1">
                <a:solidFill>
                  <a:srgbClr val="8BDDB5"/>
                </a:solidFill>
                <a:latin typeface="Apple SD Gothic Neo"/>
                <a:ea typeface="Apple SD Gothic Neo"/>
                <a:cs typeface="Apple SD Gothic Neo"/>
              </a:defRPr>
            </a:lvl7pPr>
            <a:lvl8pPr algn="l">
              <a:defRPr sz="2250" b="1">
                <a:solidFill>
                  <a:srgbClr val="8BDDB5"/>
                </a:solidFill>
                <a:latin typeface="Apple SD Gothic Neo"/>
                <a:ea typeface="Apple SD Gothic Neo"/>
                <a:cs typeface="Apple SD Gothic Neo"/>
              </a:defRPr>
            </a:lvl8pPr>
            <a:lvl9pPr algn="l">
              <a:defRPr sz="2250" b="1">
                <a:solidFill>
                  <a:srgbClr val="8BDDB5"/>
                </a:solidFill>
                <a:latin typeface="Apple SD Gothic Neo"/>
                <a:ea typeface="Apple SD Gothic Neo"/>
                <a:cs typeface="Apple SD Gothic Neo"/>
              </a:defRPr>
            </a:lvl9pPr>
          </a:lstStyle>
          <a:p xmlns:a="http://schemas.openxmlformats.org/drawingml/2006/main">
            <a:pPr algn="l">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성공한 근거를 유지하고 실패 항목을 격리합니다</a:t>
            </a:r>
          </a:p>
        </p:txBody>
      </p:sp>
    </p:spTree>
    <p:extLst>
      <p:ext uri="{BB962C8B-B14F-4D97-AF65-F5344CB8AC3E}">
        <p14:creationId xmlns:p14="http://schemas.microsoft.com/office/powerpoint/2010/main" val="1861814486"/>
      </p:ext>
    </p:extLst>
  </p:cSld>
</p:sld>
</file>

<file path=ppt/slides/slide4.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F6E0D9ED-8341-4AB1-A228-3EACBF4266F3}"/>
              </a:ext>
            </a:extLst>
          </p:cNvPr>
          <p:cNvCxnSpPr>
            <a:stCxn xmlns:a="http://schemas.openxmlformats.org/drawingml/2006/main" id="5" idx="3"/>
            <a:endCxn xmlns:a="http://schemas.openxmlformats.org/drawingml/2006/main" id="6" idx="1"/>
          </p:cNvCxnSpPr>
          <p:nvPr/>
        </p:nvCxnSpPr>
        <p:spPr>
          <a:xfrm xmlns:a="http://schemas.openxmlformats.org/drawingml/2006/main">
            <a:off x="87249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cxnSp>
        <p:nvCxnSpPr>
          <p:cNvPr id="8" name="">
            <a:extLst xmlns:a="http://schemas.openxmlformats.org/drawingml/2006/main">
              <a:ext uri="{FF2B5EF4-FFF2-40B4-BE49-F238E27FC236}">
                <a16:creationId xmlns:a16="http://schemas.microsoft.com/office/drawing/2014/main" id="{6F89C1D4-B25F-4283-A695-B857DB99334F}"/>
              </a:ext>
            </a:extLst>
          </p:cNvPr>
          <p:cNvCxnSpPr>
            <a:stCxn xmlns:a="http://schemas.openxmlformats.org/drawingml/2006/main" id="4" idx="3"/>
            <a:endCxn xmlns:a="http://schemas.openxmlformats.org/drawingml/2006/main" id="5" idx="1"/>
          </p:cNvCxnSpPr>
          <p:nvPr/>
        </p:nvCxnSpPr>
        <p:spPr>
          <a:xfrm xmlns:a="http://schemas.openxmlformats.org/drawingml/2006/main">
            <a:off x="58674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cxnSp>
        <p:nvCxnSpPr>
          <p:cNvPr id="7" name="">
            <a:extLst xmlns:a="http://schemas.openxmlformats.org/drawingml/2006/main">
              <a:ext uri="{FF2B5EF4-FFF2-40B4-BE49-F238E27FC236}">
                <a16:creationId xmlns:a16="http://schemas.microsoft.com/office/drawing/2014/main" id="{EAFF7C8F-3978-4AA6-B80C-C78D79A6C273}"/>
              </a:ext>
            </a:extLst>
          </p:cNvPr>
          <p:cNvCxnSpPr>
            <a:stCxn xmlns:a="http://schemas.openxmlformats.org/drawingml/2006/main" id="3" idx="3"/>
            <a:endCxn xmlns:a="http://schemas.openxmlformats.org/drawingml/2006/main" id="4" idx="1"/>
          </p:cNvCxnSpPr>
          <p:nvPr/>
        </p:nvCxnSpPr>
        <p:spPr>
          <a:xfrm xmlns:a="http://schemas.openxmlformats.org/drawingml/2006/main">
            <a:off x="3009900" y="1724025"/>
            <a:ext cx="457200" cy="0"/>
          </a:xfrm>
          <a:prstGeom xmlns:a="http://schemas.openxmlformats.org/drawingml/2006/main" prst="straightConnector1">
            <a:avLst/>
          </a:prstGeom>
          <a:ln xmlns:a="http://schemas.openxmlformats.org/drawingml/2006/main" w="19050">
            <a:solidFill>
              <a:srgbClr val="B8B0FF"/>
            </a:solidFill>
            <a:tailEnd type="triangle" w="sm" len="sm"/>
          </a:ln>
        </p:spPr>
      </p:cxnSp>
      <p:sp>
        <p:nvSpPr>
          <p:cNvPr id="23" name="slide-number">
            <a:extLst xmlns:a="http://schemas.openxmlformats.org/drawingml/2006/main">
              <a:ext uri="{FF2B5EF4-FFF2-40B4-BE49-F238E27FC236}">
                <a16:creationId xmlns:a16="http://schemas.microsoft.com/office/drawing/2014/main" id="{EBB44BCE-8AD1-4BCA-A13A-745C52D449DC}"/>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4 / 8</a:t>
            </a:r>
          </a:p>
        </p:txBody>
      </p:sp>
      <p:sp>
        <p:nvSpPr>
          <p:cNvPr id="2" name="slide-title">
            <a:extLst xmlns:a="http://schemas.openxmlformats.org/drawingml/2006/main">
              <a:ext uri="{FF2B5EF4-FFF2-40B4-BE49-F238E27FC236}">
                <a16:creationId xmlns:a16="http://schemas.microsoft.com/office/drawing/2014/main" id="{0E34B6B0-DD2C-4ED0-A14B-5476CA2CF586}"/>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가설 조사와 조건부 반복</a:t>
            </a:r>
          </a:p>
        </p:txBody>
      </p:sp>
      <p:sp>
        <p:nvSpPr>
          <p:cNvPr id="3" name="architecture-0">
            <a:extLst xmlns:a="http://schemas.openxmlformats.org/drawingml/2006/main">
              <a:ext uri="{FF2B5EF4-FFF2-40B4-BE49-F238E27FC236}">
                <a16:creationId xmlns:a16="http://schemas.microsoft.com/office/drawing/2014/main" id="{88A01018-832A-4875-BD41-B8EA58F1D0F1}"/>
              </a:ext>
            </a:extLst>
          </p:cNvPr>
          <p:cNvSpPr>
            <a:spLocks xmlns:a="http://schemas.openxmlformats.org/drawingml/2006/main" noGrp="1"/>
          </p:cNvSpPr>
          <p:nvPr/>
        </p:nvSpPr>
        <p:spPr>
          <a:xfrm xmlns:a="http://schemas.openxmlformats.org/drawingml/2006/main">
            <a:off x="6096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1">
                <a:solidFill>
                  <a:srgbClr val="F1F2F7"/>
                </a:solidFill>
                <a:latin typeface="Apple SD Gothic Neo"/>
                <a:ea typeface="Apple SD Gothic Neo"/>
                <a:cs typeface="Apple SD Gothic Neo"/>
              </a:defRPr>
            </a:defPPr>
            <a:lvl1pPr algn="ctr">
              <a:buNone/>
              <a:defRPr sz="1950" b="1">
                <a:solidFill>
                  <a:srgbClr val="F1F2F7"/>
                </a:solidFill>
                <a:latin typeface="Apple SD Gothic Neo"/>
                <a:ea typeface="Apple SD Gothic Neo"/>
                <a:cs typeface="Apple SD Gothic Neo"/>
              </a:defRPr>
            </a:lvl1pPr>
            <a:lvl2pPr algn="ctr">
              <a:buNone/>
              <a:defRPr sz="1950" b="1">
                <a:solidFill>
                  <a:srgbClr val="F1F2F7"/>
                </a:solidFill>
                <a:latin typeface="Apple SD Gothic Neo"/>
                <a:ea typeface="Apple SD Gothic Neo"/>
                <a:cs typeface="Apple SD Gothic Neo"/>
              </a:defRPr>
            </a:lvl2pPr>
            <a:lvl3pPr algn="ctr">
              <a:buNone/>
              <a:defRPr sz="1950" b="1">
                <a:solidFill>
                  <a:srgbClr val="F1F2F7"/>
                </a:solidFill>
                <a:latin typeface="Apple SD Gothic Neo"/>
                <a:ea typeface="Apple SD Gothic Neo"/>
                <a:cs typeface="Apple SD Gothic Neo"/>
              </a:defRPr>
            </a:lvl3pPr>
            <a:lvl4pPr algn="ctr">
              <a:buNone/>
              <a:defRPr sz="1950" b="1">
                <a:solidFill>
                  <a:srgbClr val="F1F2F7"/>
                </a:solidFill>
                <a:latin typeface="Apple SD Gothic Neo"/>
                <a:ea typeface="Apple SD Gothic Neo"/>
                <a:cs typeface="Apple SD Gothic Neo"/>
              </a:defRPr>
            </a:lvl4pPr>
            <a:lvl5pPr algn="ctr">
              <a:buNone/>
              <a:defRPr sz="1950" b="1">
                <a:solidFill>
                  <a:srgbClr val="F1F2F7"/>
                </a:solidFill>
                <a:latin typeface="Apple SD Gothic Neo"/>
                <a:ea typeface="Apple SD Gothic Neo"/>
                <a:cs typeface="Apple SD Gothic Neo"/>
              </a:defRPr>
            </a:lvl5pPr>
            <a:lvl6pPr algn="ctr">
              <a:buNone/>
              <a:defRPr sz="1950" b="1">
                <a:solidFill>
                  <a:srgbClr val="F1F2F7"/>
                </a:solidFill>
                <a:latin typeface="Apple SD Gothic Neo"/>
                <a:ea typeface="Apple SD Gothic Neo"/>
                <a:cs typeface="Apple SD Gothic Neo"/>
              </a:defRPr>
            </a:lvl6pPr>
            <a:lvl7pPr algn="ctr">
              <a:buNone/>
              <a:defRPr sz="1950" b="1">
                <a:solidFill>
                  <a:srgbClr val="F1F2F7"/>
                </a:solidFill>
                <a:latin typeface="Apple SD Gothic Neo"/>
                <a:ea typeface="Apple SD Gothic Neo"/>
                <a:cs typeface="Apple SD Gothic Neo"/>
              </a:defRPr>
            </a:lvl7pPr>
            <a:lvl8pPr algn="ctr">
              <a:buNone/>
              <a:defRPr sz="1950" b="1">
                <a:solidFill>
                  <a:srgbClr val="F1F2F7"/>
                </a:solidFill>
                <a:latin typeface="Apple SD Gothic Neo"/>
                <a:ea typeface="Apple SD Gothic Neo"/>
                <a:cs typeface="Apple SD Gothic Neo"/>
              </a:defRPr>
            </a:lvl8pPr>
            <a:lvl9pPr algn="ctr">
              <a:buNone/>
              <a:defRPr sz="1950" b="1">
                <a:solidFill>
                  <a:srgbClr val="F1F2F7"/>
                </a:solidFill>
                <a:latin typeface="Apple SD Gothic Neo"/>
                <a:ea typeface="Apple SD Gothic Neo"/>
                <a:cs typeface="Apple SD Gothic Neo"/>
              </a:defRPr>
            </a:lvl9pPr>
          </a:lstStyle>
          <a:p xmlns:a="http://schemas.openxmlformats.org/drawingml/2006/main">
            <a:pPr algn="ctr">
              <a:buNone/>
              <a:defRPr sz="1950" b="1">
                <a:solidFill>
                  <a:srgbClr val="F1F2F7"/>
                </a:solidFill>
                <a:latin typeface="Apple SD Gothic Neo"/>
                <a:ea typeface="Apple SD Gothic Neo"/>
                <a:cs typeface="Apple SD Gothic Neo"/>
              </a:defRPr>
            </a:pPr>
            <a:r>
              <a:rPr sz="1950" b="1">
                <a:solidFill>
                  <a:srgbClr val="F1F2F7"/>
                </a:solidFill>
                <a:latin typeface="Apple SD Gothic Neo"/>
                <a:ea typeface="Apple SD Gothic Neo"/>
                <a:cs typeface="Apple SD Gothic Neo"/>
              </a:rPr>
              <a:t>입력·대상 확인</a:t>
            </a:r>
          </a:p>
        </p:txBody>
      </p:sp>
      <p:sp>
        <p:nvSpPr>
          <p:cNvPr id="4" name="architecture-1">
            <a:extLst xmlns:a="http://schemas.openxmlformats.org/drawingml/2006/main">
              <a:ext uri="{FF2B5EF4-FFF2-40B4-BE49-F238E27FC236}">
                <a16:creationId xmlns:a16="http://schemas.microsoft.com/office/drawing/2014/main" id="{D2F0859E-F3DA-4355-A046-678192B117CE}"/>
              </a:ext>
            </a:extLst>
          </p:cNvPr>
          <p:cNvSpPr>
            <a:spLocks xmlns:a="http://schemas.openxmlformats.org/drawingml/2006/main" noGrp="1"/>
          </p:cNvSpPr>
          <p:nvPr/>
        </p:nvSpPr>
        <p:spPr>
          <a:xfrm xmlns:a="http://schemas.openxmlformats.org/drawingml/2006/main">
            <a:off x="34671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buNone/>
              <a:defRPr sz="1950" b="0">
                <a:solidFill>
                  <a:srgbClr val="F1F2F7"/>
                </a:solidFill>
                <a:latin typeface="Apple SD Gothic Neo"/>
                <a:ea typeface="Apple SD Gothic Neo"/>
                <a:cs typeface="Apple SD Gothic Neo"/>
              </a:defRPr>
            </a:lvl1pPr>
            <a:lvl2pPr algn="ctr">
              <a:buNone/>
              <a:defRPr sz="1950" b="0">
                <a:solidFill>
                  <a:srgbClr val="F1F2F7"/>
                </a:solidFill>
                <a:latin typeface="Apple SD Gothic Neo"/>
                <a:ea typeface="Apple SD Gothic Neo"/>
                <a:cs typeface="Apple SD Gothic Neo"/>
              </a:defRPr>
            </a:lvl2pPr>
            <a:lvl3pPr algn="ctr">
              <a:buNone/>
              <a:defRPr sz="1950" b="0">
                <a:solidFill>
                  <a:srgbClr val="F1F2F7"/>
                </a:solidFill>
                <a:latin typeface="Apple SD Gothic Neo"/>
                <a:ea typeface="Apple SD Gothic Neo"/>
                <a:cs typeface="Apple SD Gothic Neo"/>
              </a:defRPr>
            </a:lvl3pPr>
            <a:lvl4pPr algn="ctr">
              <a:buNone/>
              <a:defRPr sz="1950" b="0">
                <a:solidFill>
                  <a:srgbClr val="F1F2F7"/>
                </a:solidFill>
                <a:latin typeface="Apple SD Gothic Neo"/>
                <a:ea typeface="Apple SD Gothic Neo"/>
                <a:cs typeface="Apple SD Gothic Neo"/>
              </a:defRPr>
            </a:lvl4pPr>
            <a:lvl5pPr algn="ctr">
              <a:buNone/>
              <a:defRPr sz="1950" b="0">
                <a:solidFill>
                  <a:srgbClr val="F1F2F7"/>
                </a:solidFill>
                <a:latin typeface="Apple SD Gothic Neo"/>
                <a:ea typeface="Apple SD Gothic Neo"/>
                <a:cs typeface="Apple SD Gothic Neo"/>
              </a:defRPr>
            </a:lvl5pPr>
            <a:lvl6pPr algn="ctr">
              <a:buNone/>
              <a:defRPr sz="1950" b="0">
                <a:solidFill>
                  <a:srgbClr val="F1F2F7"/>
                </a:solidFill>
                <a:latin typeface="Apple SD Gothic Neo"/>
                <a:ea typeface="Apple SD Gothic Neo"/>
                <a:cs typeface="Apple SD Gothic Neo"/>
              </a:defRPr>
            </a:lvl6pPr>
            <a:lvl7pPr algn="ctr">
              <a:buNone/>
              <a:defRPr sz="1950" b="0">
                <a:solidFill>
                  <a:srgbClr val="F1F2F7"/>
                </a:solidFill>
                <a:latin typeface="Apple SD Gothic Neo"/>
                <a:ea typeface="Apple SD Gothic Neo"/>
                <a:cs typeface="Apple SD Gothic Neo"/>
              </a:defRPr>
            </a:lvl7pPr>
            <a:lvl8pPr algn="ctr">
              <a:buNone/>
              <a:defRPr sz="1950" b="0">
                <a:solidFill>
                  <a:srgbClr val="F1F2F7"/>
                </a:solidFill>
                <a:latin typeface="Apple SD Gothic Neo"/>
                <a:ea typeface="Apple SD Gothic Neo"/>
                <a:cs typeface="Apple SD Gothic Neo"/>
              </a:defRPr>
            </a:lvl8pPr>
            <a:lvl9pPr algn="ctr">
              <a:buNone/>
              <a:defRPr sz="1950" b="0">
                <a:solidFill>
                  <a:srgbClr val="F1F2F7"/>
                </a:solidFill>
                <a:latin typeface="Apple SD Gothic Neo"/>
                <a:ea typeface="Apple SD Gothic Neo"/>
                <a:cs typeface="Apple SD Gothic Neo"/>
              </a:defRPr>
            </a:lvl9pPr>
          </a:lstStyle>
          <a:p xmlns:a="http://schemas.openxmlformats.org/drawingml/2006/main">
            <a:pPr algn="ctr">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관측과 RAG</a:t>
            </a:r>
          </a:p>
        </p:txBody>
      </p:sp>
      <p:sp>
        <p:nvSpPr>
          <p:cNvPr id="5" name="architecture-2">
            <a:extLst xmlns:a="http://schemas.openxmlformats.org/drawingml/2006/main">
              <a:ext uri="{FF2B5EF4-FFF2-40B4-BE49-F238E27FC236}">
                <a16:creationId xmlns:a16="http://schemas.microsoft.com/office/drawing/2014/main" id="{8C844388-593D-4FC6-9BBA-B31BA38C0160}"/>
              </a:ext>
            </a:extLst>
          </p:cNvPr>
          <p:cNvSpPr>
            <a:spLocks xmlns:a="http://schemas.openxmlformats.org/drawingml/2006/main" noGrp="1"/>
          </p:cNvSpPr>
          <p:nvPr/>
        </p:nvSpPr>
        <p:spPr>
          <a:xfrm xmlns:a="http://schemas.openxmlformats.org/drawingml/2006/main">
            <a:off x="63246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buNone/>
              <a:defRPr sz="1950" b="0">
                <a:solidFill>
                  <a:srgbClr val="F1F2F7"/>
                </a:solidFill>
                <a:latin typeface="Apple SD Gothic Neo"/>
                <a:ea typeface="Apple SD Gothic Neo"/>
                <a:cs typeface="Apple SD Gothic Neo"/>
              </a:defRPr>
            </a:lvl1pPr>
            <a:lvl2pPr algn="ctr">
              <a:buNone/>
              <a:defRPr sz="1950" b="0">
                <a:solidFill>
                  <a:srgbClr val="F1F2F7"/>
                </a:solidFill>
                <a:latin typeface="Apple SD Gothic Neo"/>
                <a:ea typeface="Apple SD Gothic Neo"/>
                <a:cs typeface="Apple SD Gothic Neo"/>
              </a:defRPr>
            </a:lvl2pPr>
            <a:lvl3pPr algn="ctr">
              <a:buNone/>
              <a:defRPr sz="1950" b="0">
                <a:solidFill>
                  <a:srgbClr val="F1F2F7"/>
                </a:solidFill>
                <a:latin typeface="Apple SD Gothic Neo"/>
                <a:ea typeface="Apple SD Gothic Neo"/>
                <a:cs typeface="Apple SD Gothic Neo"/>
              </a:defRPr>
            </a:lvl3pPr>
            <a:lvl4pPr algn="ctr">
              <a:buNone/>
              <a:defRPr sz="1950" b="0">
                <a:solidFill>
                  <a:srgbClr val="F1F2F7"/>
                </a:solidFill>
                <a:latin typeface="Apple SD Gothic Neo"/>
                <a:ea typeface="Apple SD Gothic Neo"/>
                <a:cs typeface="Apple SD Gothic Neo"/>
              </a:defRPr>
            </a:lvl4pPr>
            <a:lvl5pPr algn="ctr">
              <a:buNone/>
              <a:defRPr sz="1950" b="0">
                <a:solidFill>
                  <a:srgbClr val="F1F2F7"/>
                </a:solidFill>
                <a:latin typeface="Apple SD Gothic Neo"/>
                <a:ea typeface="Apple SD Gothic Neo"/>
                <a:cs typeface="Apple SD Gothic Neo"/>
              </a:defRPr>
            </a:lvl5pPr>
            <a:lvl6pPr algn="ctr">
              <a:buNone/>
              <a:defRPr sz="1950" b="0">
                <a:solidFill>
                  <a:srgbClr val="F1F2F7"/>
                </a:solidFill>
                <a:latin typeface="Apple SD Gothic Neo"/>
                <a:ea typeface="Apple SD Gothic Neo"/>
                <a:cs typeface="Apple SD Gothic Neo"/>
              </a:defRPr>
            </a:lvl6pPr>
            <a:lvl7pPr algn="ctr">
              <a:buNone/>
              <a:defRPr sz="1950" b="0">
                <a:solidFill>
                  <a:srgbClr val="F1F2F7"/>
                </a:solidFill>
                <a:latin typeface="Apple SD Gothic Neo"/>
                <a:ea typeface="Apple SD Gothic Neo"/>
                <a:cs typeface="Apple SD Gothic Neo"/>
              </a:defRPr>
            </a:lvl7pPr>
            <a:lvl8pPr algn="ctr">
              <a:buNone/>
              <a:defRPr sz="1950" b="0">
                <a:solidFill>
                  <a:srgbClr val="F1F2F7"/>
                </a:solidFill>
                <a:latin typeface="Apple SD Gothic Neo"/>
                <a:ea typeface="Apple SD Gothic Neo"/>
                <a:cs typeface="Apple SD Gothic Neo"/>
              </a:defRPr>
            </a:lvl8pPr>
            <a:lvl9pPr algn="ctr">
              <a:buNone/>
              <a:defRPr sz="1950" b="0">
                <a:solidFill>
                  <a:srgbClr val="F1F2F7"/>
                </a:solidFill>
                <a:latin typeface="Apple SD Gothic Neo"/>
                <a:ea typeface="Apple SD Gothic Neo"/>
                <a:cs typeface="Apple SD Gothic Neo"/>
              </a:defRPr>
            </a:lvl9pPr>
          </a:lstStyle>
          <a:p xmlns:a="http://schemas.openxmlformats.org/drawingml/2006/main">
            <a:pPr algn="ctr">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가설 조사 반복</a:t>
            </a:r>
          </a:p>
        </p:txBody>
      </p:sp>
      <p:sp>
        <p:nvSpPr>
          <p:cNvPr id="6" name="architecture-3">
            <a:extLst xmlns:a="http://schemas.openxmlformats.org/drawingml/2006/main">
              <a:ext uri="{FF2B5EF4-FFF2-40B4-BE49-F238E27FC236}">
                <a16:creationId xmlns:a16="http://schemas.microsoft.com/office/drawing/2014/main" id="{D8909137-AC69-4E9A-87F0-86C957C628D1}"/>
              </a:ext>
            </a:extLst>
          </p:cNvPr>
          <p:cNvSpPr>
            <a:spLocks xmlns:a="http://schemas.openxmlformats.org/drawingml/2006/main" noGrp="1"/>
          </p:cNvSpPr>
          <p:nvPr/>
        </p:nvSpPr>
        <p:spPr>
          <a:xfrm xmlns:a="http://schemas.openxmlformats.org/drawingml/2006/main">
            <a:off x="9182100" y="1409700"/>
            <a:ext cx="2400300" cy="628650"/>
          </a:xfrm>
          <a:prstGeom xmlns:a="http://schemas.openxmlformats.org/drawingml/2006/main" prst="rect">
            <a:avLst/>
          </a:prstGeom>
          <a:solidFill xmlns:a="http://schemas.openxmlformats.org/drawingml/2006/main">
            <a:srgbClr val="202435"/>
          </a:solidFill>
          <a:ln xmlns:a="http://schemas.openxmlformats.org/drawingml/2006/main" w="9525">
            <a:solidFill>
              <a:srgbClr val="3D4559"/>
            </a:solidFill>
          </a:ln>
        </p:spPr>
        <p:txBody>
          <a:bodyPr xmlns:a="http://schemas.openxmlformats.org/drawingml/2006/main" lIns="47625" tIns="47625" rIns="47625" bIns="47625" anchor="ctr">
            <a:noAutofit/>
          </a:bodyPr>
          <a:lstStyle xmlns:a="http://schemas.openxmlformats.org/drawingml/2006/main">
            <a:defPPr algn="ctr">
              <a:defRPr sz="1950" b="0">
                <a:solidFill>
                  <a:srgbClr val="F1F2F7"/>
                </a:solidFill>
                <a:latin typeface="Apple SD Gothic Neo"/>
                <a:ea typeface="Apple SD Gothic Neo"/>
                <a:cs typeface="Apple SD Gothic Neo"/>
              </a:defRPr>
            </a:defPPr>
            <a:lvl1pPr algn="ctr">
              <a:buNone/>
              <a:defRPr sz="1950" b="0">
                <a:solidFill>
                  <a:srgbClr val="F1F2F7"/>
                </a:solidFill>
                <a:latin typeface="Apple SD Gothic Neo"/>
                <a:ea typeface="Apple SD Gothic Neo"/>
                <a:cs typeface="Apple SD Gothic Neo"/>
              </a:defRPr>
            </a:lvl1pPr>
            <a:lvl2pPr algn="ctr">
              <a:buNone/>
              <a:defRPr sz="1950" b="0">
                <a:solidFill>
                  <a:srgbClr val="F1F2F7"/>
                </a:solidFill>
                <a:latin typeface="Apple SD Gothic Neo"/>
                <a:ea typeface="Apple SD Gothic Neo"/>
                <a:cs typeface="Apple SD Gothic Neo"/>
              </a:defRPr>
            </a:lvl2pPr>
            <a:lvl3pPr algn="ctr">
              <a:buNone/>
              <a:defRPr sz="1950" b="0">
                <a:solidFill>
                  <a:srgbClr val="F1F2F7"/>
                </a:solidFill>
                <a:latin typeface="Apple SD Gothic Neo"/>
                <a:ea typeface="Apple SD Gothic Neo"/>
                <a:cs typeface="Apple SD Gothic Neo"/>
              </a:defRPr>
            </a:lvl3pPr>
            <a:lvl4pPr algn="ctr">
              <a:buNone/>
              <a:defRPr sz="1950" b="0">
                <a:solidFill>
                  <a:srgbClr val="F1F2F7"/>
                </a:solidFill>
                <a:latin typeface="Apple SD Gothic Neo"/>
                <a:ea typeface="Apple SD Gothic Neo"/>
                <a:cs typeface="Apple SD Gothic Neo"/>
              </a:defRPr>
            </a:lvl4pPr>
            <a:lvl5pPr algn="ctr">
              <a:buNone/>
              <a:defRPr sz="1950" b="0">
                <a:solidFill>
                  <a:srgbClr val="F1F2F7"/>
                </a:solidFill>
                <a:latin typeface="Apple SD Gothic Neo"/>
                <a:ea typeface="Apple SD Gothic Neo"/>
                <a:cs typeface="Apple SD Gothic Neo"/>
              </a:defRPr>
            </a:lvl5pPr>
            <a:lvl6pPr algn="ctr">
              <a:buNone/>
              <a:defRPr sz="1950" b="0">
                <a:solidFill>
                  <a:srgbClr val="F1F2F7"/>
                </a:solidFill>
                <a:latin typeface="Apple SD Gothic Neo"/>
                <a:ea typeface="Apple SD Gothic Neo"/>
                <a:cs typeface="Apple SD Gothic Neo"/>
              </a:defRPr>
            </a:lvl6pPr>
            <a:lvl7pPr algn="ctr">
              <a:buNone/>
              <a:defRPr sz="1950" b="0">
                <a:solidFill>
                  <a:srgbClr val="F1F2F7"/>
                </a:solidFill>
                <a:latin typeface="Apple SD Gothic Neo"/>
                <a:ea typeface="Apple SD Gothic Neo"/>
                <a:cs typeface="Apple SD Gothic Neo"/>
              </a:defRPr>
            </a:lvl7pPr>
            <a:lvl8pPr algn="ctr">
              <a:buNone/>
              <a:defRPr sz="1950" b="0">
                <a:solidFill>
                  <a:srgbClr val="F1F2F7"/>
                </a:solidFill>
                <a:latin typeface="Apple SD Gothic Neo"/>
                <a:ea typeface="Apple SD Gothic Neo"/>
                <a:cs typeface="Apple SD Gothic Neo"/>
              </a:defRPr>
            </a:lvl8pPr>
            <a:lvl9pPr algn="ctr">
              <a:buNone/>
              <a:defRPr sz="1950" b="0">
                <a:solidFill>
                  <a:srgbClr val="F1F2F7"/>
                </a:solidFill>
                <a:latin typeface="Apple SD Gothic Neo"/>
                <a:ea typeface="Apple SD Gothic Neo"/>
                <a:cs typeface="Apple SD Gothic Neo"/>
              </a:defRPr>
            </a:lvl9pPr>
          </a:lstStyle>
          <a:p xmlns:a="http://schemas.openxmlformats.org/drawingml/2006/main">
            <a:pPr algn="ctr">
              <a:buNone/>
              <a:defRPr sz="1950" b="0">
                <a:solidFill>
                  <a:srgbClr val="F1F2F7"/>
                </a:solidFill>
                <a:latin typeface="Apple SD Gothic Neo"/>
                <a:ea typeface="Apple SD Gothic Neo"/>
                <a:cs typeface="Apple SD Gothic Neo"/>
              </a:defRPr>
            </a:pPr>
            <a:r>
              <a:rPr sz="1950" b="0">
                <a:solidFill>
                  <a:srgbClr val="F1F2F7"/>
                </a:solidFill>
                <a:latin typeface="Apple SD Gothic Neo"/>
                <a:ea typeface="Apple SD Gothic Neo"/>
                <a:cs typeface="Apple SD Gothic Neo"/>
              </a:rPr>
              <a:t>작성과 검증</a:t>
            </a:r>
          </a:p>
        </p:txBody>
      </p:sp>
      <p:sp>
        <p:nvSpPr>
          <p:cNvPr id="10" name="code-background">
            <a:extLst xmlns:a="http://schemas.openxmlformats.org/drawingml/2006/main">
              <a:ext uri="{FF2B5EF4-FFF2-40B4-BE49-F238E27FC236}">
                <a16:creationId xmlns:a16="http://schemas.microsoft.com/office/drawing/2014/main" id="{42C8B764-50EA-4871-9881-828D17755113}"/>
              </a:ext>
            </a:extLst>
          </p:cNvPr>
          <p:cNvSpPr>
            <a:spLocks xmlns:a="http://schemas.openxmlformats.org/drawingml/2006/main" noGrp="1"/>
          </p:cNvSpPr>
          <p:nvPr/>
        </p:nvSpPr>
        <p:spPr>
          <a:xfrm xmlns:a="http://schemas.openxmlformats.org/drawingml/2006/main">
            <a:off x="609600" y="2533650"/>
            <a:ext cx="7762875" cy="2657475"/>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11" name="code-line-1">
            <a:extLst xmlns:a="http://schemas.openxmlformats.org/drawingml/2006/main">
              <a:ext uri="{FF2B5EF4-FFF2-40B4-BE49-F238E27FC236}">
                <a16:creationId xmlns:a16="http://schemas.microsoft.com/office/drawing/2014/main" id="{9FC88DED-0998-4322-8926-1BB60DB6C1F9}"/>
              </a:ext>
            </a:extLst>
          </p:cNvPr>
          <p:cNvSpPr>
            <a:spLocks xmlns:a="http://schemas.openxmlformats.org/drawingml/2006/main" noGrp="1"/>
          </p:cNvSpPr>
          <p:nvPr/>
        </p:nvSpPr>
        <p:spPr>
          <a:xfrm xmlns:a="http://schemas.openxmlformats.org/drawingml/2006/main">
            <a:off x="819150" y="27051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g.add_conditional_edges(</a:t>
            </a:r>
          </a:p>
        </p:txBody>
      </p:sp>
      <p:sp>
        <p:nvSpPr>
          <p:cNvPr id="12" name="code-line-2">
            <a:extLst xmlns:a="http://schemas.openxmlformats.org/drawingml/2006/main">
              <a:ext uri="{FF2B5EF4-FFF2-40B4-BE49-F238E27FC236}">
                <a16:creationId xmlns:a16="http://schemas.microsoft.com/office/drawing/2014/main" id="{6A530DB6-5FF3-4ABD-9AC3-706902A1622D}"/>
              </a:ext>
            </a:extLst>
          </p:cNvPr>
          <p:cNvSpPr>
            <a:spLocks xmlns:a="http://schemas.openxmlformats.org/drawingml/2006/main" noGrp="1"/>
          </p:cNvSpPr>
          <p:nvPr/>
        </p:nvSpPr>
        <p:spPr>
          <a:xfrm xmlns:a="http://schemas.openxmlformats.org/drawingml/2006/main">
            <a:off x="819150" y="30575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"investigate_test"</a:t>
            </a:r>
            <a:r>
              <a:rPr>
                <a:solidFill>
                  <a:srgbClr val="F1F2F7"/>
                </a:solidFill>
                <a:latin typeface="Menlo"/>
                <a:ea typeface="Menlo"/>
                <a:cs typeface="Menlo"/>
              </a:rPr>
              <a:t>,</a:t>
            </a:r>
          </a:p>
        </p:txBody>
      </p:sp>
      <p:sp>
        <p:nvSpPr>
          <p:cNvPr id="13" name="code-line-3">
            <a:extLst xmlns:a="http://schemas.openxmlformats.org/drawingml/2006/main">
              <a:ext uri="{FF2B5EF4-FFF2-40B4-BE49-F238E27FC236}">
                <a16:creationId xmlns:a16="http://schemas.microsoft.com/office/drawing/2014/main" id="{80693F46-1D6E-45C2-8818-2F668BF8BCE6}"/>
              </a:ext>
            </a:extLst>
          </p:cNvPr>
          <p:cNvSpPr>
            <a:spLocks xmlns:a="http://schemas.openxmlformats.org/drawingml/2006/main" noGrp="1"/>
          </p:cNvSpPr>
          <p:nvPr/>
        </p:nvSpPr>
        <p:spPr>
          <a:xfrm xmlns:a="http://schemas.openxmlformats.org/drawingml/2006/main">
            <a:off x="819150" y="34099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lambda</a:t>
            </a:r>
            <a:r>
              <a:rPr>
                <a:solidFill>
                  <a:srgbClr val="F1F2F7"/>
                </a:solidFill>
                <a:latin typeface="Menlo"/>
                <a:ea typeface="Menlo"/>
                <a:cs typeface="Menlo"/>
              </a:rPr>
              <a:t> s: </a:t>
            </a:r>
            <a:r>
              <a:rPr>
                <a:solidFill>
                  <a:srgbClr val="F2CD88"/>
                </a:solidFill>
                <a:latin typeface="Menlo"/>
                <a:ea typeface="Menlo"/>
                <a:cs typeface="Menlo"/>
              </a:rPr>
              <a:t>"analyze"</a:t>
            </a:r>
          </a:p>
        </p:txBody>
      </p:sp>
      <p:sp>
        <p:nvSpPr>
          <p:cNvPr id="14" name="code-line-4">
            <a:extLst xmlns:a="http://schemas.openxmlformats.org/drawingml/2006/main">
              <a:ext uri="{FF2B5EF4-FFF2-40B4-BE49-F238E27FC236}">
                <a16:creationId xmlns:a16="http://schemas.microsoft.com/office/drawing/2014/main" id="{C58D9674-013A-4C46-98A9-A66CBCCA6B7A}"/>
              </a:ext>
            </a:extLst>
          </p:cNvPr>
          <p:cNvSpPr>
            <a:spLocks xmlns:a="http://schemas.openxmlformats.org/drawingml/2006/main" noGrp="1"/>
          </p:cNvSpPr>
          <p:nvPr/>
        </p:nvSpPr>
        <p:spPr>
          <a:xfrm xmlns:a="http://schemas.openxmlformats.org/drawingml/2006/main">
            <a:off x="819150" y="37623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if</a:t>
            </a:r>
            <a:r>
              <a:rPr>
                <a:solidFill>
                  <a:srgbClr val="F1F2F7"/>
                </a:solidFill>
                <a:latin typeface="Menlo"/>
                <a:ea typeface="Menlo"/>
                <a:cs typeface="Menlo"/>
              </a:rPr>
              <a:t> s[</a:t>
            </a:r>
            <a:r>
              <a:rPr>
                <a:solidFill>
                  <a:srgbClr val="F2CD88"/>
                </a:solidFill>
                <a:latin typeface="Menlo"/>
                <a:ea typeface="Menlo"/>
                <a:cs typeface="Menlo"/>
              </a:rPr>
              <a:t>"investigation"</a:t>
            </a:r>
            <a:r>
              <a:rPr>
                <a:solidFill>
                  <a:srgbClr val="F1F2F7"/>
                </a:solidFill>
                <a:latin typeface="Menlo"/>
                <a:ea typeface="Menlo"/>
                <a:cs typeface="Menlo"/>
              </a:rPr>
              <a:t>][</a:t>
            </a:r>
            <a:r>
              <a:rPr>
                <a:solidFill>
                  <a:srgbClr val="F2CD88"/>
                </a:solidFill>
                <a:latin typeface="Menlo"/>
                <a:ea typeface="Menlo"/>
                <a:cs typeface="Menlo"/>
              </a:rPr>
              <a:t>"phase"</a:t>
            </a:r>
            <a:r>
              <a:rPr>
                <a:solidFill>
                  <a:srgbClr val="F1F2F7"/>
                </a:solidFill>
                <a:latin typeface="Menlo"/>
                <a:ea typeface="Menlo"/>
                <a:cs typeface="Menlo"/>
              </a:rPr>
              <a:t>] == </a:t>
            </a:r>
            <a:r>
              <a:rPr>
                <a:solidFill>
                  <a:srgbClr val="F2CD88"/>
                </a:solidFill>
                <a:latin typeface="Menlo"/>
                <a:ea typeface="Menlo"/>
                <a:cs typeface="Menlo"/>
              </a:rPr>
              <a:t>"stopped"</a:t>
            </a:r>
          </a:p>
        </p:txBody>
      </p:sp>
      <p:sp>
        <p:nvSpPr>
          <p:cNvPr id="15" name="code-line-5">
            <a:extLst xmlns:a="http://schemas.openxmlformats.org/drawingml/2006/main">
              <a:ext uri="{FF2B5EF4-FFF2-40B4-BE49-F238E27FC236}">
                <a16:creationId xmlns:a16="http://schemas.microsoft.com/office/drawing/2014/main" id="{73D63903-AB6D-47DF-8410-48F5A1550745}"/>
              </a:ext>
            </a:extLst>
          </p:cNvPr>
          <p:cNvSpPr>
            <a:spLocks xmlns:a="http://schemas.openxmlformats.org/drawingml/2006/main" noGrp="1"/>
          </p:cNvSpPr>
          <p:nvPr/>
        </p:nvSpPr>
        <p:spPr>
          <a:xfrm xmlns:a="http://schemas.openxmlformats.org/drawingml/2006/main">
            <a:off x="819150" y="41148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8BDDB5"/>
                </a:solidFill>
                <a:latin typeface="Menlo"/>
                <a:ea typeface="Menlo"/>
                <a:cs typeface="Menlo"/>
              </a:rPr>
              <a:t>else</a:t>
            </a:r>
            <a:r>
              <a:rPr>
                <a:solidFill>
                  <a:srgbClr val="F1F2F7"/>
                </a:solidFill>
                <a:latin typeface="Menlo"/>
                <a:ea typeface="Menlo"/>
                <a:cs typeface="Menlo"/>
              </a:rPr>
              <a:t> </a:t>
            </a:r>
            <a:r>
              <a:rPr>
                <a:solidFill>
                  <a:srgbClr val="F2CD88"/>
                </a:solidFill>
                <a:latin typeface="Menlo"/>
                <a:ea typeface="Menlo"/>
                <a:cs typeface="Menlo"/>
              </a:rPr>
              <a:t>"investigate_plan"</a:t>
            </a:r>
          </a:p>
        </p:txBody>
      </p:sp>
      <p:sp>
        <p:nvSpPr>
          <p:cNvPr id="16" name="code-line-6">
            <a:extLst xmlns:a="http://schemas.openxmlformats.org/drawingml/2006/main">
              <a:ext uri="{FF2B5EF4-FFF2-40B4-BE49-F238E27FC236}">
                <a16:creationId xmlns:a16="http://schemas.microsoft.com/office/drawing/2014/main" id="{6390F21E-CAC4-490C-A47E-D99C964696DD}"/>
              </a:ext>
            </a:extLst>
          </p:cNvPr>
          <p:cNvSpPr>
            <a:spLocks xmlns:a="http://schemas.openxmlformats.org/drawingml/2006/main" noGrp="1"/>
          </p:cNvSpPr>
          <p:nvPr/>
        </p:nvSpPr>
        <p:spPr>
          <a:xfrm xmlns:a="http://schemas.openxmlformats.org/drawingml/2006/main">
            <a:off x="819150" y="44672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defRPr sz="1725" b="0">
                <a:solidFill>
                  <a:srgbClr val="F1F2F7"/>
                </a:solidFill>
                <a:latin typeface="Menlo"/>
                <a:ea typeface="Menlo"/>
                <a:cs typeface="Menlo"/>
              </a:defRPr>
            </a:pPr>
            <a:r>
              <a:rPr>
                <a:solidFill>
                  <a:srgbClr val="F1F2F7"/>
                </a:solidFill>
                <a:latin typeface="Menlo"/>
                <a:ea typeface="Menlo"/>
                <a:cs typeface="Menlo"/>
              </a:rPr>
              <a:t>)</a:t>
            </a:r>
          </a:p>
        </p:txBody>
      </p:sp>
      <p:sp>
        <p:nvSpPr>
          <p:cNvPr id="17" name="text">
            <a:extLst xmlns:a="http://schemas.openxmlformats.org/drawingml/2006/main">
              <a:ext uri="{FF2B5EF4-FFF2-40B4-BE49-F238E27FC236}">
                <a16:creationId xmlns:a16="http://schemas.microsoft.com/office/drawing/2014/main" id="{935B7D15-101F-42B9-A239-3F762F65A4FD}"/>
              </a:ext>
            </a:extLst>
          </p:cNvPr>
          <p:cNvSpPr>
            <a:spLocks xmlns:a="http://schemas.openxmlformats.org/drawingml/2006/main" noGrp="1"/>
          </p:cNvSpPr>
          <p:nvPr/>
        </p:nvSpPr>
        <p:spPr>
          <a:xfrm xmlns:a="http://schemas.openxmlformats.org/drawingml/2006/main">
            <a:off x="8858250" y="25717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실제 LLM 선택</a:t>
            </a:r>
          </a:p>
        </p:txBody>
      </p:sp>
      <p:sp>
        <p:nvSpPr>
          <p:cNvPr id="18" name="text">
            <a:extLst xmlns:a="http://schemas.openxmlformats.org/drawingml/2006/main">
              <a:ext uri="{FF2B5EF4-FFF2-40B4-BE49-F238E27FC236}">
                <a16:creationId xmlns:a16="http://schemas.microsoft.com/office/drawing/2014/main" id="{6A785A48-E6D7-4870-BA7E-A4A3FD030075}"/>
              </a:ext>
            </a:extLst>
          </p:cNvPr>
          <p:cNvSpPr>
            <a:spLocks xmlns:a="http://schemas.openxmlformats.org/drawingml/2006/main" noGrp="1"/>
          </p:cNvSpPr>
          <p:nvPr/>
        </p:nvSpPr>
        <p:spPr>
          <a:xfrm xmlns:a="http://schemas.openxmlformats.org/drawingml/2006/main">
            <a:off x="8858250" y="3105150"/>
            <a:ext cx="27051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buNone/>
              <a:defRPr sz="1875" b="0">
                <a:solidFill>
                  <a:srgbClr val="F1F2F7"/>
                </a:solidFill>
                <a:latin typeface="Apple SD Gothic Neo"/>
                <a:ea typeface="Apple SD Gothic Neo"/>
                <a:cs typeface="Apple SD Gothic Neo"/>
              </a:defRPr>
            </a:lvl1pPr>
            <a:lvl2pPr algn="l">
              <a:buNone/>
              <a:defRPr sz="1875" b="0">
                <a:solidFill>
                  <a:srgbClr val="F1F2F7"/>
                </a:solidFill>
                <a:latin typeface="Apple SD Gothic Neo"/>
                <a:ea typeface="Apple SD Gothic Neo"/>
                <a:cs typeface="Apple SD Gothic Neo"/>
              </a:defRPr>
            </a:lvl2pPr>
            <a:lvl3pPr algn="l">
              <a:buNone/>
              <a:defRPr sz="1875" b="0">
                <a:solidFill>
                  <a:srgbClr val="F1F2F7"/>
                </a:solidFill>
                <a:latin typeface="Apple SD Gothic Neo"/>
                <a:ea typeface="Apple SD Gothic Neo"/>
                <a:cs typeface="Apple SD Gothic Neo"/>
              </a:defRPr>
            </a:lvl3pPr>
            <a:lvl4pPr algn="l">
              <a:buNone/>
              <a:defRPr sz="1875" b="0">
                <a:solidFill>
                  <a:srgbClr val="F1F2F7"/>
                </a:solidFill>
                <a:latin typeface="Apple SD Gothic Neo"/>
                <a:ea typeface="Apple SD Gothic Neo"/>
                <a:cs typeface="Apple SD Gothic Neo"/>
              </a:defRPr>
            </a:lvl4pPr>
            <a:lvl5pPr algn="l">
              <a:buNone/>
              <a:defRPr sz="1875" b="0">
                <a:solidFill>
                  <a:srgbClr val="F1F2F7"/>
                </a:solidFill>
                <a:latin typeface="Apple SD Gothic Neo"/>
                <a:ea typeface="Apple SD Gothic Neo"/>
                <a:cs typeface="Apple SD Gothic Neo"/>
              </a:defRPr>
            </a:lvl5pPr>
            <a:lvl6pPr algn="l">
              <a:buNone/>
              <a:defRPr sz="1875" b="0">
                <a:solidFill>
                  <a:srgbClr val="F1F2F7"/>
                </a:solidFill>
                <a:latin typeface="Apple SD Gothic Neo"/>
                <a:ea typeface="Apple SD Gothic Neo"/>
                <a:cs typeface="Apple SD Gothic Neo"/>
              </a:defRPr>
            </a:lvl6pPr>
            <a:lvl7pPr algn="l">
              <a:buNone/>
              <a:defRPr sz="1875" b="0">
                <a:solidFill>
                  <a:srgbClr val="F1F2F7"/>
                </a:solidFill>
                <a:latin typeface="Apple SD Gothic Neo"/>
                <a:ea typeface="Apple SD Gothic Neo"/>
                <a:cs typeface="Apple SD Gothic Neo"/>
              </a:defRPr>
            </a:lvl7pPr>
            <a:lvl8pPr algn="l">
              <a:buNone/>
              <a:defRPr sz="1875" b="0">
                <a:solidFill>
                  <a:srgbClr val="F1F2F7"/>
                </a:solidFill>
                <a:latin typeface="Apple SD Gothic Neo"/>
                <a:ea typeface="Apple SD Gothic Neo"/>
                <a:cs typeface="Apple SD Gothic Neo"/>
              </a:defRPr>
            </a:lvl8pPr>
            <a:lvl9pPr algn="l">
              <a:buNone/>
              <a:defRPr sz="1875" b="0">
                <a:solidFill>
                  <a:srgbClr val="F1F2F7"/>
                </a:solidFill>
                <a:latin typeface="Apple SD Gothic Neo"/>
                <a:ea typeface="Apple SD Gothic Neo"/>
                <a:cs typeface="Apple SD Gothic Neo"/>
              </a:defRPr>
            </a:lvl9pPr>
          </a:lstStyle>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허용된 미수행 질문</a:t>
            </a:r>
          </a:p>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최대 4회 조회</a:t>
            </a:r>
          </a:p>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같은 질문 중복 차단</a:t>
            </a:r>
          </a:p>
        </p:txBody>
      </p:sp>
      <p:sp>
        <p:nvSpPr>
          <p:cNvPr id="19" name="text">
            <a:extLst xmlns:a="http://schemas.openxmlformats.org/drawingml/2006/main">
              <a:ext uri="{FF2B5EF4-FFF2-40B4-BE49-F238E27FC236}">
                <a16:creationId xmlns:a16="http://schemas.microsoft.com/office/drawing/2014/main" id="{9D20650C-A783-4240-912A-A9531E8DA3FD}"/>
              </a:ext>
            </a:extLst>
          </p:cNvPr>
          <p:cNvSpPr>
            <a:spLocks xmlns:a="http://schemas.openxmlformats.org/drawingml/2006/main" noGrp="1"/>
          </p:cNvSpPr>
          <p:nvPr/>
        </p:nvSpPr>
        <p:spPr>
          <a:xfrm xmlns:a="http://schemas.openxmlformats.org/drawingml/2006/main">
            <a:off x="8858250" y="458152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B8B0FF"/>
                </a:solidFill>
                <a:latin typeface="Apple SD Gothic Neo"/>
                <a:ea typeface="Apple SD Gothic Neo"/>
                <a:cs typeface="Apple SD Gothic Neo"/>
              </a:defRPr>
            </a:defPPr>
            <a:lvl1pPr algn="l">
              <a:buNone/>
              <a:defRPr sz="2025" b="1">
                <a:solidFill>
                  <a:srgbClr val="B8B0FF"/>
                </a:solidFill>
                <a:latin typeface="Apple SD Gothic Neo"/>
                <a:ea typeface="Apple SD Gothic Neo"/>
                <a:cs typeface="Apple SD Gothic Neo"/>
              </a:defRPr>
            </a:lvl1pPr>
            <a:lvl2pPr algn="l">
              <a:buNone/>
              <a:defRPr sz="2025" b="1">
                <a:solidFill>
                  <a:srgbClr val="B8B0FF"/>
                </a:solidFill>
                <a:latin typeface="Apple SD Gothic Neo"/>
                <a:ea typeface="Apple SD Gothic Neo"/>
                <a:cs typeface="Apple SD Gothic Neo"/>
              </a:defRPr>
            </a:lvl2pPr>
            <a:lvl3pPr algn="l">
              <a:buNone/>
              <a:defRPr sz="2025" b="1">
                <a:solidFill>
                  <a:srgbClr val="B8B0FF"/>
                </a:solidFill>
                <a:latin typeface="Apple SD Gothic Neo"/>
                <a:ea typeface="Apple SD Gothic Neo"/>
                <a:cs typeface="Apple SD Gothic Neo"/>
              </a:defRPr>
            </a:lvl3pPr>
            <a:lvl4pPr algn="l">
              <a:buNone/>
              <a:defRPr sz="2025" b="1">
                <a:solidFill>
                  <a:srgbClr val="B8B0FF"/>
                </a:solidFill>
                <a:latin typeface="Apple SD Gothic Neo"/>
                <a:ea typeface="Apple SD Gothic Neo"/>
                <a:cs typeface="Apple SD Gothic Neo"/>
              </a:defRPr>
            </a:lvl4pPr>
            <a:lvl5pPr algn="l">
              <a:buNone/>
              <a:defRPr sz="2025" b="1">
                <a:solidFill>
                  <a:srgbClr val="B8B0FF"/>
                </a:solidFill>
                <a:latin typeface="Apple SD Gothic Neo"/>
                <a:ea typeface="Apple SD Gothic Neo"/>
                <a:cs typeface="Apple SD Gothic Neo"/>
              </a:defRPr>
            </a:lvl5pPr>
            <a:lvl6pPr algn="l">
              <a:buNone/>
              <a:defRPr sz="2025" b="1">
                <a:solidFill>
                  <a:srgbClr val="B8B0FF"/>
                </a:solidFill>
                <a:latin typeface="Apple SD Gothic Neo"/>
                <a:ea typeface="Apple SD Gothic Neo"/>
                <a:cs typeface="Apple SD Gothic Neo"/>
              </a:defRPr>
            </a:lvl6pPr>
            <a:lvl7pPr algn="l">
              <a:buNone/>
              <a:defRPr sz="2025" b="1">
                <a:solidFill>
                  <a:srgbClr val="B8B0FF"/>
                </a:solidFill>
                <a:latin typeface="Apple SD Gothic Neo"/>
                <a:ea typeface="Apple SD Gothic Neo"/>
                <a:cs typeface="Apple SD Gothic Neo"/>
              </a:defRPr>
            </a:lvl7pPr>
            <a:lvl8pPr algn="l">
              <a:buNone/>
              <a:defRPr sz="2025" b="1">
                <a:solidFill>
                  <a:srgbClr val="B8B0FF"/>
                </a:solidFill>
                <a:latin typeface="Apple SD Gothic Neo"/>
                <a:ea typeface="Apple SD Gothic Neo"/>
                <a:cs typeface="Apple SD Gothic Neo"/>
              </a:defRPr>
            </a:lvl8pPr>
            <a:lvl9pPr algn="l">
              <a:buNone/>
              <a:defRPr sz="2025" b="1">
                <a:solidFill>
                  <a:srgbClr val="B8B0FF"/>
                </a:solidFill>
                <a:latin typeface="Apple SD Gothic Neo"/>
                <a:ea typeface="Apple SD Gothic Neo"/>
                <a:cs typeface="Apple SD Gothic Neo"/>
              </a:defRPr>
            </a:lvl9pPr>
          </a:lstStyle>
          <a:p xmlns:a="http://schemas.openxmlformats.org/drawingml/2006/main">
            <a:pPr algn="l">
              <a:buNone/>
              <a:defRPr sz="2025" b="1">
                <a:solidFill>
                  <a:srgbClr val="B8B0FF"/>
                </a:solidFill>
                <a:latin typeface="Apple SD Gothic Neo"/>
                <a:ea typeface="Apple SD Gothic Neo"/>
                <a:cs typeface="Apple SD Gothic Neo"/>
              </a:defRPr>
            </a:pPr>
            <a:r>
              <a:rPr sz="2025" b="1">
                <a:solidFill>
                  <a:srgbClr val="B8B0FF"/>
                </a:solidFill>
                <a:latin typeface="Apple SD Gothic Neo"/>
                <a:ea typeface="Apple SD Gothic Neo"/>
                <a:cs typeface="Apple SD Gothic Neo"/>
              </a:rPr>
              <a:t>관측 시간 구간</a:t>
            </a:r>
          </a:p>
        </p:txBody>
      </p:sp>
      <p:sp>
        <p:nvSpPr>
          <p:cNvPr id="20" name="text">
            <a:extLst xmlns:a="http://schemas.openxmlformats.org/drawingml/2006/main">
              <a:ext uri="{FF2B5EF4-FFF2-40B4-BE49-F238E27FC236}">
                <a16:creationId xmlns:a16="http://schemas.microsoft.com/office/drawing/2014/main" id="{2992B87D-6A4B-4D4E-90C4-F45A278AD5BB}"/>
              </a:ext>
            </a:extLst>
          </p:cNvPr>
          <p:cNvSpPr>
            <a:spLocks xmlns:a="http://schemas.openxmlformats.org/drawingml/2006/main" noGrp="1"/>
          </p:cNvSpPr>
          <p:nvPr/>
        </p:nvSpPr>
        <p:spPr>
          <a:xfrm xmlns:a="http://schemas.openxmlformats.org/drawingml/2006/main">
            <a:off x="8858250" y="5038725"/>
            <a:ext cx="2705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buNone/>
              <a:defRPr sz="1875" b="0">
                <a:solidFill>
                  <a:srgbClr val="F1F2F7"/>
                </a:solidFill>
                <a:latin typeface="Apple SD Gothic Neo"/>
                <a:ea typeface="Apple SD Gothic Neo"/>
                <a:cs typeface="Apple SD Gothic Neo"/>
              </a:defRPr>
            </a:lvl1pPr>
            <a:lvl2pPr algn="l">
              <a:buNone/>
              <a:defRPr sz="1875" b="0">
                <a:solidFill>
                  <a:srgbClr val="F1F2F7"/>
                </a:solidFill>
                <a:latin typeface="Apple SD Gothic Neo"/>
                <a:ea typeface="Apple SD Gothic Neo"/>
                <a:cs typeface="Apple SD Gothic Neo"/>
              </a:defRPr>
            </a:lvl2pPr>
            <a:lvl3pPr algn="l">
              <a:buNone/>
              <a:defRPr sz="1875" b="0">
                <a:solidFill>
                  <a:srgbClr val="F1F2F7"/>
                </a:solidFill>
                <a:latin typeface="Apple SD Gothic Neo"/>
                <a:ea typeface="Apple SD Gothic Neo"/>
                <a:cs typeface="Apple SD Gothic Neo"/>
              </a:defRPr>
            </a:lvl3pPr>
            <a:lvl4pPr algn="l">
              <a:buNone/>
              <a:defRPr sz="1875" b="0">
                <a:solidFill>
                  <a:srgbClr val="F1F2F7"/>
                </a:solidFill>
                <a:latin typeface="Apple SD Gothic Neo"/>
                <a:ea typeface="Apple SD Gothic Neo"/>
                <a:cs typeface="Apple SD Gothic Neo"/>
              </a:defRPr>
            </a:lvl4pPr>
            <a:lvl5pPr algn="l">
              <a:buNone/>
              <a:defRPr sz="1875" b="0">
                <a:solidFill>
                  <a:srgbClr val="F1F2F7"/>
                </a:solidFill>
                <a:latin typeface="Apple SD Gothic Neo"/>
                <a:ea typeface="Apple SD Gothic Neo"/>
                <a:cs typeface="Apple SD Gothic Neo"/>
              </a:defRPr>
            </a:lvl5pPr>
            <a:lvl6pPr algn="l">
              <a:buNone/>
              <a:defRPr sz="1875" b="0">
                <a:solidFill>
                  <a:srgbClr val="F1F2F7"/>
                </a:solidFill>
                <a:latin typeface="Apple SD Gothic Neo"/>
                <a:ea typeface="Apple SD Gothic Neo"/>
                <a:cs typeface="Apple SD Gothic Neo"/>
              </a:defRPr>
            </a:lvl6pPr>
            <a:lvl7pPr algn="l">
              <a:buNone/>
              <a:defRPr sz="1875" b="0">
                <a:solidFill>
                  <a:srgbClr val="F1F2F7"/>
                </a:solidFill>
                <a:latin typeface="Apple SD Gothic Neo"/>
                <a:ea typeface="Apple SD Gothic Neo"/>
                <a:cs typeface="Apple SD Gothic Neo"/>
              </a:defRPr>
            </a:lvl7pPr>
            <a:lvl8pPr algn="l">
              <a:buNone/>
              <a:defRPr sz="1875" b="0">
                <a:solidFill>
                  <a:srgbClr val="F1F2F7"/>
                </a:solidFill>
                <a:latin typeface="Apple SD Gothic Neo"/>
                <a:ea typeface="Apple SD Gothic Neo"/>
                <a:cs typeface="Apple SD Gothic Neo"/>
              </a:defRPr>
            </a:lvl8pPr>
            <a:lvl9pPr algn="l">
              <a:buNone/>
              <a:defRPr sz="1875" b="0">
                <a:solidFill>
                  <a:srgbClr val="F1F2F7"/>
                </a:solidFill>
                <a:latin typeface="Apple SD Gothic Neo"/>
                <a:ea typeface="Apple SD Gothic Neo"/>
                <a:cs typeface="Apple SD Gothic Neo"/>
              </a:defRPr>
            </a:lvl9pPr>
          </a:lstStyle>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최초 CPU와 같은 5분</a:t>
            </a:r>
          </a:p>
        </p:txBody>
      </p:sp>
      <p:sp>
        <p:nvSpPr>
          <p:cNvPr id="21" name="text">
            <a:extLst xmlns:a="http://schemas.openxmlformats.org/drawingml/2006/main">
              <a:ext uri="{FF2B5EF4-FFF2-40B4-BE49-F238E27FC236}">
                <a16:creationId xmlns:a16="http://schemas.microsoft.com/office/drawing/2014/main" id="{A9BF7630-54B5-46A0-AB1D-E7FD022303A4}"/>
              </a:ext>
            </a:extLst>
          </p:cNvPr>
          <p:cNvSpPr>
            <a:spLocks xmlns:a="http://schemas.openxmlformats.org/drawingml/2006/main" noGrp="1"/>
          </p:cNvSpPr>
          <p:nvPr/>
        </p:nvSpPr>
        <p:spPr>
          <a:xfrm xmlns:a="http://schemas.openxmlformats.org/drawingml/2006/main">
            <a:off x="609600" y="5610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buNone/>
              <a:defRPr sz="2250" b="1">
                <a:solidFill>
                  <a:srgbClr val="8BDDB5"/>
                </a:solidFill>
                <a:latin typeface="Apple SD Gothic Neo"/>
                <a:ea typeface="Apple SD Gothic Neo"/>
                <a:cs typeface="Apple SD Gothic Neo"/>
              </a:defRPr>
            </a:lvl1pPr>
            <a:lvl2pPr algn="l">
              <a:buNone/>
              <a:defRPr sz="2250" b="1">
                <a:solidFill>
                  <a:srgbClr val="8BDDB5"/>
                </a:solidFill>
                <a:latin typeface="Apple SD Gothic Neo"/>
                <a:ea typeface="Apple SD Gothic Neo"/>
                <a:cs typeface="Apple SD Gothic Neo"/>
              </a:defRPr>
            </a:lvl2pPr>
            <a:lvl3pPr algn="l">
              <a:buNone/>
              <a:defRPr sz="2250" b="1">
                <a:solidFill>
                  <a:srgbClr val="8BDDB5"/>
                </a:solidFill>
                <a:latin typeface="Apple SD Gothic Neo"/>
                <a:ea typeface="Apple SD Gothic Neo"/>
                <a:cs typeface="Apple SD Gothic Neo"/>
              </a:defRPr>
            </a:lvl3pPr>
            <a:lvl4pPr algn="l">
              <a:buNone/>
              <a:defRPr sz="2250" b="1">
                <a:solidFill>
                  <a:srgbClr val="8BDDB5"/>
                </a:solidFill>
                <a:latin typeface="Apple SD Gothic Neo"/>
                <a:ea typeface="Apple SD Gothic Neo"/>
                <a:cs typeface="Apple SD Gothic Neo"/>
              </a:defRPr>
            </a:lvl4pPr>
            <a:lvl5pPr algn="l">
              <a:buNone/>
              <a:defRPr sz="2250" b="1">
                <a:solidFill>
                  <a:srgbClr val="8BDDB5"/>
                </a:solidFill>
                <a:latin typeface="Apple SD Gothic Neo"/>
                <a:ea typeface="Apple SD Gothic Neo"/>
                <a:cs typeface="Apple SD Gothic Neo"/>
              </a:defRPr>
            </a:lvl5pPr>
            <a:lvl6pPr algn="l">
              <a:buNone/>
              <a:defRPr sz="2250" b="1">
                <a:solidFill>
                  <a:srgbClr val="8BDDB5"/>
                </a:solidFill>
                <a:latin typeface="Apple SD Gothic Neo"/>
                <a:ea typeface="Apple SD Gothic Neo"/>
                <a:cs typeface="Apple SD Gothic Neo"/>
              </a:defRPr>
            </a:lvl6pPr>
            <a:lvl7pPr algn="l">
              <a:buNone/>
              <a:defRPr sz="2250" b="1">
                <a:solidFill>
                  <a:srgbClr val="8BDDB5"/>
                </a:solidFill>
                <a:latin typeface="Apple SD Gothic Neo"/>
                <a:ea typeface="Apple SD Gothic Neo"/>
                <a:cs typeface="Apple SD Gothic Neo"/>
              </a:defRPr>
            </a:lvl7pPr>
            <a:lvl8pPr algn="l">
              <a:buNone/>
              <a:defRPr sz="2250" b="1">
                <a:solidFill>
                  <a:srgbClr val="8BDDB5"/>
                </a:solidFill>
                <a:latin typeface="Apple SD Gothic Neo"/>
                <a:ea typeface="Apple SD Gothic Neo"/>
                <a:cs typeface="Apple SD Gothic Neo"/>
              </a:defRPr>
            </a:lvl8pPr>
            <a:lvl9pPr algn="l">
              <a:buNone/>
              <a:defRPr sz="2250" b="1">
                <a:solidFill>
                  <a:srgbClr val="8BDDB5"/>
                </a:solidFill>
                <a:latin typeface="Apple SD Gothic Neo"/>
                <a:ea typeface="Apple SD Gothic Neo"/>
                <a:cs typeface="Apple SD Gothic Neo"/>
              </a:defRPr>
            </a:lvl9pPr>
          </a:lstStyle>
          <a:p xmlns:a="http://schemas.openxmlformats.org/drawingml/2006/main">
            <a:pPr algn="l">
              <a:buNone/>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지지·반증 조건은 조회 전에 기록합니다</a:t>
            </a:r>
          </a:p>
        </p:txBody>
      </p:sp>
      <p:sp>
        <p:nvSpPr>
          <p:cNvPr id="22" name="source-location">
            <a:extLst xmlns:a="http://schemas.openxmlformats.org/drawingml/2006/main">
              <a:ext uri="{FF2B5EF4-FFF2-40B4-BE49-F238E27FC236}">
                <a16:creationId xmlns:a16="http://schemas.microsoft.com/office/drawing/2014/main" id="{E339EFCA-8141-4B01-9567-E51AF9677DB3}"/>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agent/graph.py 190행 발췌, 줄바꿈 조정 / agent/investigation.py 25~38, 134~170행</a:t>
            </a:r>
          </a:p>
        </p:txBody>
      </p:sp>
    </p:spTree>
    <p:extLst>
      <p:ext uri="{BB962C8B-B14F-4D97-AF65-F5344CB8AC3E}">
        <p14:creationId xmlns:p14="http://schemas.microsoft.com/office/powerpoint/2010/main" val="2043715491"/>
      </p:ext>
    </p:extLst>
  </p:cSld>
</p:sld>
</file>

<file path=ppt/slides/slide5.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3F222F02-605A-4B43-81C0-54BE4E531330}"/>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5 / 8</a:t>
            </a:r>
          </a:p>
        </p:txBody>
      </p:sp>
      <p:sp>
        <p:nvSpPr>
          <p:cNvPr id="2" name="slide-title">
            <a:extLst xmlns:a="http://schemas.openxmlformats.org/drawingml/2006/main">
              <a:ext uri="{FF2B5EF4-FFF2-40B4-BE49-F238E27FC236}">
                <a16:creationId xmlns:a16="http://schemas.microsoft.com/office/drawing/2014/main" id="{492C4C91-8404-4B34-BB3E-BB3CFDA9C49A}"/>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추가 관측에 따른 가설 수정</a:t>
            </a:r>
          </a:p>
        </p:txBody>
      </p:sp>
      <p:pic>
        <p:nvPicPr>
          <p:cNvPr id="3" name="">
            <a:extLst xmlns:a="http://schemas.openxmlformats.org/drawingml/2006/main">
              <a:ext uri="{FF2B5EF4-FFF2-40B4-BE49-F238E27FC236}">
                <a16:creationId xmlns:a16="http://schemas.microsoft.com/office/drawing/2014/main" id="{D3A92759-ED18-4B24-86A5-6AEFA61CFA11}"/>
              </a:ext>
            </a:extLst>
          </p:cNvPr>
          <p:cNvPicPr>
            <a:picLocks xmlns:a="http://schemas.openxmlformats.org/drawingml/2006/main" noChangeAspect="1"/>
          </p:cNvPicPr>
          <p:nvPr/>
        </p:nvPicPr>
        <p:blipFill>
          <a:blip xmlns:r="http://schemas.openxmlformats.org/officeDocument/2006/relationships" xmlns:a="http://schemas.openxmlformats.org/drawingml/2006/main" r:embed="R346948aa326a4390"/>
          <a:stretch xmlns:a="http://schemas.openxmlformats.org/drawingml/2006/main"/>
        </p:blipFill>
        <p:spPr>
          <a:xfrm xmlns:a="http://schemas.openxmlformats.org/drawingml/2006/main">
            <a:off x="612246" y="1409700"/>
            <a:ext cx="8043333" cy="4524375"/>
          </a:xfrm>
          <a:prstGeom xmlns:a="http://schemas.openxmlformats.org/drawingml/2006/main" prst="rect">
            <a:avLst/>
          </a:prstGeom>
        </p:spPr>
      </p:pic>
      <p:sp>
        <p:nvSpPr>
          <p:cNvPr id="4" name="text">
            <a:extLst xmlns:a="http://schemas.openxmlformats.org/drawingml/2006/main">
              <a:ext uri="{FF2B5EF4-FFF2-40B4-BE49-F238E27FC236}">
                <a16:creationId xmlns:a16="http://schemas.microsoft.com/office/drawing/2014/main" id="{6E50F601-B772-4F30-95C9-5A68317450D4}"/>
              </a:ext>
            </a:extLst>
          </p:cNvPr>
          <p:cNvSpPr>
            <a:spLocks xmlns:a="http://schemas.openxmlformats.org/drawingml/2006/main" noGrp="1"/>
          </p:cNvSpPr>
          <p:nvPr/>
        </p:nvSpPr>
        <p:spPr>
          <a:xfrm xmlns:a="http://schemas.openxmlformats.org/drawingml/2006/main">
            <a:off x="9067800" y="15525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최초 CPU 91%</a:t>
            </a:r>
          </a:p>
        </p:txBody>
      </p:sp>
      <p:sp>
        <p:nvSpPr>
          <p:cNvPr id="5" name="text">
            <a:extLst xmlns:a="http://schemas.openxmlformats.org/drawingml/2006/main">
              <a:ext uri="{FF2B5EF4-FFF2-40B4-BE49-F238E27FC236}">
                <a16:creationId xmlns:a16="http://schemas.microsoft.com/office/drawing/2014/main" id="{77FD4EFA-2A9D-417A-A611-A739C5F59540}"/>
              </a:ext>
            </a:extLst>
          </p:cNvPr>
          <p:cNvSpPr>
            <a:spLocks xmlns:a="http://schemas.openxmlformats.org/drawingml/2006/main" noGrp="1"/>
          </p:cNvSpPr>
          <p:nvPr/>
        </p:nvSpPr>
        <p:spPr>
          <a:xfrm xmlns:a="http://schemas.openxmlformats.org/drawingml/2006/main">
            <a:off x="9067800" y="220980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B6BDD0"/>
                </a:solidFill>
                <a:latin typeface="Apple SD Gothic Neo"/>
                <a:ea typeface="Apple SD Gothic Neo"/>
                <a:cs typeface="Apple SD Gothic Neo"/>
              </a:defRPr>
            </a:defPPr>
            <a:lvl1pPr algn="l">
              <a:buNone/>
              <a:defRPr sz="1875" b="0">
                <a:solidFill>
                  <a:srgbClr val="B6BDD0"/>
                </a:solidFill>
                <a:latin typeface="Apple SD Gothic Neo"/>
                <a:ea typeface="Apple SD Gothic Neo"/>
                <a:cs typeface="Apple SD Gothic Neo"/>
              </a:defRPr>
            </a:lvl1pPr>
            <a:lvl2pPr algn="l">
              <a:buNone/>
              <a:defRPr sz="1875" b="0">
                <a:solidFill>
                  <a:srgbClr val="B6BDD0"/>
                </a:solidFill>
                <a:latin typeface="Apple SD Gothic Neo"/>
                <a:ea typeface="Apple SD Gothic Neo"/>
                <a:cs typeface="Apple SD Gothic Neo"/>
              </a:defRPr>
            </a:lvl2pPr>
            <a:lvl3pPr algn="l">
              <a:buNone/>
              <a:defRPr sz="1875" b="0">
                <a:solidFill>
                  <a:srgbClr val="B6BDD0"/>
                </a:solidFill>
                <a:latin typeface="Apple SD Gothic Neo"/>
                <a:ea typeface="Apple SD Gothic Neo"/>
                <a:cs typeface="Apple SD Gothic Neo"/>
              </a:defRPr>
            </a:lvl3pPr>
            <a:lvl4pPr algn="l">
              <a:buNone/>
              <a:defRPr sz="1875" b="0">
                <a:solidFill>
                  <a:srgbClr val="B6BDD0"/>
                </a:solidFill>
                <a:latin typeface="Apple SD Gothic Neo"/>
                <a:ea typeface="Apple SD Gothic Neo"/>
                <a:cs typeface="Apple SD Gothic Neo"/>
              </a:defRPr>
            </a:lvl4pPr>
            <a:lvl5pPr algn="l">
              <a:buNone/>
              <a:defRPr sz="1875" b="0">
                <a:solidFill>
                  <a:srgbClr val="B6BDD0"/>
                </a:solidFill>
                <a:latin typeface="Apple SD Gothic Neo"/>
                <a:ea typeface="Apple SD Gothic Neo"/>
                <a:cs typeface="Apple SD Gothic Neo"/>
              </a:defRPr>
            </a:lvl5pPr>
            <a:lvl6pPr algn="l">
              <a:buNone/>
              <a:defRPr sz="1875" b="0">
                <a:solidFill>
                  <a:srgbClr val="B6BDD0"/>
                </a:solidFill>
                <a:latin typeface="Apple SD Gothic Neo"/>
                <a:ea typeface="Apple SD Gothic Neo"/>
                <a:cs typeface="Apple SD Gothic Neo"/>
              </a:defRPr>
            </a:lvl6pPr>
            <a:lvl7pPr algn="l">
              <a:buNone/>
              <a:defRPr sz="1875" b="0">
                <a:solidFill>
                  <a:srgbClr val="B6BDD0"/>
                </a:solidFill>
                <a:latin typeface="Apple SD Gothic Neo"/>
                <a:ea typeface="Apple SD Gothic Neo"/>
                <a:cs typeface="Apple SD Gothic Neo"/>
              </a:defRPr>
            </a:lvl7pPr>
            <a:lvl8pPr algn="l">
              <a:buNone/>
              <a:defRPr sz="1875" b="0">
                <a:solidFill>
                  <a:srgbClr val="B6BDD0"/>
                </a:solidFill>
                <a:latin typeface="Apple SD Gothic Neo"/>
                <a:ea typeface="Apple SD Gothic Neo"/>
                <a:cs typeface="Apple SD Gothic Neo"/>
              </a:defRPr>
            </a:lvl8pPr>
            <a:lvl9pPr algn="l">
              <a:buNone/>
              <a:defRPr sz="1875" b="0">
                <a:solidFill>
                  <a:srgbClr val="B6BDD0"/>
                </a:solidFill>
                <a:latin typeface="Apple SD Gothic Neo"/>
                <a:ea typeface="Apple SD Gothic Neo"/>
                <a:cs typeface="Apple SD Gothic Neo"/>
              </a:defRPr>
            </a:lvl9pPr>
          </a:lstStyle>
          <a:p xmlns:a="http://schemas.openxmlformats.org/drawingml/2006/main">
            <a:pPr algn="l">
              <a:buNone/>
              <a:defRPr sz="1875" b="0">
                <a:solidFill>
                  <a:srgbClr val="B6BDD0"/>
                </a:solidFill>
                <a:latin typeface="Apple SD Gothic Neo"/>
                <a:ea typeface="Apple SD Gothic Neo"/>
                <a:cs typeface="Apple SD Gothic Neo"/>
              </a:defRPr>
            </a:pPr>
            <a:r>
              <a:rPr sz="1875" b="0">
                <a:solidFill>
                  <a:srgbClr val="B6BDD0"/>
                </a:solidFill>
                <a:latin typeface="Apple SD Gothic Neo"/>
                <a:ea typeface="Apple SD Gothic Neo"/>
                <a:cs typeface="Apple SD Gothic Neo"/>
              </a:rPr>
              <a:t>배치 CPU 기여</a:t>
            </a:r>
          </a:p>
        </p:txBody>
      </p:sp>
      <p:sp>
        <p:nvSpPr>
          <p:cNvPr id="6" name="text">
            <a:extLst xmlns:a="http://schemas.openxmlformats.org/drawingml/2006/main">
              <a:ext uri="{FF2B5EF4-FFF2-40B4-BE49-F238E27FC236}">
                <a16:creationId xmlns:a16="http://schemas.microsoft.com/office/drawing/2014/main" id="{A5F90766-28D8-4798-AD7D-9A2AB4892893}"/>
              </a:ext>
            </a:extLst>
          </p:cNvPr>
          <p:cNvSpPr>
            <a:spLocks xmlns:a="http://schemas.openxmlformats.org/drawingml/2006/main" noGrp="1"/>
          </p:cNvSpPr>
          <p:nvPr/>
        </p:nvSpPr>
        <p:spPr>
          <a:xfrm xmlns:a="http://schemas.openxmlformats.org/drawingml/2006/main">
            <a:off x="9067800" y="2619375"/>
            <a:ext cx="251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925" b="1">
                <a:solidFill>
                  <a:srgbClr val="FFA4AD"/>
                </a:solidFill>
                <a:latin typeface="Apple SD Gothic Neo"/>
                <a:ea typeface="Apple SD Gothic Neo"/>
                <a:cs typeface="Apple SD Gothic Neo"/>
              </a:defRPr>
            </a:defPPr>
            <a:lvl1pPr algn="l">
              <a:buNone/>
              <a:defRPr sz="2925" b="1">
                <a:solidFill>
                  <a:srgbClr val="FFA4AD"/>
                </a:solidFill>
                <a:latin typeface="Apple SD Gothic Neo"/>
                <a:ea typeface="Apple SD Gothic Neo"/>
                <a:cs typeface="Apple SD Gothic Neo"/>
              </a:defRPr>
            </a:lvl1pPr>
            <a:lvl2pPr algn="l">
              <a:buNone/>
              <a:defRPr sz="2925" b="1">
                <a:solidFill>
                  <a:srgbClr val="FFA4AD"/>
                </a:solidFill>
                <a:latin typeface="Apple SD Gothic Neo"/>
                <a:ea typeface="Apple SD Gothic Neo"/>
                <a:cs typeface="Apple SD Gothic Neo"/>
              </a:defRPr>
            </a:lvl2pPr>
            <a:lvl3pPr algn="l">
              <a:buNone/>
              <a:defRPr sz="2925" b="1">
                <a:solidFill>
                  <a:srgbClr val="FFA4AD"/>
                </a:solidFill>
                <a:latin typeface="Apple SD Gothic Neo"/>
                <a:ea typeface="Apple SD Gothic Neo"/>
                <a:cs typeface="Apple SD Gothic Neo"/>
              </a:defRPr>
            </a:lvl3pPr>
            <a:lvl4pPr algn="l">
              <a:buNone/>
              <a:defRPr sz="2925" b="1">
                <a:solidFill>
                  <a:srgbClr val="FFA4AD"/>
                </a:solidFill>
                <a:latin typeface="Apple SD Gothic Neo"/>
                <a:ea typeface="Apple SD Gothic Neo"/>
                <a:cs typeface="Apple SD Gothic Neo"/>
              </a:defRPr>
            </a:lvl4pPr>
            <a:lvl5pPr algn="l">
              <a:buNone/>
              <a:defRPr sz="2925" b="1">
                <a:solidFill>
                  <a:srgbClr val="FFA4AD"/>
                </a:solidFill>
                <a:latin typeface="Apple SD Gothic Neo"/>
                <a:ea typeface="Apple SD Gothic Neo"/>
                <a:cs typeface="Apple SD Gothic Neo"/>
              </a:defRPr>
            </a:lvl5pPr>
            <a:lvl6pPr algn="l">
              <a:buNone/>
              <a:defRPr sz="2925" b="1">
                <a:solidFill>
                  <a:srgbClr val="FFA4AD"/>
                </a:solidFill>
                <a:latin typeface="Apple SD Gothic Neo"/>
                <a:ea typeface="Apple SD Gothic Neo"/>
                <a:cs typeface="Apple SD Gothic Neo"/>
              </a:defRPr>
            </a:lvl6pPr>
            <a:lvl7pPr algn="l">
              <a:buNone/>
              <a:defRPr sz="2925" b="1">
                <a:solidFill>
                  <a:srgbClr val="FFA4AD"/>
                </a:solidFill>
                <a:latin typeface="Apple SD Gothic Neo"/>
                <a:ea typeface="Apple SD Gothic Neo"/>
                <a:cs typeface="Apple SD Gothic Neo"/>
              </a:defRPr>
            </a:lvl7pPr>
            <a:lvl8pPr algn="l">
              <a:buNone/>
              <a:defRPr sz="2925" b="1">
                <a:solidFill>
                  <a:srgbClr val="FFA4AD"/>
                </a:solidFill>
                <a:latin typeface="Apple SD Gothic Neo"/>
                <a:ea typeface="Apple SD Gothic Neo"/>
                <a:cs typeface="Apple SD Gothic Neo"/>
              </a:defRPr>
            </a:lvl8pPr>
            <a:lvl9pPr algn="l">
              <a:buNone/>
              <a:defRPr sz="2925" b="1">
                <a:solidFill>
                  <a:srgbClr val="FFA4AD"/>
                </a:solidFill>
                <a:latin typeface="Apple SD Gothic Neo"/>
                <a:ea typeface="Apple SD Gothic Neo"/>
                <a:cs typeface="Apple SD Gothic Neo"/>
              </a:defRPr>
            </a:lvl9pPr>
          </a:lstStyle>
          <a:p xmlns:a="http://schemas.openxmlformats.org/drawingml/2006/main">
            <a:pPr algn="l">
              <a:buNone/>
              <a:defRPr sz="2925" b="1">
                <a:solidFill>
                  <a:srgbClr val="FFA4AD"/>
                </a:solidFill>
                <a:latin typeface="Apple SD Gothic Neo"/>
                <a:ea typeface="Apple SD Gothic Neo"/>
                <a:cs typeface="Apple SD Gothic Neo"/>
              </a:defRPr>
            </a:pPr>
            <a:r>
              <a:rPr sz="2925" b="1">
                <a:solidFill>
                  <a:srgbClr val="FFA4AD"/>
                </a:solidFill>
                <a:latin typeface="Apple SD Gothic Neo"/>
                <a:ea typeface="Apple SD Gothic Neo"/>
                <a:cs typeface="Apple SD Gothic Neo"/>
              </a:rPr>
              <a:t>5%  반증</a:t>
            </a:r>
          </a:p>
        </p:txBody>
      </p:sp>
      <p:sp>
        <p:nvSpPr>
          <p:cNvPr id="7" name="text">
            <a:extLst xmlns:a="http://schemas.openxmlformats.org/drawingml/2006/main">
              <a:ext uri="{FF2B5EF4-FFF2-40B4-BE49-F238E27FC236}">
                <a16:creationId xmlns:a16="http://schemas.microsoft.com/office/drawing/2014/main" id="{5ABE7B7D-5B4C-4139-BE97-8A11F2F5A5B7}"/>
              </a:ext>
            </a:extLst>
          </p:cNvPr>
          <p:cNvSpPr>
            <a:spLocks xmlns:a="http://schemas.openxmlformats.org/drawingml/2006/main" noGrp="1"/>
          </p:cNvSpPr>
          <p:nvPr/>
        </p:nvSpPr>
        <p:spPr>
          <a:xfrm xmlns:a="http://schemas.openxmlformats.org/drawingml/2006/main">
            <a:off x="9067800" y="34861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B6BDD0"/>
                </a:solidFill>
                <a:latin typeface="Apple SD Gothic Neo"/>
                <a:ea typeface="Apple SD Gothic Neo"/>
                <a:cs typeface="Apple SD Gothic Neo"/>
              </a:defRPr>
            </a:defPPr>
            <a:lvl1pPr algn="l">
              <a:buNone/>
              <a:defRPr sz="1875" b="0">
                <a:solidFill>
                  <a:srgbClr val="B6BDD0"/>
                </a:solidFill>
                <a:latin typeface="Apple SD Gothic Neo"/>
                <a:ea typeface="Apple SD Gothic Neo"/>
                <a:cs typeface="Apple SD Gothic Neo"/>
              </a:defRPr>
            </a:lvl1pPr>
            <a:lvl2pPr algn="l">
              <a:buNone/>
              <a:defRPr sz="1875" b="0">
                <a:solidFill>
                  <a:srgbClr val="B6BDD0"/>
                </a:solidFill>
                <a:latin typeface="Apple SD Gothic Neo"/>
                <a:ea typeface="Apple SD Gothic Neo"/>
                <a:cs typeface="Apple SD Gothic Neo"/>
              </a:defRPr>
            </a:lvl2pPr>
            <a:lvl3pPr algn="l">
              <a:buNone/>
              <a:defRPr sz="1875" b="0">
                <a:solidFill>
                  <a:srgbClr val="B6BDD0"/>
                </a:solidFill>
                <a:latin typeface="Apple SD Gothic Neo"/>
                <a:ea typeface="Apple SD Gothic Neo"/>
                <a:cs typeface="Apple SD Gothic Neo"/>
              </a:defRPr>
            </a:lvl3pPr>
            <a:lvl4pPr algn="l">
              <a:buNone/>
              <a:defRPr sz="1875" b="0">
                <a:solidFill>
                  <a:srgbClr val="B6BDD0"/>
                </a:solidFill>
                <a:latin typeface="Apple SD Gothic Neo"/>
                <a:ea typeface="Apple SD Gothic Neo"/>
                <a:cs typeface="Apple SD Gothic Neo"/>
              </a:defRPr>
            </a:lvl4pPr>
            <a:lvl5pPr algn="l">
              <a:buNone/>
              <a:defRPr sz="1875" b="0">
                <a:solidFill>
                  <a:srgbClr val="B6BDD0"/>
                </a:solidFill>
                <a:latin typeface="Apple SD Gothic Neo"/>
                <a:ea typeface="Apple SD Gothic Neo"/>
                <a:cs typeface="Apple SD Gothic Neo"/>
              </a:defRPr>
            </a:lvl5pPr>
            <a:lvl6pPr algn="l">
              <a:buNone/>
              <a:defRPr sz="1875" b="0">
                <a:solidFill>
                  <a:srgbClr val="B6BDD0"/>
                </a:solidFill>
                <a:latin typeface="Apple SD Gothic Neo"/>
                <a:ea typeface="Apple SD Gothic Neo"/>
                <a:cs typeface="Apple SD Gothic Neo"/>
              </a:defRPr>
            </a:lvl6pPr>
            <a:lvl7pPr algn="l">
              <a:buNone/>
              <a:defRPr sz="1875" b="0">
                <a:solidFill>
                  <a:srgbClr val="B6BDD0"/>
                </a:solidFill>
                <a:latin typeface="Apple SD Gothic Neo"/>
                <a:ea typeface="Apple SD Gothic Neo"/>
                <a:cs typeface="Apple SD Gothic Neo"/>
              </a:defRPr>
            </a:lvl7pPr>
            <a:lvl8pPr algn="l">
              <a:buNone/>
              <a:defRPr sz="1875" b="0">
                <a:solidFill>
                  <a:srgbClr val="B6BDD0"/>
                </a:solidFill>
                <a:latin typeface="Apple SD Gothic Neo"/>
                <a:ea typeface="Apple SD Gothic Neo"/>
                <a:cs typeface="Apple SD Gothic Neo"/>
              </a:defRPr>
            </a:lvl8pPr>
            <a:lvl9pPr algn="l">
              <a:buNone/>
              <a:defRPr sz="1875" b="0">
                <a:solidFill>
                  <a:srgbClr val="B6BDD0"/>
                </a:solidFill>
                <a:latin typeface="Apple SD Gothic Neo"/>
                <a:ea typeface="Apple SD Gothic Neo"/>
                <a:cs typeface="Apple SD Gothic Neo"/>
              </a:defRPr>
            </a:lvl9pPr>
          </a:lstStyle>
          <a:p xmlns:a="http://schemas.openxmlformats.org/drawingml/2006/main">
            <a:pPr algn="l">
              <a:buNone/>
              <a:defRPr sz="1875" b="0">
                <a:solidFill>
                  <a:srgbClr val="B6BDD0"/>
                </a:solidFill>
                <a:latin typeface="Apple SD Gothic Neo"/>
                <a:ea typeface="Apple SD Gothic Neo"/>
                <a:cs typeface="Apple SD Gothic Neo"/>
              </a:defRPr>
            </a:pPr>
            <a:r>
              <a:rPr sz="1875" b="0">
                <a:solidFill>
                  <a:srgbClr val="B6BDD0"/>
                </a:solidFill>
                <a:latin typeface="Apple SD Gothic Neo"/>
                <a:ea typeface="Apple SD Gothic Neo"/>
                <a:cs typeface="Apple SD Gothic Neo"/>
              </a:rPr>
              <a:t>요청 처리 기여</a:t>
            </a:r>
          </a:p>
        </p:txBody>
      </p:sp>
      <p:sp>
        <p:nvSpPr>
          <p:cNvPr id="8" name="text">
            <a:extLst xmlns:a="http://schemas.openxmlformats.org/drawingml/2006/main">
              <a:ext uri="{FF2B5EF4-FFF2-40B4-BE49-F238E27FC236}">
                <a16:creationId xmlns:a16="http://schemas.microsoft.com/office/drawing/2014/main" id="{E93D9B0D-A4C1-4005-A143-63117E648D05}"/>
              </a:ext>
            </a:extLst>
          </p:cNvPr>
          <p:cNvSpPr>
            <a:spLocks xmlns:a="http://schemas.openxmlformats.org/drawingml/2006/main" noGrp="1"/>
          </p:cNvSpPr>
          <p:nvPr/>
        </p:nvSpPr>
        <p:spPr>
          <a:xfrm xmlns:a="http://schemas.openxmlformats.org/drawingml/2006/main">
            <a:off x="9067800" y="3895725"/>
            <a:ext cx="251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925" b="1">
                <a:solidFill>
                  <a:srgbClr val="8BDDB5"/>
                </a:solidFill>
                <a:latin typeface="Apple SD Gothic Neo"/>
                <a:ea typeface="Apple SD Gothic Neo"/>
                <a:cs typeface="Apple SD Gothic Neo"/>
              </a:defRPr>
            </a:defPPr>
            <a:lvl1pPr algn="l">
              <a:buNone/>
              <a:defRPr sz="2925" b="1">
                <a:solidFill>
                  <a:srgbClr val="8BDDB5"/>
                </a:solidFill>
                <a:latin typeface="Apple SD Gothic Neo"/>
                <a:ea typeface="Apple SD Gothic Neo"/>
                <a:cs typeface="Apple SD Gothic Neo"/>
              </a:defRPr>
            </a:lvl1pPr>
            <a:lvl2pPr algn="l">
              <a:buNone/>
              <a:defRPr sz="2925" b="1">
                <a:solidFill>
                  <a:srgbClr val="8BDDB5"/>
                </a:solidFill>
                <a:latin typeface="Apple SD Gothic Neo"/>
                <a:ea typeface="Apple SD Gothic Neo"/>
                <a:cs typeface="Apple SD Gothic Neo"/>
              </a:defRPr>
            </a:lvl2pPr>
            <a:lvl3pPr algn="l">
              <a:buNone/>
              <a:defRPr sz="2925" b="1">
                <a:solidFill>
                  <a:srgbClr val="8BDDB5"/>
                </a:solidFill>
                <a:latin typeface="Apple SD Gothic Neo"/>
                <a:ea typeface="Apple SD Gothic Neo"/>
                <a:cs typeface="Apple SD Gothic Neo"/>
              </a:defRPr>
            </a:lvl3pPr>
            <a:lvl4pPr algn="l">
              <a:buNone/>
              <a:defRPr sz="2925" b="1">
                <a:solidFill>
                  <a:srgbClr val="8BDDB5"/>
                </a:solidFill>
                <a:latin typeface="Apple SD Gothic Neo"/>
                <a:ea typeface="Apple SD Gothic Neo"/>
                <a:cs typeface="Apple SD Gothic Neo"/>
              </a:defRPr>
            </a:lvl4pPr>
            <a:lvl5pPr algn="l">
              <a:buNone/>
              <a:defRPr sz="2925" b="1">
                <a:solidFill>
                  <a:srgbClr val="8BDDB5"/>
                </a:solidFill>
                <a:latin typeface="Apple SD Gothic Neo"/>
                <a:ea typeface="Apple SD Gothic Neo"/>
                <a:cs typeface="Apple SD Gothic Neo"/>
              </a:defRPr>
            </a:lvl5pPr>
            <a:lvl6pPr algn="l">
              <a:buNone/>
              <a:defRPr sz="2925" b="1">
                <a:solidFill>
                  <a:srgbClr val="8BDDB5"/>
                </a:solidFill>
                <a:latin typeface="Apple SD Gothic Neo"/>
                <a:ea typeface="Apple SD Gothic Neo"/>
                <a:cs typeface="Apple SD Gothic Neo"/>
              </a:defRPr>
            </a:lvl6pPr>
            <a:lvl7pPr algn="l">
              <a:buNone/>
              <a:defRPr sz="2925" b="1">
                <a:solidFill>
                  <a:srgbClr val="8BDDB5"/>
                </a:solidFill>
                <a:latin typeface="Apple SD Gothic Neo"/>
                <a:ea typeface="Apple SD Gothic Neo"/>
                <a:cs typeface="Apple SD Gothic Neo"/>
              </a:defRPr>
            </a:lvl7pPr>
            <a:lvl8pPr algn="l">
              <a:buNone/>
              <a:defRPr sz="2925" b="1">
                <a:solidFill>
                  <a:srgbClr val="8BDDB5"/>
                </a:solidFill>
                <a:latin typeface="Apple SD Gothic Neo"/>
                <a:ea typeface="Apple SD Gothic Neo"/>
                <a:cs typeface="Apple SD Gothic Neo"/>
              </a:defRPr>
            </a:lvl8pPr>
            <a:lvl9pPr algn="l">
              <a:buNone/>
              <a:defRPr sz="2925" b="1">
                <a:solidFill>
                  <a:srgbClr val="8BDDB5"/>
                </a:solidFill>
                <a:latin typeface="Apple SD Gothic Neo"/>
                <a:ea typeface="Apple SD Gothic Neo"/>
                <a:cs typeface="Apple SD Gothic Neo"/>
              </a:defRPr>
            </a:lvl9pPr>
          </a:lstStyle>
          <a:p xmlns:a="http://schemas.openxmlformats.org/drawingml/2006/main">
            <a:pPr algn="l">
              <a:buNone/>
              <a:defRPr sz="2925" b="1">
                <a:solidFill>
                  <a:srgbClr val="8BDDB5"/>
                </a:solidFill>
                <a:latin typeface="Apple SD Gothic Neo"/>
                <a:ea typeface="Apple SD Gothic Neo"/>
                <a:cs typeface="Apple SD Gothic Neo"/>
              </a:defRPr>
            </a:pPr>
            <a:r>
              <a:rPr sz="2925" b="1">
                <a:solidFill>
                  <a:srgbClr val="8BDDB5"/>
                </a:solidFill>
                <a:latin typeface="Apple SD Gothic Neo"/>
                <a:ea typeface="Apple SD Gothic Neo"/>
                <a:cs typeface="Apple SD Gothic Neo"/>
              </a:rPr>
              <a:t>88%  지지</a:t>
            </a:r>
          </a:p>
        </p:txBody>
      </p:sp>
      <p:sp>
        <p:nvSpPr>
          <p:cNvPr id="9" name="text">
            <a:extLst xmlns:a="http://schemas.openxmlformats.org/drawingml/2006/main">
              <a:ext uri="{FF2B5EF4-FFF2-40B4-BE49-F238E27FC236}">
                <a16:creationId xmlns:a16="http://schemas.microsoft.com/office/drawing/2014/main" id="{5FF1ACFC-ECE3-4D6E-A481-8B550DEC0605}"/>
              </a:ext>
            </a:extLst>
          </p:cNvPr>
          <p:cNvSpPr>
            <a:spLocks xmlns:a="http://schemas.openxmlformats.org/drawingml/2006/main" noGrp="1"/>
          </p:cNvSpPr>
          <p:nvPr/>
        </p:nvSpPr>
        <p:spPr>
          <a:xfrm xmlns:a="http://schemas.openxmlformats.org/drawingml/2006/main">
            <a:off x="9067800" y="5038725"/>
            <a:ext cx="25146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F1F2F7"/>
                </a:solidFill>
                <a:latin typeface="Apple SD Gothic Neo"/>
                <a:ea typeface="Apple SD Gothic Neo"/>
                <a:cs typeface="Apple SD Gothic Neo"/>
              </a:defRPr>
            </a:defPPr>
            <a:lvl1pPr algn="l">
              <a:buNone/>
              <a:defRPr sz="2100" b="0">
                <a:solidFill>
                  <a:srgbClr val="F1F2F7"/>
                </a:solidFill>
                <a:latin typeface="Apple SD Gothic Neo"/>
                <a:ea typeface="Apple SD Gothic Neo"/>
                <a:cs typeface="Apple SD Gothic Neo"/>
              </a:defRPr>
            </a:lvl1pPr>
            <a:lvl2pPr algn="l">
              <a:buNone/>
              <a:defRPr sz="2100" b="0">
                <a:solidFill>
                  <a:srgbClr val="F1F2F7"/>
                </a:solidFill>
                <a:latin typeface="Apple SD Gothic Neo"/>
                <a:ea typeface="Apple SD Gothic Neo"/>
                <a:cs typeface="Apple SD Gothic Neo"/>
              </a:defRPr>
            </a:lvl2pPr>
            <a:lvl3pPr algn="l">
              <a:buNone/>
              <a:defRPr sz="2100" b="0">
                <a:solidFill>
                  <a:srgbClr val="F1F2F7"/>
                </a:solidFill>
                <a:latin typeface="Apple SD Gothic Neo"/>
                <a:ea typeface="Apple SD Gothic Neo"/>
                <a:cs typeface="Apple SD Gothic Neo"/>
              </a:defRPr>
            </a:lvl3pPr>
            <a:lvl4pPr algn="l">
              <a:buNone/>
              <a:defRPr sz="2100" b="0">
                <a:solidFill>
                  <a:srgbClr val="F1F2F7"/>
                </a:solidFill>
                <a:latin typeface="Apple SD Gothic Neo"/>
                <a:ea typeface="Apple SD Gothic Neo"/>
                <a:cs typeface="Apple SD Gothic Neo"/>
              </a:defRPr>
            </a:lvl4pPr>
            <a:lvl5pPr algn="l">
              <a:buNone/>
              <a:defRPr sz="2100" b="0">
                <a:solidFill>
                  <a:srgbClr val="F1F2F7"/>
                </a:solidFill>
                <a:latin typeface="Apple SD Gothic Neo"/>
                <a:ea typeface="Apple SD Gothic Neo"/>
                <a:cs typeface="Apple SD Gothic Neo"/>
              </a:defRPr>
            </a:lvl5pPr>
            <a:lvl6pPr algn="l">
              <a:buNone/>
              <a:defRPr sz="2100" b="0">
                <a:solidFill>
                  <a:srgbClr val="F1F2F7"/>
                </a:solidFill>
                <a:latin typeface="Apple SD Gothic Neo"/>
                <a:ea typeface="Apple SD Gothic Neo"/>
                <a:cs typeface="Apple SD Gothic Neo"/>
              </a:defRPr>
            </a:lvl6pPr>
            <a:lvl7pPr algn="l">
              <a:buNone/>
              <a:defRPr sz="2100" b="0">
                <a:solidFill>
                  <a:srgbClr val="F1F2F7"/>
                </a:solidFill>
                <a:latin typeface="Apple SD Gothic Neo"/>
                <a:ea typeface="Apple SD Gothic Neo"/>
                <a:cs typeface="Apple SD Gothic Neo"/>
              </a:defRPr>
            </a:lvl7pPr>
            <a:lvl8pPr algn="l">
              <a:buNone/>
              <a:defRPr sz="2100" b="0">
                <a:solidFill>
                  <a:srgbClr val="F1F2F7"/>
                </a:solidFill>
                <a:latin typeface="Apple SD Gothic Neo"/>
                <a:ea typeface="Apple SD Gothic Neo"/>
                <a:cs typeface="Apple SD Gothic Neo"/>
              </a:defRPr>
            </a:lvl8pPr>
            <a:lvl9pPr algn="l">
              <a:buNone/>
              <a:defRPr sz="2100" b="0">
                <a:solidFill>
                  <a:srgbClr val="F1F2F7"/>
                </a:solidFill>
                <a:latin typeface="Apple SD Gothic Neo"/>
                <a:ea typeface="Apple SD Gothic Neo"/>
                <a:cs typeface="Apple SD Gothic Neo"/>
              </a:defRPr>
            </a:lvl9pPr>
          </a:lstStyle>
          <a:p xmlns:a="http://schemas.openxmlformats.org/drawingml/2006/main">
            <a:pPr algn="l">
              <a:buNone/>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요청량 3.2배</a:t>
            </a:r>
          </a:p>
          <a:p xmlns:a="http://schemas.openxmlformats.org/drawingml/2006/main">
            <a:pPr algn="l">
              <a:buNone/>
              <a:defRPr sz="2100" b="0">
                <a:solidFill>
                  <a:srgbClr val="F1F2F7"/>
                </a:solidFill>
                <a:latin typeface="Apple SD Gothic Neo"/>
                <a:ea typeface="Apple SD Gothic Neo"/>
                <a:cs typeface="Apple SD Gothic Neo"/>
              </a:defRPr>
            </a:pPr>
            <a:r>
              <a:rPr sz="2100" b="0">
                <a:solidFill>
                  <a:srgbClr val="F1F2F7"/>
                </a:solidFill>
                <a:latin typeface="Apple SD Gothic Neo"/>
                <a:ea typeface="Apple SD Gothic Neo"/>
                <a:cs typeface="Apple SD Gothic Neo"/>
              </a:rPr>
              <a:t>5분 지속</a:t>
            </a:r>
          </a:p>
        </p:txBody>
      </p:sp>
      <p:sp>
        <p:nvSpPr>
          <p:cNvPr id="10" name="source-location">
            <a:extLst xmlns:a="http://schemas.openxmlformats.org/drawingml/2006/main">
              <a:ext uri="{FF2B5EF4-FFF2-40B4-BE49-F238E27FC236}">
                <a16:creationId xmlns:a16="http://schemas.microsoft.com/office/drawing/2014/main" id="{88F165C2-65A9-4FF8-B88B-69318325D6A6}"/>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저장된 실제 LLM 실행 / 교육용 합성 관측 / agent/investigation.py 25~38, 285~303행</a:t>
            </a:r>
          </a:p>
        </p:txBody>
      </p:sp>
    </p:spTree>
    <p:extLst>
      <p:ext uri="{BB962C8B-B14F-4D97-AF65-F5344CB8AC3E}">
        <p14:creationId xmlns:p14="http://schemas.microsoft.com/office/powerpoint/2010/main" val="1456045699"/>
      </p:ext>
    </p:extLst>
  </p:cSld>
</p:sld>
</file>

<file path=ppt/slides/slide6.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6" name="slide-number">
            <a:extLst xmlns:a="http://schemas.openxmlformats.org/drawingml/2006/main">
              <a:ext uri="{FF2B5EF4-FFF2-40B4-BE49-F238E27FC236}">
                <a16:creationId xmlns:a16="http://schemas.microsoft.com/office/drawing/2014/main" id="{4773ED0A-C273-4806-A614-CFC04E2C97A1}"/>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6 / 8</a:t>
            </a:r>
          </a:p>
        </p:txBody>
      </p:sp>
      <p:sp>
        <p:nvSpPr>
          <p:cNvPr id="2" name="slide-title">
            <a:extLst xmlns:a="http://schemas.openxmlformats.org/drawingml/2006/main">
              <a:ext uri="{FF2B5EF4-FFF2-40B4-BE49-F238E27FC236}">
                <a16:creationId xmlns:a16="http://schemas.microsoft.com/office/drawing/2014/main" id="{BBAF7BF2-B84F-4179-BA9A-D53A3324F057}"/>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사실 검증과 Judge·트레이싱</a:t>
            </a:r>
          </a:p>
        </p:txBody>
      </p:sp>
      <p:sp>
        <p:nvSpPr>
          <p:cNvPr id="3" name="code-background">
            <a:extLst xmlns:a="http://schemas.openxmlformats.org/drawingml/2006/main">
              <a:ext uri="{FF2B5EF4-FFF2-40B4-BE49-F238E27FC236}">
                <a16:creationId xmlns:a16="http://schemas.microsoft.com/office/drawing/2014/main" id="{F8A30589-8799-4AAA-8FF2-4BDC75885BF8}"/>
              </a:ext>
            </a:extLst>
          </p:cNvPr>
          <p:cNvSpPr>
            <a:spLocks xmlns:a="http://schemas.openxmlformats.org/drawingml/2006/main" noGrp="1"/>
          </p:cNvSpPr>
          <p:nvPr/>
        </p:nvSpPr>
        <p:spPr>
          <a:xfrm xmlns:a="http://schemas.openxmlformats.org/drawingml/2006/main">
            <a:off x="609600" y="1438275"/>
            <a:ext cx="7762875" cy="2895600"/>
          </a:xfrm>
          <a:prstGeom xmlns:a="http://schemas.openxmlformats.org/drawingml/2006/main" prst="rect">
            <a:avLst/>
          </a:prstGeom>
          <a:solidFill xmlns:a="http://schemas.openxmlformats.org/drawingml/2006/main">
            <a:srgbClr val="202435"/>
          </a:solidFill>
          <a:ln xmlns:a="http://schemas.openxmlformats.org/drawingml/2006/main" w="0">
            <a:noFill/>
          </a:ln>
        </p:spPr>
      </p:sp>
      <p:sp>
        <p:nvSpPr>
          <p:cNvPr id="4" name="code-line-1">
            <a:extLst xmlns:a="http://schemas.openxmlformats.org/drawingml/2006/main">
              <a:ext uri="{FF2B5EF4-FFF2-40B4-BE49-F238E27FC236}">
                <a16:creationId xmlns:a16="http://schemas.microsoft.com/office/drawing/2014/main" id="{359DBC2C-3FE3-4FCD-9CB9-CF6436255F0A}"/>
              </a:ext>
            </a:extLst>
          </p:cNvPr>
          <p:cNvSpPr>
            <a:spLocks xmlns:a="http://schemas.openxmlformats.org/drawingml/2006/main" noGrp="1"/>
          </p:cNvSpPr>
          <p:nvPr/>
        </p:nvSpPr>
        <p:spPr>
          <a:xfrm xmlns:a="http://schemas.openxmlformats.org/drawingml/2006/main">
            <a:off x="819150" y="16097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8BDDB5"/>
                </a:solidFill>
                <a:latin typeface="Menlo"/>
                <a:ea typeface="Menlo"/>
                <a:cs typeface="Menlo"/>
              </a:rPr>
              <a:t>if</a:t>
            </a:r>
            <a:r>
              <a:rPr>
                <a:solidFill>
                  <a:srgbClr val="F1F2F7"/>
                </a:solidFill>
                <a:latin typeface="Menlo"/>
                <a:ea typeface="Menlo"/>
                <a:cs typeface="Menlo"/>
              </a:rPr>
              <a:t> obj[</a:t>
            </a:r>
            <a:r>
              <a:rPr>
                <a:solidFill>
                  <a:srgbClr val="F2CD88"/>
                </a:solidFill>
                <a:latin typeface="Menlo"/>
                <a:ea typeface="Menlo"/>
                <a:cs typeface="Menlo"/>
              </a:rPr>
              <a:t>"facts"</a:t>
            </a:r>
            <a:r>
              <a:rPr>
                <a:solidFill>
                  <a:srgbClr val="F1F2F7"/>
                </a:solidFill>
                <a:latin typeface="Menlo"/>
                <a:ea typeface="Menlo"/>
                <a:cs typeface="Menlo"/>
              </a:rPr>
              <a:t>] != report[</a:t>
            </a:r>
            <a:r>
              <a:rPr>
                <a:solidFill>
                  <a:srgbClr val="F2CD88"/>
                </a:solidFill>
                <a:latin typeface="Menlo"/>
                <a:ea typeface="Menlo"/>
                <a:cs typeface="Menlo"/>
              </a:rPr>
              <a:t>"facts"</a:t>
            </a:r>
            <a:r>
              <a:rPr>
                <a:solidFill>
                  <a:srgbClr val="F1F2F7"/>
                </a:solidFill>
                <a:latin typeface="Menlo"/>
                <a:ea typeface="Menlo"/>
                <a:cs typeface="Menlo"/>
              </a:rPr>
              <a:t>]:</a:t>
            </a:r>
          </a:p>
        </p:txBody>
      </p:sp>
      <p:sp>
        <p:nvSpPr>
          <p:cNvPr id="5" name="code-line-2">
            <a:extLst xmlns:a="http://schemas.openxmlformats.org/drawingml/2006/main">
              <a:ext uri="{FF2B5EF4-FFF2-40B4-BE49-F238E27FC236}">
                <a16:creationId xmlns:a16="http://schemas.microsoft.com/office/drawing/2014/main" id="{0BD7858F-6F2F-4688-A59E-41097A9DCF15}"/>
              </a:ext>
            </a:extLst>
          </p:cNvPr>
          <p:cNvSpPr>
            <a:spLocks xmlns:a="http://schemas.openxmlformats.org/drawingml/2006/main" noGrp="1"/>
          </p:cNvSpPr>
          <p:nvPr/>
        </p:nvSpPr>
        <p:spPr>
          <a:xfrm xmlns:a="http://schemas.openxmlformats.org/drawingml/2006/main">
            <a:off x="819150" y="196215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F1F2F7"/>
                </a:solidFill>
                <a:latin typeface="Menlo"/>
                <a:ea typeface="Menlo"/>
                <a:cs typeface="Menlo"/>
              </a:rPr>
              <a:t>    errors.append(</a:t>
            </a:r>
          </a:p>
        </p:txBody>
      </p:sp>
      <p:sp>
        <p:nvSpPr>
          <p:cNvPr id="6" name="code-line-3">
            <a:extLst xmlns:a="http://schemas.openxmlformats.org/drawingml/2006/main">
              <a:ext uri="{FF2B5EF4-FFF2-40B4-BE49-F238E27FC236}">
                <a16:creationId xmlns:a16="http://schemas.microsoft.com/office/drawing/2014/main" id="{86990794-0A14-417C-96C9-74E3885468DF}"/>
              </a:ext>
            </a:extLst>
          </p:cNvPr>
          <p:cNvSpPr>
            <a:spLocks xmlns:a="http://schemas.openxmlformats.org/drawingml/2006/main" noGrp="1"/>
          </p:cNvSpPr>
          <p:nvPr/>
        </p:nvSpPr>
        <p:spPr>
          <a:xfrm xmlns:a="http://schemas.openxmlformats.org/drawingml/2006/main">
            <a:off x="819150" y="23145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"시스템명·수치·상태·알림·근거 ID가 "</a:t>
            </a:r>
          </a:p>
        </p:txBody>
      </p:sp>
      <p:sp>
        <p:nvSpPr>
          <p:cNvPr id="7" name="code-line-4">
            <a:extLst xmlns:a="http://schemas.openxmlformats.org/drawingml/2006/main">
              <a:ext uri="{FF2B5EF4-FFF2-40B4-BE49-F238E27FC236}">
                <a16:creationId xmlns:a16="http://schemas.microsoft.com/office/drawing/2014/main" id="{9C8546CE-8059-4081-AB5A-174274469C1B}"/>
              </a:ext>
            </a:extLst>
          </p:cNvPr>
          <p:cNvSpPr>
            <a:spLocks xmlns:a="http://schemas.openxmlformats.org/drawingml/2006/main" noGrp="1"/>
          </p:cNvSpPr>
          <p:nvPr/>
        </p:nvSpPr>
        <p:spPr>
          <a:xfrm xmlns:a="http://schemas.openxmlformats.org/drawingml/2006/main">
            <a:off x="819150" y="2667000"/>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F1F2F7"/>
                </a:solidFill>
                <a:latin typeface="Menlo"/>
                <a:ea typeface="Menlo"/>
                <a:cs typeface="Menlo"/>
              </a:rPr>
              <a:t>        </a:t>
            </a:r>
            <a:r>
              <a:rPr>
                <a:solidFill>
                  <a:srgbClr val="F2CD88"/>
                </a:solidFill>
                <a:latin typeface="Menlo"/>
                <a:ea typeface="Menlo"/>
                <a:cs typeface="Menlo"/>
              </a:rPr>
              <a:t>"조회 결과와 일치하지 않습니다."</a:t>
            </a:r>
          </a:p>
        </p:txBody>
      </p:sp>
      <p:sp>
        <p:nvSpPr>
          <p:cNvPr id="8" name="code-line-5">
            <a:extLst xmlns:a="http://schemas.openxmlformats.org/drawingml/2006/main">
              <a:ext uri="{FF2B5EF4-FFF2-40B4-BE49-F238E27FC236}">
                <a16:creationId xmlns:a16="http://schemas.microsoft.com/office/drawing/2014/main" id="{C85DA02B-3AE3-4DAE-B12F-05F7DB366432}"/>
              </a:ext>
            </a:extLst>
          </p:cNvPr>
          <p:cNvSpPr>
            <a:spLocks xmlns:a="http://schemas.openxmlformats.org/drawingml/2006/main" noGrp="1"/>
          </p:cNvSpPr>
          <p:nvPr/>
        </p:nvSpPr>
        <p:spPr>
          <a:xfrm xmlns:a="http://schemas.openxmlformats.org/drawingml/2006/main">
            <a:off x="819150" y="301942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F1F2F7"/>
                </a:solidFill>
                <a:latin typeface="Menlo"/>
                <a:ea typeface="Menlo"/>
                <a:cs typeface="Menlo"/>
              </a:rPr>
              <a:t>    )</a:t>
            </a:r>
          </a:p>
        </p:txBody>
      </p:sp>
      <p:sp>
        <p:nvSpPr>
          <p:cNvPr id="9" name="code-line-7">
            <a:extLst xmlns:a="http://schemas.openxmlformats.org/drawingml/2006/main">
              <a:ext uri="{FF2B5EF4-FFF2-40B4-BE49-F238E27FC236}">
                <a16:creationId xmlns:a16="http://schemas.microsoft.com/office/drawing/2014/main" id="{5DF94960-8714-4B51-960B-55A2A759DEFE}"/>
              </a:ext>
            </a:extLst>
          </p:cNvPr>
          <p:cNvSpPr>
            <a:spLocks xmlns:a="http://schemas.openxmlformats.org/drawingml/2006/main" noGrp="1"/>
          </p:cNvSpPr>
          <p:nvPr/>
        </p:nvSpPr>
        <p:spPr>
          <a:xfrm xmlns:a="http://schemas.openxmlformats.org/drawingml/2006/main">
            <a:off x="819150" y="3724275"/>
            <a:ext cx="73437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F1F2F7"/>
                </a:solidFill>
                <a:latin typeface="Menlo"/>
                <a:ea typeface="Menlo"/>
                <a:cs typeface="Menlo"/>
              </a:defRPr>
            </a:defPPr>
            <a:lvl1pPr algn="l">
              <a:buNone/>
              <a:defRPr sz="1725" b="0">
                <a:solidFill>
                  <a:srgbClr val="F1F2F7"/>
                </a:solidFill>
                <a:latin typeface="Menlo"/>
                <a:ea typeface="Menlo"/>
                <a:cs typeface="Menlo"/>
              </a:defRPr>
            </a:lvl1pPr>
            <a:lvl2pPr algn="l">
              <a:buNone/>
              <a:defRPr sz="1725" b="0">
                <a:solidFill>
                  <a:srgbClr val="F1F2F7"/>
                </a:solidFill>
                <a:latin typeface="Menlo"/>
                <a:ea typeface="Menlo"/>
                <a:cs typeface="Menlo"/>
              </a:defRPr>
            </a:lvl2pPr>
            <a:lvl3pPr algn="l">
              <a:buNone/>
              <a:defRPr sz="1725" b="0">
                <a:solidFill>
                  <a:srgbClr val="F1F2F7"/>
                </a:solidFill>
                <a:latin typeface="Menlo"/>
                <a:ea typeface="Menlo"/>
                <a:cs typeface="Menlo"/>
              </a:defRPr>
            </a:lvl3pPr>
            <a:lvl4pPr algn="l">
              <a:buNone/>
              <a:defRPr sz="1725" b="0">
                <a:solidFill>
                  <a:srgbClr val="F1F2F7"/>
                </a:solidFill>
                <a:latin typeface="Menlo"/>
                <a:ea typeface="Menlo"/>
                <a:cs typeface="Menlo"/>
              </a:defRPr>
            </a:lvl4pPr>
            <a:lvl5pPr algn="l">
              <a:buNone/>
              <a:defRPr sz="1725" b="0">
                <a:solidFill>
                  <a:srgbClr val="F1F2F7"/>
                </a:solidFill>
                <a:latin typeface="Menlo"/>
                <a:ea typeface="Menlo"/>
                <a:cs typeface="Menlo"/>
              </a:defRPr>
            </a:lvl5pPr>
            <a:lvl6pPr algn="l">
              <a:buNone/>
              <a:defRPr sz="1725" b="0">
                <a:solidFill>
                  <a:srgbClr val="F1F2F7"/>
                </a:solidFill>
                <a:latin typeface="Menlo"/>
                <a:ea typeface="Menlo"/>
                <a:cs typeface="Menlo"/>
              </a:defRPr>
            </a:lvl6pPr>
            <a:lvl7pPr algn="l">
              <a:buNone/>
              <a:defRPr sz="1725" b="0">
                <a:solidFill>
                  <a:srgbClr val="F1F2F7"/>
                </a:solidFill>
                <a:latin typeface="Menlo"/>
                <a:ea typeface="Menlo"/>
                <a:cs typeface="Menlo"/>
              </a:defRPr>
            </a:lvl7pPr>
            <a:lvl8pPr algn="l">
              <a:buNone/>
              <a:defRPr sz="1725" b="0">
                <a:solidFill>
                  <a:srgbClr val="F1F2F7"/>
                </a:solidFill>
                <a:latin typeface="Menlo"/>
                <a:ea typeface="Menlo"/>
                <a:cs typeface="Menlo"/>
              </a:defRPr>
            </a:lvl8pPr>
            <a:lvl9pPr algn="l">
              <a:buNone/>
              <a:defRPr sz="1725" b="0">
                <a:solidFill>
                  <a:srgbClr val="F1F2F7"/>
                </a:solidFill>
                <a:latin typeface="Menlo"/>
                <a:ea typeface="Menlo"/>
                <a:cs typeface="Menlo"/>
              </a:defRPr>
            </a:lvl9pPr>
          </a:lstStyle>
          <a:p xmlns:a="http://schemas.openxmlformats.org/drawingml/2006/main">
            <a:pPr algn="l">
              <a:buNone/>
              <a:defRPr sz="1725" b="0">
                <a:solidFill>
                  <a:srgbClr val="F1F2F7"/>
                </a:solidFill>
                <a:latin typeface="Menlo"/>
                <a:ea typeface="Menlo"/>
                <a:cs typeface="Menlo"/>
              </a:defRPr>
            </a:pPr>
            <a:r>
              <a:rPr>
                <a:solidFill>
                  <a:srgbClr val="F1F2F7"/>
                </a:solidFill>
                <a:latin typeface="Menlo"/>
                <a:ea typeface="Menlo"/>
                <a:cs typeface="Menlo"/>
              </a:rPr>
              <a:t>allowed = {c[</a:t>
            </a:r>
            <a:r>
              <a:rPr>
                <a:solidFill>
                  <a:srgbClr val="F2CD88"/>
                </a:solidFill>
                <a:latin typeface="Menlo"/>
                <a:ea typeface="Menlo"/>
                <a:cs typeface="Menlo"/>
              </a:rPr>
              <a:t>"id"</a:t>
            </a:r>
            <a:r>
              <a:rPr>
                <a:solidFill>
                  <a:srgbClr val="F1F2F7"/>
                </a:solidFill>
                <a:latin typeface="Menlo"/>
                <a:ea typeface="Menlo"/>
                <a:cs typeface="Menlo"/>
              </a:rPr>
              <a:t>] </a:t>
            </a:r>
            <a:r>
              <a:rPr>
                <a:solidFill>
                  <a:srgbClr val="8BDDB5"/>
                </a:solidFill>
                <a:latin typeface="Menlo"/>
                <a:ea typeface="Menlo"/>
                <a:cs typeface="Menlo"/>
              </a:rPr>
              <a:t>for</a:t>
            </a:r>
            <a:r>
              <a:rPr>
                <a:solidFill>
                  <a:srgbClr val="F1F2F7"/>
                </a:solidFill>
                <a:latin typeface="Menlo"/>
                <a:ea typeface="Menlo"/>
                <a:cs typeface="Menlo"/>
              </a:rPr>
              <a:t> c </a:t>
            </a:r>
            <a:r>
              <a:rPr>
                <a:solidFill>
                  <a:srgbClr val="8BDDB5"/>
                </a:solidFill>
                <a:latin typeface="Menlo"/>
                <a:ea typeface="Menlo"/>
                <a:cs typeface="Menlo"/>
              </a:rPr>
              <a:t>in</a:t>
            </a:r>
            <a:r>
              <a:rPr>
                <a:solidFill>
                  <a:srgbClr val="F1F2F7"/>
                </a:solidFill>
                <a:latin typeface="Menlo"/>
                <a:ea typeface="Menlo"/>
                <a:cs typeface="Menlo"/>
              </a:rPr>
              <a:t> candidates}</a:t>
            </a:r>
          </a:p>
        </p:txBody>
      </p:sp>
      <p:sp>
        <p:nvSpPr>
          <p:cNvPr id="10" name="text">
            <a:extLst xmlns:a="http://schemas.openxmlformats.org/drawingml/2006/main">
              <a:ext uri="{FF2B5EF4-FFF2-40B4-BE49-F238E27FC236}">
                <a16:creationId xmlns:a16="http://schemas.microsoft.com/office/drawing/2014/main" id="{3EB7369A-899C-4703-A4D2-70E8CD6CFDB9}"/>
              </a:ext>
            </a:extLst>
          </p:cNvPr>
          <p:cNvSpPr>
            <a:spLocks xmlns:a="http://schemas.openxmlformats.org/drawingml/2006/main" noGrp="1"/>
          </p:cNvSpPr>
          <p:nvPr/>
        </p:nvSpPr>
        <p:spPr>
          <a:xfrm xmlns:a="http://schemas.openxmlformats.org/drawingml/2006/main">
            <a:off x="8858250" y="1504950"/>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175" b="1">
                <a:solidFill>
                  <a:srgbClr val="B8B0FF"/>
                </a:solidFill>
                <a:latin typeface="Apple SD Gothic Neo"/>
                <a:ea typeface="Apple SD Gothic Neo"/>
                <a:cs typeface="Apple SD Gothic Neo"/>
              </a:defRPr>
            </a:pPr>
            <a:r>
              <a:rPr sz="2175" b="1">
                <a:solidFill>
                  <a:srgbClr val="B8B0FF"/>
                </a:solidFill>
                <a:latin typeface="Apple SD Gothic Neo"/>
                <a:ea typeface="Apple SD Gothic Neo"/>
                <a:cs typeface="Apple SD Gothic Neo"/>
              </a:rPr>
              <a:t>코드 검증</a:t>
            </a:r>
          </a:p>
        </p:txBody>
      </p:sp>
      <p:sp>
        <p:nvSpPr>
          <p:cNvPr id="11" name="text">
            <a:extLst xmlns:a="http://schemas.openxmlformats.org/drawingml/2006/main">
              <a:ext uri="{FF2B5EF4-FFF2-40B4-BE49-F238E27FC236}">
                <a16:creationId xmlns:a16="http://schemas.microsoft.com/office/drawing/2014/main" id="{418C4223-1719-4017-9794-61E8AEEE69EB}"/>
              </a:ext>
            </a:extLst>
          </p:cNvPr>
          <p:cNvSpPr>
            <a:spLocks xmlns:a="http://schemas.openxmlformats.org/drawingml/2006/main" noGrp="1"/>
          </p:cNvSpPr>
          <p:nvPr/>
        </p:nvSpPr>
        <p:spPr>
          <a:xfrm xmlns:a="http://schemas.openxmlformats.org/drawingml/2006/main">
            <a:off x="8858250" y="2038350"/>
            <a:ext cx="2705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1F2F7"/>
                </a:solidFill>
                <a:latin typeface="Apple SD Gothic Neo"/>
                <a:ea typeface="Apple SD Gothic Neo"/>
                <a:cs typeface="Apple SD Gothic Neo"/>
              </a:defRPr>
            </a:defPPr>
            <a:lvl1pPr algn="l">
              <a:buNone/>
              <a:defRPr sz="1875" b="0">
                <a:solidFill>
                  <a:srgbClr val="F1F2F7"/>
                </a:solidFill>
                <a:latin typeface="Apple SD Gothic Neo"/>
                <a:ea typeface="Apple SD Gothic Neo"/>
                <a:cs typeface="Apple SD Gothic Neo"/>
              </a:defRPr>
            </a:lvl1pPr>
            <a:lvl2pPr algn="l">
              <a:buNone/>
              <a:defRPr sz="1875" b="0">
                <a:solidFill>
                  <a:srgbClr val="F1F2F7"/>
                </a:solidFill>
                <a:latin typeface="Apple SD Gothic Neo"/>
                <a:ea typeface="Apple SD Gothic Neo"/>
                <a:cs typeface="Apple SD Gothic Neo"/>
              </a:defRPr>
            </a:lvl2pPr>
            <a:lvl3pPr algn="l">
              <a:buNone/>
              <a:defRPr sz="1875" b="0">
                <a:solidFill>
                  <a:srgbClr val="F1F2F7"/>
                </a:solidFill>
                <a:latin typeface="Apple SD Gothic Neo"/>
                <a:ea typeface="Apple SD Gothic Neo"/>
                <a:cs typeface="Apple SD Gothic Neo"/>
              </a:defRPr>
            </a:lvl3pPr>
            <a:lvl4pPr algn="l">
              <a:buNone/>
              <a:defRPr sz="1875" b="0">
                <a:solidFill>
                  <a:srgbClr val="F1F2F7"/>
                </a:solidFill>
                <a:latin typeface="Apple SD Gothic Neo"/>
                <a:ea typeface="Apple SD Gothic Neo"/>
                <a:cs typeface="Apple SD Gothic Neo"/>
              </a:defRPr>
            </a:lvl4pPr>
            <a:lvl5pPr algn="l">
              <a:buNone/>
              <a:defRPr sz="1875" b="0">
                <a:solidFill>
                  <a:srgbClr val="F1F2F7"/>
                </a:solidFill>
                <a:latin typeface="Apple SD Gothic Neo"/>
                <a:ea typeface="Apple SD Gothic Neo"/>
                <a:cs typeface="Apple SD Gothic Neo"/>
              </a:defRPr>
            </a:lvl5pPr>
            <a:lvl6pPr algn="l">
              <a:buNone/>
              <a:defRPr sz="1875" b="0">
                <a:solidFill>
                  <a:srgbClr val="F1F2F7"/>
                </a:solidFill>
                <a:latin typeface="Apple SD Gothic Neo"/>
                <a:ea typeface="Apple SD Gothic Neo"/>
                <a:cs typeface="Apple SD Gothic Neo"/>
              </a:defRPr>
            </a:lvl6pPr>
            <a:lvl7pPr algn="l">
              <a:buNone/>
              <a:defRPr sz="1875" b="0">
                <a:solidFill>
                  <a:srgbClr val="F1F2F7"/>
                </a:solidFill>
                <a:latin typeface="Apple SD Gothic Neo"/>
                <a:ea typeface="Apple SD Gothic Neo"/>
                <a:cs typeface="Apple SD Gothic Neo"/>
              </a:defRPr>
            </a:lvl7pPr>
            <a:lvl8pPr algn="l">
              <a:buNone/>
              <a:defRPr sz="1875" b="0">
                <a:solidFill>
                  <a:srgbClr val="F1F2F7"/>
                </a:solidFill>
                <a:latin typeface="Apple SD Gothic Neo"/>
                <a:ea typeface="Apple SD Gothic Neo"/>
                <a:cs typeface="Apple SD Gothic Neo"/>
              </a:defRPr>
            </a:lvl8pPr>
            <a:lvl9pPr algn="l">
              <a:buNone/>
              <a:defRPr sz="1875" b="0">
                <a:solidFill>
                  <a:srgbClr val="F1F2F7"/>
                </a:solidFill>
                <a:latin typeface="Apple SD Gothic Neo"/>
                <a:ea typeface="Apple SD Gothic Neo"/>
                <a:cs typeface="Apple SD Gothic Neo"/>
              </a:defRPr>
            </a:lvl9pPr>
          </a:lstStyle>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수치·출처·조치 조건</a:t>
            </a:r>
          </a:p>
          <a:p xmlns:a="http://schemas.openxmlformats.org/drawingml/2006/main">
            <a:pPr algn="l">
              <a:buNone/>
              <a:defRPr sz="1875" b="0">
                <a:solidFill>
                  <a:srgbClr val="F1F2F7"/>
                </a:solidFill>
                <a:latin typeface="Apple SD Gothic Neo"/>
                <a:ea typeface="Apple SD Gothic Neo"/>
                <a:cs typeface="Apple SD Gothic Neo"/>
              </a:defRPr>
            </a:pPr>
            <a:r>
              <a:rPr sz="1875" b="0">
                <a:solidFill>
                  <a:srgbClr val="F1F2F7"/>
                </a:solidFill>
                <a:latin typeface="Apple SD Gothic Neo"/>
                <a:ea typeface="Apple SD Gothic Neo"/>
                <a:cs typeface="Apple SD Gothic Neo"/>
              </a:rPr>
              <a:t>최대 3회 작성</a:t>
            </a:r>
          </a:p>
        </p:txBody>
      </p:sp>
      <p:sp>
        <p:nvSpPr>
          <p:cNvPr id="12" name="text">
            <a:extLst xmlns:a="http://schemas.openxmlformats.org/drawingml/2006/main">
              <a:ext uri="{FF2B5EF4-FFF2-40B4-BE49-F238E27FC236}">
                <a16:creationId xmlns:a16="http://schemas.microsoft.com/office/drawing/2014/main" id="{9AEDD9D6-62F0-45E0-B354-32F3E99A79E7}"/>
              </a:ext>
            </a:extLst>
          </p:cNvPr>
          <p:cNvSpPr>
            <a:spLocks xmlns:a="http://schemas.openxmlformats.org/drawingml/2006/main" noGrp="1"/>
          </p:cNvSpPr>
          <p:nvPr/>
        </p:nvSpPr>
        <p:spPr>
          <a:xfrm xmlns:a="http://schemas.openxmlformats.org/drawingml/2006/main">
            <a:off x="8858250" y="3381375"/>
            <a:ext cx="2705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B8B0FF"/>
                </a:solidFill>
                <a:latin typeface="Apple SD Gothic Neo"/>
                <a:ea typeface="Apple SD Gothic Neo"/>
                <a:cs typeface="Apple SD Gothic Neo"/>
              </a:defRPr>
            </a:defPPr>
            <a:lvl1pPr algn="l">
              <a:buNone/>
              <a:defRPr sz="2175" b="1">
                <a:solidFill>
                  <a:srgbClr val="B8B0FF"/>
                </a:solidFill>
                <a:latin typeface="Apple SD Gothic Neo"/>
                <a:ea typeface="Apple SD Gothic Neo"/>
                <a:cs typeface="Apple SD Gothic Neo"/>
              </a:defRPr>
            </a:lvl1pPr>
            <a:lvl2pPr algn="l">
              <a:buNone/>
              <a:defRPr sz="2175" b="1">
                <a:solidFill>
                  <a:srgbClr val="B8B0FF"/>
                </a:solidFill>
                <a:latin typeface="Apple SD Gothic Neo"/>
                <a:ea typeface="Apple SD Gothic Neo"/>
                <a:cs typeface="Apple SD Gothic Neo"/>
              </a:defRPr>
            </a:lvl2pPr>
            <a:lvl3pPr algn="l">
              <a:buNone/>
              <a:defRPr sz="2175" b="1">
                <a:solidFill>
                  <a:srgbClr val="B8B0FF"/>
                </a:solidFill>
                <a:latin typeface="Apple SD Gothic Neo"/>
                <a:ea typeface="Apple SD Gothic Neo"/>
                <a:cs typeface="Apple SD Gothic Neo"/>
              </a:defRPr>
            </a:lvl3pPr>
            <a:lvl4pPr algn="l">
              <a:buNone/>
              <a:defRPr sz="2175" b="1">
                <a:solidFill>
                  <a:srgbClr val="B8B0FF"/>
                </a:solidFill>
                <a:latin typeface="Apple SD Gothic Neo"/>
                <a:ea typeface="Apple SD Gothic Neo"/>
                <a:cs typeface="Apple SD Gothic Neo"/>
              </a:defRPr>
            </a:lvl4pPr>
            <a:lvl5pPr algn="l">
              <a:buNone/>
              <a:defRPr sz="2175" b="1">
                <a:solidFill>
                  <a:srgbClr val="B8B0FF"/>
                </a:solidFill>
                <a:latin typeface="Apple SD Gothic Neo"/>
                <a:ea typeface="Apple SD Gothic Neo"/>
                <a:cs typeface="Apple SD Gothic Neo"/>
              </a:defRPr>
            </a:lvl5pPr>
            <a:lvl6pPr algn="l">
              <a:buNone/>
              <a:defRPr sz="2175" b="1">
                <a:solidFill>
                  <a:srgbClr val="B8B0FF"/>
                </a:solidFill>
                <a:latin typeface="Apple SD Gothic Neo"/>
                <a:ea typeface="Apple SD Gothic Neo"/>
                <a:cs typeface="Apple SD Gothic Neo"/>
              </a:defRPr>
            </a:lvl6pPr>
            <a:lvl7pPr algn="l">
              <a:buNone/>
              <a:defRPr sz="2175" b="1">
                <a:solidFill>
                  <a:srgbClr val="B8B0FF"/>
                </a:solidFill>
                <a:latin typeface="Apple SD Gothic Neo"/>
                <a:ea typeface="Apple SD Gothic Neo"/>
                <a:cs typeface="Apple SD Gothic Neo"/>
              </a:defRPr>
            </a:lvl7pPr>
            <a:lvl8pPr algn="l">
              <a:buNone/>
              <a:defRPr sz="2175" b="1">
                <a:solidFill>
                  <a:srgbClr val="B8B0FF"/>
                </a:solidFill>
                <a:latin typeface="Apple SD Gothic Neo"/>
                <a:ea typeface="Apple SD Gothic Neo"/>
                <a:cs typeface="Apple SD Gothic Neo"/>
              </a:defRPr>
            </a:lvl8pPr>
            <a:lvl9pPr algn="l">
              <a:buNone/>
              <a:defRPr sz="2175" b="1">
                <a:solidFill>
                  <a:srgbClr val="B8B0FF"/>
                </a:solidFill>
                <a:latin typeface="Apple SD Gothic Neo"/>
                <a:ea typeface="Apple SD Gothic Neo"/>
                <a:cs typeface="Apple SD Gothic Neo"/>
              </a:defRPr>
            </a:lvl9pPr>
          </a:lstStyle>
          <a:p xmlns:a="http://schemas.openxmlformats.org/drawingml/2006/main">
            <a:pPr algn="l">
              <a:buNone/>
              <a:defRPr sz="2025" b="1">
                <a:solidFill>
                  <a:srgbClr val="B8B0FF"/>
                </a:solidFill>
                <a:latin typeface="Apple SD Gothic Neo"/>
                <a:ea typeface="Apple SD Gothic Neo"/>
                <a:cs typeface="Apple SD Gothic Neo"/>
              </a:defRPr>
            </a:pPr>
            <a:r>
              <a:rPr sz="2025" b="1">
                <a:solidFill>
                  <a:srgbClr val="B8B0FF"/>
                </a:solidFill>
                <a:latin typeface="Apple SD Gothic Neo"/>
                <a:ea typeface="Apple SD Gothic Neo"/>
                <a:cs typeface="Apple SD Gothic Neo"/>
              </a:rPr>
              <a:t>별도 Judge·추적</a:t>
            </a:r>
          </a:p>
        </p:txBody>
      </p:sp>
      <p:sp>
        <p:nvSpPr>
          <p:cNvPr id="13" name="text">
            <a:extLst xmlns:a="http://schemas.openxmlformats.org/drawingml/2006/main">
              <a:ext uri="{FF2B5EF4-FFF2-40B4-BE49-F238E27FC236}">
                <a16:creationId xmlns:a16="http://schemas.microsoft.com/office/drawing/2014/main" id="{831603C9-CC08-4BFC-BBF9-7057B6762934}"/>
              </a:ext>
            </a:extLst>
          </p:cNvPr>
          <p:cNvSpPr>
            <a:spLocks xmlns:a="http://schemas.openxmlformats.org/drawingml/2006/main" noGrp="1"/>
          </p:cNvSpPr>
          <p:nvPr/>
        </p:nvSpPr>
        <p:spPr>
          <a:xfrm xmlns:a="http://schemas.openxmlformats.org/drawingml/2006/main">
            <a:off x="8858250" y="3914775"/>
            <a:ext cx="27051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F1F2F7"/>
                </a:solidFill>
                <a:latin typeface="Apple SD Gothic Neo"/>
                <a:ea typeface="Apple SD Gothic Neo"/>
                <a:cs typeface="Apple SD Gothic Neo"/>
              </a:defRPr>
            </a:defPPr>
            <a:lvl1pPr algn="l">
              <a:buNone/>
              <a:defRPr sz="1800" b="0">
                <a:solidFill>
                  <a:srgbClr val="F1F2F7"/>
                </a:solidFill>
                <a:latin typeface="Apple SD Gothic Neo"/>
                <a:ea typeface="Apple SD Gothic Neo"/>
                <a:cs typeface="Apple SD Gothic Neo"/>
              </a:defRPr>
            </a:lvl1pPr>
            <a:lvl2pPr algn="l">
              <a:buNone/>
              <a:defRPr sz="1800" b="0">
                <a:solidFill>
                  <a:srgbClr val="F1F2F7"/>
                </a:solidFill>
                <a:latin typeface="Apple SD Gothic Neo"/>
                <a:ea typeface="Apple SD Gothic Neo"/>
                <a:cs typeface="Apple SD Gothic Neo"/>
              </a:defRPr>
            </a:lvl2pPr>
            <a:lvl3pPr algn="l">
              <a:buNone/>
              <a:defRPr sz="1800" b="0">
                <a:solidFill>
                  <a:srgbClr val="F1F2F7"/>
                </a:solidFill>
                <a:latin typeface="Apple SD Gothic Neo"/>
                <a:ea typeface="Apple SD Gothic Neo"/>
                <a:cs typeface="Apple SD Gothic Neo"/>
              </a:defRPr>
            </a:lvl3pPr>
            <a:lvl4pPr algn="l">
              <a:buNone/>
              <a:defRPr sz="1800" b="0">
                <a:solidFill>
                  <a:srgbClr val="F1F2F7"/>
                </a:solidFill>
                <a:latin typeface="Apple SD Gothic Neo"/>
                <a:ea typeface="Apple SD Gothic Neo"/>
                <a:cs typeface="Apple SD Gothic Neo"/>
              </a:defRPr>
            </a:lvl4pPr>
            <a:lvl5pPr algn="l">
              <a:buNone/>
              <a:defRPr sz="1800" b="0">
                <a:solidFill>
                  <a:srgbClr val="F1F2F7"/>
                </a:solidFill>
                <a:latin typeface="Apple SD Gothic Neo"/>
                <a:ea typeface="Apple SD Gothic Neo"/>
                <a:cs typeface="Apple SD Gothic Neo"/>
              </a:defRPr>
            </a:lvl5pPr>
            <a:lvl6pPr algn="l">
              <a:buNone/>
              <a:defRPr sz="1800" b="0">
                <a:solidFill>
                  <a:srgbClr val="F1F2F7"/>
                </a:solidFill>
                <a:latin typeface="Apple SD Gothic Neo"/>
                <a:ea typeface="Apple SD Gothic Neo"/>
                <a:cs typeface="Apple SD Gothic Neo"/>
              </a:defRPr>
            </a:lvl6pPr>
            <a:lvl7pPr algn="l">
              <a:buNone/>
              <a:defRPr sz="1800" b="0">
                <a:solidFill>
                  <a:srgbClr val="F1F2F7"/>
                </a:solidFill>
                <a:latin typeface="Apple SD Gothic Neo"/>
                <a:ea typeface="Apple SD Gothic Neo"/>
                <a:cs typeface="Apple SD Gothic Neo"/>
              </a:defRPr>
            </a:lvl7pPr>
            <a:lvl8pPr algn="l">
              <a:buNone/>
              <a:defRPr sz="1800" b="0">
                <a:solidFill>
                  <a:srgbClr val="F1F2F7"/>
                </a:solidFill>
                <a:latin typeface="Apple SD Gothic Neo"/>
                <a:ea typeface="Apple SD Gothic Neo"/>
                <a:cs typeface="Apple SD Gothic Neo"/>
              </a:defRPr>
            </a:lvl8pPr>
            <a:lvl9pPr algn="l">
              <a:buNone/>
              <a:defRPr sz="1800" b="0">
                <a:solidFill>
                  <a:srgbClr val="F1F2F7"/>
                </a:solidFill>
                <a:latin typeface="Apple SD Gothic Neo"/>
                <a:ea typeface="Apple SD Gothic Neo"/>
                <a:cs typeface="Apple SD Gothic Neo"/>
              </a:defRPr>
            </a:lvl9pPr>
          </a:lstStyle>
          <a:p xmlns:a="http://schemas.openxmlformats.org/drawingml/2006/main">
            <a:pPr algn="l">
              <a:buNone/>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원인 주장 의미 평가</a:t>
            </a:r>
          </a:p>
          <a:p xmlns:a="http://schemas.openxmlformats.org/drawingml/2006/main">
            <a:pPr algn="l">
              <a:buNone/>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LangSmith 원격 재조회</a:t>
            </a:r>
          </a:p>
          <a:p xmlns:a="http://schemas.openxmlformats.org/drawingml/2006/main">
            <a:pPr algn="l">
              <a:buNone/>
              <a:defRPr sz="1800" b="0">
                <a:solidFill>
                  <a:srgbClr val="F1F2F7"/>
                </a:solidFill>
                <a:latin typeface="Apple SD Gothic Neo"/>
                <a:ea typeface="Apple SD Gothic Neo"/>
                <a:cs typeface="Apple SD Gothic Neo"/>
              </a:defRPr>
            </a:pPr>
            <a:r>
              <a:rPr sz="1800" b="0">
                <a:solidFill>
                  <a:srgbClr val="F1F2F7"/>
                </a:solidFill>
                <a:latin typeface="Apple SD Gothic Neo"/>
                <a:ea typeface="Apple SD Gothic Neo"/>
                <a:cs typeface="Apple SD Gothic Neo"/>
              </a:rPr>
              <a:t>원래 점수 보존</a:t>
            </a:r>
          </a:p>
        </p:txBody>
      </p:sp>
      <p:sp>
        <p:nvSpPr>
          <p:cNvPr id="14" name="text">
            <a:extLst xmlns:a="http://schemas.openxmlformats.org/drawingml/2006/main">
              <a:ext uri="{FF2B5EF4-FFF2-40B4-BE49-F238E27FC236}">
                <a16:creationId xmlns:a16="http://schemas.microsoft.com/office/drawing/2014/main" id="{5764AAFC-F776-47E7-8852-E0496F8D3D03}"/>
              </a:ext>
            </a:extLst>
          </p:cNvPr>
          <p:cNvSpPr>
            <a:spLocks xmlns:a="http://schemas.openxmlformats.org/drawingml/2006/main" noGrp="1"/>
          </p:cNvSpPr>
          <p:nvPr/>
        </p:nvSpPr>
        <p:spPr>
          <a:xfrm xmlns:a="http://schemas.openxmlformats.org/drawingml/2006/main">
            <a:off x="609600" y="4876800"/>
            <a:ext cx="7762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8BDDB5"/>
                </a:solidFill>
                <a:latin typeface="Apple SD Gothic Neo"/>
                <a:ea typeface="Apple SD Gothic Neo"/>
                <a:cs typeface="Apple SD Gothic Neo"/>
              </a:defRPr>
            </a:defPPr>
            <a:lvl1pPr algn="l">
              <a:buNone/>
              <a:defRPr sz="2250" b="1">
                <a:solidFill>
                  <a:srgbClr val="8BDDB5"/>
                </a:solidFill>
                <a:latin typeface="Apple SD Gothic Neo"/>
                <a:ea typeface="Apple SD Gothic Neo"/>
                <a:cs typeface="Apple SD Gothic Neo"/>
              </a:defRPr>
            </a:lvl1pPr>
            <a:lvl2pPr algn="l">
              <a:buNone/>
              <a:defRPr sz="2250" b="1">
                <a:solidFill>
                  <a:srgbClr val="8BDDB5"/>
                </a:solidFill>
                <a:latin typeface="Apple SD Gothic Neo"/>
                <a:ea typeface="Apple SD Gothic Neo"/>
                <a:cs typeface="Apple SD Gothic Neo"/>
              </a:defRPr>
            </a:lvl2pPr>
            <a:lvl3pPr algn="l">
              <a:buNone/>
              <a:defRPr sz="2250" b="1">
                <a:solidFill>
                  <a:srgbClr val="8BDDB5"/>
                </a:solidFill>
                <a:latin typeface="Apple SD Gothic Neo"/>
                <a:ea typeface="Apple SD Gothic Neo"/>
                <a:cs typeface="Apple SD Gothic Neo"/>
              </a:defRPr>
            </a:lvl3pPr>
            <a:lvl4pPr algn="l">
              <a:buNone/>
              <a:defRPr sz="2250" b="1">
                <a:solidFill>
                  <a:srgbClr val="8BDDB5"/>
                </a:solidFill>
                <a:latin typeface="Apple SD Gothic Neo"/>
                <a:ea typeface="Apple SD Gothic Neo"/>
                <a:cs typeface="Apple SD Gothic Neo"/>
              </a:defRPr>
            </a:lvl4pPr>
            <a:lvl5pPr algn="l">
              <a:buNone/>
              <a:defRPr sz="2250" b="1">
                <a:solidFill>
                  <a:srgbClr val="8BDDB5"/>
                </a:solidFill>
                <a:latin typeface="Apple SD Gothic Neo"/>
                <a:ea typeface="Apple SD Gothic Neo"/>
                <a:cs typeface="Apple SD Gothic Neo"/>
              </a:defRPr>
            </a:lvl5pPr>
            <a:lvl6pPr algn="l">
              <a:buNone/>
              <a:defRPr sz="2250" b="1">
                <a:solidFill>
                  <a:srgbClr val="8BDDB5"/>
                </a:solidFill>
                <a:latin typeface="Apple SD Gothic Neo"/>
                <a:ea typeface="Apple SD Gothic Neo"/>
                <a:cs typeface="Apple SD Gothic Neo"/>
              </a:defRPr>
            </a:lvl6pPr>
            <a:lvl7pPr algn="l">
              <a:buNone/>
              <a:defRPr sz="2250" b="1">
                <a:solidFill>
                  <a:srgbClr val="8BDDB5"/>
                </a:solidFill>
                <a:latin typeface="Apple SD Gothic Neo"/>
                <a:ea typeface="Apple SD Gothic Neo"/>
                <a:cs typeface="Apple SD Gothic Neo"/>
              </a:defRPr>
            </a:lvl7pPr>
            <a:lvl8pPr algn="l">
              <a:buNone/>
              <a:defRPr sz="2250" b="1">
                <a:solidFill>
                  <a:srgbClr val="8BDDB5"/>
                </a:solidFill>
                <a:latin typeface="Apple SD Gothic Neo"/>
                <a:ea typeface="Apple SD Gothic Neo"/>
                <a:cs typeface="Apple SD Gothic Neo"/>
              </a:defRPr>
            </a:lvl8pPr>
            <a:lvl9pPr algn="l">
              <a:buNone/>
              <a:defRPr sz="2250" b="1">
                <a:solidFill>
                  <a:srgbClr val="8BDDB5"/>
                </a:solidFill>
                <a:latin typeface="Apple SD Gothic Neo"/>
                <a:ea typeface="Apple SD Gothic Neo"/>
                <a:cs typeface="Apple SD Gothic Neo"/>
              </a:defRPr>
            </a:lvl9pPr>
          </a:lstStyle>
          <a:p xmlns:a="http://schemas.openxmlformats.org/drawingml/2006/main">
            <a:pPr algn="l">
              <a:buNone/>
              <a:defRPr sz="2250" b="1">
                <a:solidFill>
                  <a:srgbClr val="8BDDB5"/>
                </a:solidFill>
                <a:latin typeface="Apple SD Gothic Neo"/>
                <a:ea typeface="Apple SD Gothic Neo"/>
                <a:cs typeface="Apple SD Gothic Neo"/>
              </a:defRPr>
            </a:pPr>
            <a:r>
              <a:rPr sz="2250" b="1">
                <a:solidFill>
                  <a:srgbClr val="8BDDB5"/>
                </a:solidFill>
                <a:latin typeface="Apple SD Gothic Neo"/>
                <a:ea typeface="Apple SD Gothic Neo"/>
                <a:cs typeface="Apple SD Gothic Neo"/>
              </a:rPr>
              <a:t>작성 실패가 반복되면 확인 가능한 관측만 제공합니다</a:t>
            </a:r>
          </a:p>
        </p:txBody>
      </p:sp>
      <p:sp>
        <p:nvSpPr>
          <p:cNvPr id="15" name="source-location">
            <a:extLst xmlns:a="http://schemas.openxmlformats.org/drawingml/2006/main">
              <a:ext uri="{FF2B5EF4-FFF2-40B4-BE49-F238E27FC236}">
                <a16:creationId xmlns:a16="http://schemas.microsoft.com/office/drawing/2014/main" id="{F2BD7F16-E518-4114-B1DD-3293B165A7E9}"/>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agent/validation.py 25~39행 발췌, 줄바꿈 조정  /  agent/judge.py 85~100행</a:t>
            </a:r>
          </a:p>
        </p:txBody>
      </p:sp>
    </p:spTree>
    <p:extLst>
      <p:ext uri="{BB962C8B-B14F-4D97-AF65-F5344CB8AC3E}">
        <p14:creationId xmlns:p14="http://schemas.microsoft.com/office/powerpoint/2010/main" val="2034082731"/>
      </p:ext>
    </p:extLst>
  </p:cSld>
</p:sld>
</file>

<file path=ppt/slides/slide7.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2882BA70-5532-4F99-BA39-841B280A72C7}"/>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7 / 8</a:t>
            </a:r>
          </a:p>
        </p:txBody>
      </p:sp>
      <p:sp>
        <p:nvSpPr>
          <p:cNvPr id="2" name="slide-title">
            <a:extLst xmlns:a="http://schemas.openxmlformats.org/drawingml/2006/main">
              <a:ext uri="{FF2B5EF4-FFF2-40B4-BE49-F238E27FC236}">
                <a16:creationId xmlns:a16="http://schemas.microsoft.com/office/drawing/2014/main" id="{CDFA1845-02AF-4DE3-94EA-CDBFB0C4C822}"/>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실제 검증 결과와 실행 범위</a:t>
            </a:r>
          </a:p>
        </p:txBody>
      </p:sp>
      <p:graphicFrame>
        <p:nvGraphicFramePr>
          <p:cNvPr id="3" name="">
            <a:extLst xmlns:a="http://schemas.openxmlformats.org/drawingml/2006/main">
              <a:ext uri="{FF2B5EF4-FFF2-40B4-BE49-F238E27FC236}">
                <a16:creationId xmlns:a16="http://schemas.microsoft.com/office/drawing/2014/main" id="{EF2AFF3A-C0B8-4F6D-82A1-B856ADDA2CBA}"/>
              </a:ext>
            </a:extLst>
          </p:cNvPr>
          <p:cNvGraphicFramePr/>
          <p:nvPr/>
        </p:nvGraphicFramePr>
        <p:xfrm>
          <a:off xmlns:a="http://schemas.openxmlformats.org/drawingml/2006/main" x="609600" y="1428750"/>
          <a:ext xmlns:a="http://schemas.openxmlformats.org/drawingml/2006/main" cx="10972800" cy="3429000"/>
        </p:xfrm>
        <a:graphic xmlns:a="http://schemas.openxmlformats.org/drawingml/2006/main">
          <a:graphicData uri="http://schemas.openxmlformats.org/drawingml/2006/table">
            <a:tbl>
              <a:tblPr/>
              <a:tblGrid>
                <a:gridCol w="3619500"/>
                <a:gridCol w="2476500"/>
                <a:gridCol w="4876800"/>
              </a:tblGrid>
              <a:tr h="571500">
                <a:tc>
                  <a:txBody>
                    <a:bodyPr lIns="152400" tIns="95250" rIns="152400" bIns="95250"/>
                    <a:lstStyle/>
                    <a:p>
                      <a:pPr algn="l">
                        <a:buNone/>
                      </a:pPr>
                      <a:r>
                        <a:rPr sz="1875" b="1">
                          <a:solidFill>
                            <a:srgbClr val="B6BDD0"/>
                          </a:solidFill>
                          <a:latin typeface="Apple SD Gothic Neo"/>
                          <a:ea typeface="Apple SD Gothic Neo"/>
                          <a:cs typeface="Apple SD Gothic Neo"/>
                        </a:rPr>
                        <a:t>검증 항목</a:t>
                      </a:r>
                    </a:p>
                  </a:txBody>
                  <a:tcPr marL="91440" marR="91440" marT="45720" marB="45720" anchor="ctr">
                    <a:lnL w="9525">
                      <a:solidFill>
                        <a:srgbClr val="3D4559"/>
                      </a:solidFill>
                      <a:prstDash val="solid"/>
                    </a:lnL>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c>
                  <a:txBody>
                    <a:bodyPr lIns="152400" tIns="95250" rIns="152400" bIns="95250"/>
                    <a:lstStyle/>
                    <a:p>
                      <a:pPr algn="ctr">
                        <a:buNone/>
                      </a:pPr>
                      <a:r>
                        <a:rPr sz="1875" b="1">
                          <a:solidFill>
                            <a:srgbClr val="B6BDD0"/>
                          </a:solidFill>
                          <a:latin typeface="Apple SD Gothic Neo"/>
                          <a:ea typeface="Apple SD Gothic Neo"/>
                          <a:cs typeface="Apple SD Gothic Neo"/>
                        </a:rPr>
                        <a:t>결과</a:t>
                      </a:r>
                    </a:p>
                  </a:txBody>
                  <a:tcPr marL="91440" marR="91440" marT="45720" marB="45720" anchor="ctr">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c>
                  <a:txBody>
                    <a:bodyPr lIns="152400" tIns="95250" rIns="152400" bIns="95250"/>
                    <a:lstStyle/>
                    <a:p>
                      <a:pPr algn="l">
                        <a:buNone/>
                      </a:pPr>
                      <a:r>
                        <a:rPr sz="1875" b="1">
                          <a:solidFill>
                            <a:srgbClr val="B6BDD0"/>
                          </a:solidFill>
                          <a:latin typeface="Apple SD Gothic Neo"/>
                          <a:ea typeface="Apple SD Gothic Neo"/>
                          <a:cs typeface="Apple SD Gothic Neo"/>
                        </a:rPr>
                        <a:t>실행 범위</a:t>
                      </a:r>
                    </a:p>
                  </a:txBody>
                  <a:tcPr marL="91440" marR="91440" marT="45720" marB="45720" anchor="ctr">
                    <a:lnR w="9525">
                      <a:solidFill>
                        <a:srgbClr val="3D4559"/>
                      </a:solidFill>
                      <a:prstDash val="solid"/>
                    </a:lnR>
                    <a:lnT w="9525">
                      <a:solidFill>
                        <a:srgbClr val="3D4559"/>
                      </a:solidFill>
                      <a:prstDash val="solid"/>
                    </a:lnT>
                    <a:lnB w="9525">
                      <a:solidFill>
                        <a:srgbClr val="3D4559"/>
                      </a:solidFill>
                      <a:prstDash val="solid"/>
                    </a:lnB>
                    <a:solidFill>
                      <a:srgbClr val="30374A"/>
                    </a:solidFill>
                  </a:tcPr>
                </a:tc>
              </a:tr>
              <a:tr h="571500">
                <a:tc>
                  <a:txBody>
                    <a:bodyPr lIns="152400" tIns="95250" rIns="152400" bIns="95250"/>
                    <a:lstStyle/>
                    <a:p>
                      <a:pPr algn="l">
                        <a:buNone/>
                      </a:pPr>
                      <a:r>
                        <a:rPr sz="1950" b="0">
                          <a:solidFill>
                            <a:srgbClr val="F1F2F7"/>
                          </a:solidFill>
                          <a:latin typeface="Apple SD Gothic Neo"/>
                          <a:ea typeface="Apple SD Gothic Neo"/>
                          <a:cs typeface="Apple SD Gothic Neo"/>
                        </a:rPr>
                        <a:t>자동 테스트</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buNone/>
                      </a:pPr>
                      <a:r>
                        <a:rPr sz="1950" b="0">
                          <a:solidFill>
                            <a:srgbClr val="F1F2F7"/>
                          </a:solidFill>
                          <a:latin typeface="Apple SD Gothic Neo"/>
                          <a:ea typeface="Apple SD Gothic Neo"/>
                          <a:cs typeface="Apple SD Gothic Neo"/>
                        </a:rPr>
                        <a:t>99개 통과</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buNone/>
                      </a:pPr>
                      <a:r>
                        <a:rPr sz="1950" b="0">
                          <a:solidFill>
                            <a:srgbClr val="F1F2F7"/>
                          </a:solidFill>
                          <a:latin typeface="Apple SD Gothic Neo"/>
                          <a:ea typeface="Apple SD Gothic Neo"/>
                          <a:cs typeface="Apple SD Gothic Neo"/>
                        </a:rPr>
                        <a:t>입력 검증 포함</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buNone/>
                      </a:pPr>
                      <a:r>
                        <a:rPr sz="1950" b="0">
                          <a:solidFill>
                            <a:srgbClr val="F1F2F7"/>
                          </a:solidFill>
                          <a:latin typeface="Apple SD Gothic Neo"/>
                          <a:ea typeface="Apple SD Gothic Neo"/>
                          <a:cs typeface="Apple SD Gothic Neo"/>
                        </a:rPr>
                        <a:t>거절 요청 5건</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buNone/>
                      </a:pPr>
                      <a:r>
                        <a:rPr sz="1950" b="0">
                          <a:solidFill>
                            <a:srgbClr val="F1F2F7"/>
                          </a:solidFill>
                          <a:latin typeface="Apple SD Gothic Neo"/>
                          <a:ea typeface="Apple SD Gothic Neo"/>
                          <a:cs typeface="Apple SD Gothic Neo"/>
                        </a:rPr>
                        <a:t>생성 0토큰</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buNone/>
                      </a:pPr>
                      <a:r>
                        <a:rPr sz="1950" b="0">
                          <a:solidFill>
                            <a:srgbClr val="F1F2F7"/>
                          </a:solidFill>
                          <a:latin typeface="Apple SD Gothic Neo"/>
                          <a:ea typeface="Apple SD Gothic Neo"/>
                          <a:cs typeface="Apple SD Gothic Neo"/>
                        </a:rPr>
                        <a:t>원격 LLM·MCP 호출 0회</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buNone/>
                      </a:pPr>
                      <a:r>
                        <a:rPr sz="1950" b="0">
                          <a:solidFill>
                            <a:srgbClr val="F1F2F7"/>
                          </a:solidFill>
                          <a:latin typeface="Apple SD Gothic Neo"/>
                          <a:ea typeface="Apple SD Gothic Neo"/>
                          <a:cs typeface="Apple SD Gothic Neo"/>
                        </a:rPr>
                        <a:t>추가 조사 기능</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buNone/>
                      </a:pPr>
                      <a:r>
                        <a:rPr sz="1950" b="0">
                          <a:solidFill>
                            <a:srgbClr val="F1F2F7"/>
                          </a:solidFill>
                          <a:latin typeface="Apple SD Gothic Neo"/>
                          <a:ea typeface="Apple SD Gothic Neo"/>
                          <a:cs typeface="Apple SD Gothic Neo"/>
                        </a:rPr>
                        <a:t>6/6</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buNone/>
                      </a:pPr>
                      <a:r>
                        <a:rPr sz="1950" b="0">
                          <a:solidFill>
                            <a:srgbClr val="F1F2F7"/>
                          </a:solidFill>
                          <a:latin typeface="Apple SD Gothic Neo"/>
                          <a:ea typeface="Apple SD Gothic Neo"/>
                          <a:cs typeface="Apple SD Gothic Neo"/>
                        </a:rPr>
                        <a:t>정리·입력 검증 도입 전</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buNone/>
                      </a:pPr>
                      <a:r>
                        <a:rPr sz="1950" b="0">
                          <a:solidFill>
                            <a:srgbClr val="F1F2F7"/>
                          </a:solidFill>
                          <a:latin typeface="Apple SD Gothic Neo"/>
                          <a:ea typeface="Apple SD Gothic Neo"/>
                          <a:cs typeface="Apple SD Gothic Neo"/>
                        </a:rPr>
                        <a:t>Judge 포함 종합</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buNone/>
                      </a:pPr>
                      <a:r>
                        <a:rPr sz="1950" b="0">
                          <a:solidFill>
                            <a:srgbClr val="F1F2F7"/>
                          </a:solidFill>
                          <a:latin typeface="Apple SD Gothic Neo"/>
                          <a:ea typeface="Apple SD Gothic Neo"/>
                          <a:cs typeface="Apple SD Gothic Neo"/>
                        </a:rPr>
                        <a:t>5/6</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buNone/>
                      </a:pPr>
                      <a:r>
                        <a:rPr sz="1950" b="0">
                          <a:solidFill>
                            <a:srgbClr val="F1F2F7"/>
                          </a:solidFill>
                          <a:latin typeface="Apple SD Gothic Neo"/>
                          <a:ea typeface="Apple SD Gothic Neo"/>
                          <a:cs typeface="Apple SD Gothic Neo"/>
                        </a:rPr>
                        <a:t>release 검토 필요</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r h="571500">
                <a:tc>
                  <a:txBody>
                    <a:bodyPr lIns="152400" tIns="95250" rIns="152400" bIns="95250"/>
                    <a:lstStyle/>
                    <a:p>
                      <a:pPr algn="l">
                        <a:buNone/>
                      </a:pPr>
                      <a:r>
                        <a:rPr sz="1950" b="0">
                          <a:solidFill>
                            <a:srgbClr val="F1F2F7"/>
                          </a:solidFill>
                          <a:latin typeface="Apple SD Gothic Neo"/>
                          <a:ea typeface="Apple SD Gothic Neo"/>
                          <a:cs typeface="Apple SD Gothic Neo"/>
                        </a:rPr>
                        <a:t>원격 저장 재조회</a:t>
                      </a:r>
                    </a:p>
                  </a:txBody>
                  <a:tcPr marL="91440" marR="91440" marT="45720" marB="45720" anchor="ctr">
                    <a:lnL w="9525">
                      <a:solidFill>
                        <a:srgbClr val="3D4559"/>
                      </a:solidFill>
                      <a:prstDash val="solid"/>
                    </a:lnL>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ctr">
                        <a:buNone/>
                      </a:pPr>
                      <a:r>
                        <a:rPr sz="1950" b="0">
                          <a:solidFill>
                            <a:srgbClr val="F1F2F7"/>
                          </a:solidFill>
                          <a:latin typeface="Apple SD Gothic Neo"/>
                          <a:ea typeface="Apple SD Gothic Neo"/>
                          <a:cs typeface="Apple SD Gothic Neo"/>
                        </a:rPr>
                        <a:t>6건, 점수 30개</a:t>
                      </a:r>
                    </a:p>
                  </a:txBody>
                  <a:tcPr marL="91440" marR="91440" marT="45720" marB="45720" anchor="ctr">
                    <a:lnR w="9525">
                      <a:solidFill>
                        <a:srgbClr val="3D4559"/>
                      </a:solidFill>
                      <a:prstDash val="solid"/>
                    </a:lnR>
                    <a:lnB w="9525">
                      <a:solidFill>
                        <a:srgbClr val="3D4559"/>
                      </a:solidFill>
                      <a:prstDash val="solid"/>
                    </a:lnB>
                    <a:solidFill>
                      <a:srgbClr val="171A27"/>
                    </a:solidFill>
                  </a:tcPr>
                </a:tc>
                <a:tc>
                  <a:txBody>
                    <a:bodyPr lIns="152400" tIns="95250" rIns="152400" bIns="95250"/>
                    <a:lstStyle/>
                    <a:p>
                      <a:pPr algn="l">
                        <a:buNone/>
                      </a:pPr>
                      <a:r>
                        <a:rPr sz="1950" b="0">
                          <a:solidFill>
                            <a:srgbClr val="F1F2F7"/>
                          </a:solidFill>
                          <a:latin typeface="Apple SD Gothic Neo"/>
                          <a:ea typeface="Apple SD Gothic Neo"/>
                          <a:cs typeface="Apple SD Gothic Neo"/>
                        </a:rPr>
                        <a:t>이전 추가 조사 평가</a:t>
                      </a:r>
                    </a:p>
                  </a:txBody>
                  <a:tcPr marL="91440" marR="91440" marT="45720" marB="45720" anchor="ctr">
                    <a:lnR w="9525">
                      <a:solidFill>
                        <a:srgbClr val="3D4559"/>
                      </a:solidFill>
                      <a:prstDash val="solid"/>
                    </a:lnR>
                    <a:lnB w="9525">
                      <a:solidFill>
                        <a:srgbClr val="3D4559"/>
                      </a:solidFill>
                      <a:prstDash val="solid"/>
                    </a:lnB>
                    <a:solidFill>
                      <a:srgbClr val="171A27"/>
                    </a:solidFill>
                  </a:tcPr>
                </a:tc>
              </a:tr>
            </a:tbl>
          </a:graphicData>
        </a:graphic>
      </p:graphicFrame>
      <p:sp>
        <p:nvSpPr>
          <p:cNvPr id="4" name="text">
            <a:extLst xmlns:a="http://schemas.openxmlformats.org/drawingml/2006/main">
              <a:ext uri="{FF2B5EF4-FFF2-40B4-BE49-F238E27FC236}">
                <a16:creationId xmlns:a16="http://schemas.microsoft.com/office/drawing/2014/main" id="{EA39A189-9CCF-47F2-8572-916731D3CF82}"/>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F2CD88"/>
                </a:solidFill>
                <a:latin typeface="Apple SD Gothic Neo"/>
                <a:ea typeface="Apple SD Gothic Neo"/>
                <a:cs typeface="Apple SD Gothic Neo"/>
              </a:defRPr>
            </a:defPPr>
            <a:lvl1pPr algn="l">
              <a:buNone/>
              <a:defRPr sz="2100" b="1">
                <a:solidFill>
                  <a:srgbClr val="F2CD88"/>
                </a:solidFill>
                <a:latin typeface="Apple SD Gothic Neo"/>
                <a:ea typeface="Apple SD Gothic Neo"/>
                <a:cs typeface="Apple SD Gothic Neo"/>
              </a:defRPr>
            </a:lvl1pPr>
            <a:lvl2pPr algn="l">
              <a:buNone/>
              <a:defRPr sz="2100" b="1">
                <a:solidFill>
                  <a:srgbClr val="F2CD88"/>
                </a:solidFill>
                <a:latin typeface="Apple SD Gothic Neo"/>
                <a:ea typeface="Apple SD Gothic Neo"/>
                <a:cs typeface="Apple SD Gothic Neo"/>
              </a:defRPr>
            </a:lvl2pPr>
            <a:lvl3pPr algn="l">
              <a:buNone/>
              <a:defRPr sz="2100" b="1">
                <a:solidFill>
                  <a:srgbClr val="F2CD88"/>
                </a:solidFill>
                <a:latin typeface="Apple SD Gothic Neo"/>
                <a:ea typeface="Apple SD Gothic Neo"/>
                <a:cs typeface="Apple SD Gothic Neo"/>
              </a:defRPr>
            </a:lvl3pPr>
            <a:lvl4pPr algn="l">
              <a:buNone/>
              <a:defRPr sz="2100" b="1">
                <a:solidFill>
                  <a:srgbClr val="F2CD88"/>
                </a:solidFill>
                <a:latin typeface="Apple SD Gothic Neo"/>
                <a:ea typeface="Apple SD Gothic Neo"/>
                <a:cs typeface="Apple SD Gothic Neo"/>
              </a:defRPr>
            </a:lvl4pPr>
            <a:lvl5pPr algn="l">
              <a:buNone/>
              <a:defRPr sz="2100" b="1">
                <a:solidFill>
                  <a:srgbClr val="F2CD88"/>
                </a:solidFill>
                <a:latin typeface="Apple SD Gothic Neo"/>
                <a:ea typeface="Apple SD Gothic Neo"/>
                <a:cs typeface="Apple SD Gothic Neo"/>
              </a:defRPr>
            </a:lvl5pPr>
            <a:lvl6pPr algn="l">
              <a:buNone/>
              <a:defRPr sz="2100" b="1">
                <a:solidFill>
                  <a:srgbClr val="F2CD88"/>
                </a:solidFill>
                <a:latin typeface="Apple SD Gothic Neo"/>
                <a:ea typeface="Apple SD Gothic Neo"/>
                <a:cs typeface="Apple SD Gothic Neo"/>
              </a:defRPr>
            </a:lvl6pPr>
            <a:lvl7pPr algn="l">
              <a:buNone/>
              <a:defRPr sz="2100" b="1">
                <a:solidFill>
                  <a:srgbClr val="F2CD88"/>
                </a:solidFill>
                <a:latin typeface="Apple SD Gothic Neo"/>
                <a:ea typeface="Apple SD Gothic Neo"/>
                <a:cs typeface="Apple SD Gothic Neo"/>
              </a:defRPr>
            </a:lvl7pPr>
            <a:lvl8pPr algn="l">
              <a:buNone/>
              <a:defRPr sz="2100" b="1">
                <a:solidFill>
                  <a:srgbClr val="F2CD88"/>
                </a:solidFill>
                <a:latin typeface="Apple SD Gothic Neo"/>
                <a:ea typeface="Apple SD Gothic Neo"/>
                <a:cs typeface="Apple SD Gothic Neo"/>
              </a:defRPr>
            </a:lvl8pPr>
            <a:lvl9pPr algn="l">
              <a:buNone/>
              <a:defRPr sz="2100" b="1">
                <a:solidFill>
                  <a:srgbClr val="F2CD88"/>
                </a:solidFill>
                <a:latin typeface="Apple SD Gothic Neo"/>
                <a:ea typeface="Apple SD Gothic Neo"/>
                <a:cs typeface="Apple SD Gothic Neo"/>
              </a:defRPr>
            </a:lvl9pPr>
          </a:lstStyle>
          <a:p xmlns:a="http://schemas.openxmlformats.org/drawingml/2006/main">
            <a:pPr algn="l">
              <a:buNone/>
              <a:defRPr sz="2100" b="1">
                <a:solidFill>
                  <a:srgbClr val="F2CD88"/>
                </a:solidFill>
                <a:latin typeface="Apple SD Gothic Neo"/>
                <a:ea typeface="Apple SD Gothic Neo"/>
                <a:cs typeface="Apple SD Gothic Neo"/>
              </a:defRPr>
            </a:pPr>
            <a:r>
              <a:rPr sz="2100" b="1">
                <a:solidFill>
                  <a:srgbClr val="F2CD88"/>
                </a:solidFill>
                <a:latin typeface="Apple SD Gothic Neo"/>
                <a:ea typeface="Apple SD Gothic Neo"/>
                <a:cs typeface="Apple SD Gothic Neo"/>
              </a:rPr>
              <a:t>release는 Judge가 정상 답변을 잘못 감점한 사례입니다</a:t>
            </a:r>
          </a:p>
        </p:txBody>
      </p:sp>
      <p:sp>
        <p:nvSpPr>
          <p:cNvPr id="5" name="text">
            <a:extLst xmlns:a="http://schemas.openxmlformats.org/drawingml/2006/main">
              <a:ext uri="{FF2B5EF4-FFF2-40B4-BE49-F238E27FC236}">
                <a16:creationId xmlns:a16="http://schemas.microsoft.com/office/drawing/2014/main" id="{EBD69318-F7C2-4617-836F-35BC9CD83B22}"/>
              </a:ext>
            </a:extLst>
          </p:cNvPr>
          <p:cNvSpPr>
            <a:spLocks xmlns:a="http://schemas.openxmlformats.org/drawingml/2006/main" noGrp="1"/>
          </p:cNvSpPr>
          <p:nvPr/>
        </p:nvSpPr>
        <p:spPr>
          <a:xfrm xmlns:a="http://schemas.openxmlformats.org/drawingml/2006/main">
            <a:off x="609600" y="57245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B6BDD0"/>
                </a:solidFill>
                <a:latin typeface="Apple SD Gothic Neo"/>
                <a:ea typeface="Apple SD Gothic Neo"/>
                <a:cs typeface="Apple SD Gothic Neo"/>
              </a:defRPr>
            </a:defPPr>
            <a:lvl1pPr algn="l">
              <a:buNone/>
              <a:defRPr sz="1725" b="0">
                <a:solidFill>
                  <a:srgbClr val="B6BDD0"/>
                </a:solidFill>
                <a:latin typeface="Apple SD Gothic Neo"/>
                <a:ea typeface="Apple SD Gothic Neo"/>
                <a:cs typeface="Apple SD Gothic Neo"/>
              </a:defRPr>
            </a:lvl1pPr>
            <a:lvl2pPr algn="l">
              <a:buNone/>
              <a:defRPr sz="1725" b="0">
                <a:solidFill>
                  <a:srgbClr val="B6BDD0"/>
                </a:solidFill>
                <a:latin typeface="Apple SD Gothic Neo"/>
                <a:ea typeface="Apple SD Gothic Neo"/>
                <a:cs typeface="Apple SD Gothic Neo"/>
              </a:defRPr>
            </a:lvl2pPr>
            <a:lvl3pPr algn="l">
              <a:buNone/>
              <a:defRPr sz="1725" b="0">
                <a:solidFill>
                  <a:srgbClr val="B6BDD0"/>
                </a:solidFill>
                <a:latin typeface="Apple SD Gothic Neo"/>
                <a:ea typeface="Apple SD Gothic Neo"/>
                <a:cs typeface="Apple SD Gothic Neo"/>
              </a:defRPr>
            </a:lvl3pPr>
            <a:lvl4pPr algn="l">
              <a:buNone/>
              <a:defRPr sz="1725" b="0">
                <a:solidFill>
                  <a:srgbClr val="B6BDD0"/>
                </a:solidFill>
                <a:latin typeface="Apple SD Gothic Neo"/>
                <a:ea typeface="Apple SD Gothic Neo"/>
                <a:cs typeface="Apple SD Gothic Neo"/>
              </a:defRPr>
            </a:lvl4pPr>
            <a:lvl5pPr algn="l">
              <a:buNone/>
              <a:defRPr sz="1725" b="0">
                <a:solidFill>
                  <a:srgbClr val="B6BDD0"/>
                </a:solidFill>
                <a:latin typeface="Apple SD Gothic Neo"/>
                <a:ea typeface="Apple SD Gothic Neo"/>
                <a:cs typeface="Apple SD Gothic Neo"/>
              </a:defRPr>
            </a:lvl5pPr>
            <a:lvl6pPr algn="l">
              <a:buNone/>
              <a:defRPr sz="1725" b="0">
                <a:solidFill>
                  <a:srgbClr val="B6BDD0"/>
                </a:solidFill>
                <a:latin typeface="Apple SD Gothic Neo"/>
                <a:ea typeface="Apple SD Gothic Neo"/>
                <a:cs typeface="Apple SD Gothic Neo"/>
              </a:defRPr>
            </a:lvl6pPr>
            <a:lvl7pPr algn="l">
              <a:buNone/>
              <a:defRPr sz="1725" b="0">
                <a:solidFill>
                  <a:srgbClr val="B6BDD0"/>
                </a:solidFill>
                <a:latin typeface="Apple SD Gothic Neo"/>
                <a:ea typeface="Apple SD Gothic Neo"/>
                <a:cs typeface="Apple SD Gothic Neo"/>
              </a:defRPr>
            </a:lvl7pPr>
            <a:lvl8pPr algn="l">
              <a:buNone/>
              <a:defRPr sz="1725" b="0">
                <a:solidFill>
                  <a:srgbClr val="B6BDD0"/>
                </a:solidFill>
                <a:latin typeface="Apple SD Gothic Neo"/>
                <a:ea typeface="Apple SD Gothic Neo"/>
                <a:cs typeface="Apple SD Gothic Neo"/>
              </a:defRPr>
            </a:lvl8pPr>
            <a:lvl9pPr algn="l">
              <a:buNone/>
              <a:defRPr sz="1725" b="0">
                <a:solidFill>
                  <a:srgbClr val="B6BDD0"/>
                </a:solidFill>
                <a:latin typeface="Apple SD Gothic Neo"/>
                <a:ea typeface="Apple SD Gothic Neo"/>
                <a:cs typeface="Apple SD Gothic Neo"/>
              </a:defRPr>
            </a:lvl9pPr>
          </a:lstStyle>
          <a:p xmlns:a="http://schemas.openxmlformats.org/drawingml/2006/main">
            <a:pPr algn="l">
              <a:buNone/>
              <a:defRPr sz="1725" b="0">
                <a:solidFill>
                  <a:srgbClr val="B6BDD0"/>
                </a:solidFill>
                <a:latin typeface="Apple SD Gothic Neo"/>
                <a:ea typeface="Apple SD Gothic Neo"/>
                <a:cs typeface="Apple SD Gothic Neo"/>
              </a:defRPr>
            </a:pPr>
            <a:r>
              <a:rPr sz="1725" b="0">
                <a:solidFill>
                  <a:srgbClr val="B6BDD0"/>
                </a:solidFill>
                <a:latin typeface="Apple SD Gothic Neo"/>
                <a:ea typeface="Apple SD Gothic Neo"/>
                <a:cs typeface="Apple SD Gothic Neo"/>
              </a:rPr>
              <a:t>2026년 10월 21일 실행 기록, 입력 검증과 이전 모델 평가를 구분</a:t>
            </a:r>
          </a:p>
        </p:txBody>
      </p:sp>
      <p:sp>
        <p:nvSpPr>
          <p:cNvPr id="6" name="source-location">
            <a:extLst xmlns:a="http://schemas.openxmlformats.org/drawingml/2006/main">
              <a:ext uri="{FF2B5EF4-FFF2-40B4-BE49-F238E27FC236}">
                <a16:creationId xmlns:a16="http://schemas.microsoft.com/office/drawing/2014/main" id="{2401D5CB-7D9D-43B0-BA75-405261F7243E}"/>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artifacts/input_validation_verification.json  /  artifacts/investigation_evaluation.json</a:t>
            </a:r>
          </a:p>
        </p:txBody>
      </p:sp>
    </p:spTree>
    <p:extLst>
      <p:ext uri="{BB962C8B-B14F-4D97-AF65-F5344CB8AC3E}">
        <p14:creationId xmlns:p14="http://schemas.microsoft.com/office/powerpoint/2010/main" val="821074749"/>
      </p:ext>
    </p:extLst>
  </p:cSld>
</p:sld>
</file>

<file path=ppt/slides/slide8.xml><?xml version="1.0" encoding="utf-8"?>
<p:sld xmlns:p="http://schemas.openxmlformats.org/presentationml/2006/main">
  <p:cSld>
    <p:bg>
      <p:bgPr>
        <a:solidFill xmlns:a="http://schemas.openxmlformats.org/drawingml/2006/main">
          <a:srgbClr val="171A27"/>
        </a:solidFill>
      </p:bgPr>
    </p:bg>
    <p:spTree>
      <p:nvGrpSpPr>
        <p:cNvPr id="1" name=""/>
        <p:cNvGrpSpPr/>
        <p:nvPr/>
      </p:nvGrpSpPr>
      <p:grpSpPr>
        <a:xfrm xmlns:a="http://schemas.openxmlformats.org/drawingml/2006/main"/>
      </p:grpSpPr>
      <p:sp>
        <p:nvSpPr>
          <p:cNvPr id="11" name="slide-number">
            <a:extLst xmlns:a="http://schemas.openxmlformats.org/drawingml/2006/main">
              <a:ext uri="{FF2B5EF4-FFF2-40B4-BE49-F238E27FC236}">
                <a16:creationId xmlns:a16="http://schemas.microsoft.com/office/drawing/2014/main" id="{1B2F5FCA-0AE5-4680-8D16-AEA0C8B88FDE}"/>
              </a:ext>
            </a:extLst>
          </p:cNvPr>
          <p:cNvSpPr>
            <a:spLocks xmlns:a="http://schemas.openxmlformats.org/drawingml/2006/main" noGrp="1"/>
          </p:cNvSpPr>
          <p:nvPr/>
        </p:nvSpPr>
        <p:spPr>
          <a:xfrm xmlns:a="http://schemas.openxmlformats.org/drawingml/2006/main">
            <a:off x="10953750" y="642937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350" b="0">
                <a:solidFill>
                  <a:srgbClr val="B6BDD0"/>
                </a:solidFill>
                <a:latin typeface="Apple SD Gothic Neo"/>
                <a:ea typeface="Apple SD Gothic Neo"/>
                <a:cs typeface="Apple SD Gothic Neo"/>
              </a:defRPr>
            </a:defPPr>
            <a:lvl1pPr algn="r">
              <a:buNone/>
              <a:defRPr sz="1350" b="0">
                <a:solidFill>
                  <a:srgbClr val="B6BDD0"/>
                </a:solidFill>
                <a:latin typeface="Apple SD Gothic Neo"/>
                <a:ea typeface="Apple SD Gothic Neo"/>
                <a:cs typeface="Apple SD Gothic Neo"/>
              </a:defRPr>
            </a:lvl1pPr>
            <a:lvl2pPr algn="r">
              <a:buNone/>
              <a:defRPr sz="1350" b="0">
                <a:solidFill>
                  <a:srgbClr val="B6BDD0"/>
                </a:solidFill>
                <a:latin typeface="Apple SD Gothic Neo"/>
                <a:ea typeface="Apple SD Gothic Neo"/>
                <a:cs typeface="Apple SD Gothic Neo"/>
              </a:defRPr>
            </a:lvl2pPr>
            <a:lvl3pPr algn="r">
              <a:buNone/>
              <a:defRPr sz="1350" b="0">
                <a:solidFill>
                  <a:srgbClr val="B6BDD0"/>
                </a:solidFill>
                <a:latin typeface="Apple SD Gothic Neo"/>
                <a:ea typeface="Apple SD Gothic Neo"/>
                <a:cs typeface="Apple SD Gothic Neo"/>
              </a:defRPr>
            </a:lvl3pPr>
            <a:lvl4pPr algn="r">
              <a:buNone/>
              <a:defRPr sz="1350" b="0">
                <a:solidFill>
                  <a:srgbClr val="B6BDD0"/>
                </a:solidFill>
                <a:latin typeface="Apple SD Gothic Neo"/>
                <a:ea typeface="Apple SD Gothic Neo"/>
                <a:cs typeface="Apple SD Gothic Neo"/>
              </a:defRPr>
            </a:lvl4pPr>
            <a:lvl5pPr algn="r">
              <a:buNone/>
              <a:defRPr sz="1350" b="0">
                <a:solidFill>
                  <a:srgbClr val="B6BDD0"/>
                </a:solidFill>
                <a:latin typeface="Apple SD Gothic Neo"/>
                <a:ea typeface="Apple SD Gothic Neo"/>
                <a:cs typeface="Apple SD Gothic Neo"/>
              </a:defRPr>
            </a:lvl5pPr>
            <a:lvl6pPr algn="r">
              <a:buNone/>
              <a:defRPr sz="1350" b="0">
                <a:solidFill>
                  <a:srgbClr val="B6BDD0"/>
                </a:solidFill>
                <a:latin typeface="Apple SD Gothic Neo"/>
                <a:ea typeface="Apple SD Gothic Neo"/>
                <a:cs typeface="Apple SD Gothic Neo"/>
              </a:defRPr>
            </a:lvl6pPr>
            <a:lvl7pPr algn="r">
              <a:buNone/>
              <a:defRPr sz="1350" b="0">
                <a:solidFill>
                  <a:srgbClr val="B6BDD0"/>
                </a:solidFill>
                <a:latin typeface="Apple SD Gothic Neo"/>
                <a:ea typeface="Apple SD Gothic Neo"/>
                <a:cs typeface="Apple SD Gothic Neo"/>
              </a:defRPr>
            </a:lvl7pPr>
            <a:lvl8pPr algn="r">
              <a:buNone/>
              <a:defRPr sz="1350" b="0">
                <a:solidFill>
                  <a:srgbClr val="B6BDD0"/>
                </a:solidFill>
                <a:latin typeface="Apple SD Gothic Neo"/>
                <a:ea typeface="Apple SD Gothic Neo"/>
                <a:cs typeface="Apple SD Gothic Neo"/>
              </a:defRPr>
            </a:lvl8pPr>
            <a:lvl9pPr algn="r">
              <a:buNone/>
              <a:defRPr sz="1350" b="0">
                <a:solidFill>
                  <a:srgbClr val="B6BDD0"/>
                </a:solidFill>
                <a:latin typeface="Apple SD Gothic Neo"/>
                <a:ea typeface="Apple SD Gothic Neo"/>
                <a:cs typeface="Apple SD Gothic Neo"/>
              </a:defRPr>
            </a:lvl9pPr>
          </a:lstStyle>
          <a:p xmlns:a="http://schemas.openxmlformats.org/drawingml/2006/main">
            <a:pPr algn="r">
              <a:buNone/>
              <a:defRPr sz="1350" b="0">
                <a:solidFill>
                  <a:srgbClr val="B6BDD0"/>
                </a:solidFill>
                <a:latin typeface="Apple SD Gothic Neo"/>
                <a:ea typeface="Apple SD Gothic Neo"/>
                <a:cs typeface="Apple SD Gothic Neo"/>
              </a:defRPr>
            </a:pPr>
            <a:r>
              <a:rPr sz="1350" b="0">
                <a:solidFill>
                  <a:srgbClr val="B6BDD0"/>
                </a:solidFill>
                <a:latin typeface="Apple SD Gothic Neo"/>
                <a:ea typeface="Apple SD Gothic Neo"/>
                <a:cs typeface="Apple SD Gothic Neo"/>
              </a:rPr>
              <a:t>8 / 8</a:t>
            </a:r>
          </a:p>
        </p:txBody>
      </p:sp>
      <p:sp>
        <p:nvSpPr>
          <p:cNvPr id="2" name="slide-title">
            <a:extLst xmlns:a="http://schemas.openxmlformats.org/drawingml/2006/main">
              <a:ext uri="{FF2B5EF4-FFF2-40B4-BE49-F238E27FC236}">
                <a16:creationId xmlns:a16="http://schemas.microsoft.com/office/drawing/2014/main" id="{F51CC74A-0EB3-442E-B664-862BB53A702F}"/>
              </a:ext>
            </a:extLst>
          </p:cNvPr>
          <p:cNvSpPr>
            <a:spLocks xmlns:a="http://schemas.openxmlformats.org/drawingml/2006/main" noGrp="1"/>
          </p:cNvSpPr>
          <p:nvPr/>
        </p:nvSpPr>
        <p:spPr>
          <a:xfrm xmlns:a="http://schemas.openxmlformats.org/drawingml/2006/main">
            <a:off x="609600" y="40957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600" b="1">
                <a:solidFill>
                  <a:srgbClr val="F1F2F7"/>
                </a:solidFill>
                <a:latin typeface="Apple SD Gothic Neo"/>
                <a:ea typeface="Apple SD Gothic Neo"/>
                <a:cs typeface="Apple SD Gothic Neo"/>
              </a:defRPr>
            </a:defPPr>
            <a:lvl1pPr algn="l">
              <a:buNone/>
              <a:defRPr sz="3600" b="1">
                <a:solidFill>
                  <a:srgbClr val="F1F2F7"/>
                </a:solidFill>
                <a:latin typeface="Apple SD Gothic Neo"/>
                <a:ea typeface="Apple SD Gothic Neo"/>
                <a:cs typeface="Apple SD Gothic Neo"/>
              </a:defRPr>
            </a:lvl1pPr>
            <a:lvl2pPr algn="l">
              <a:buNone/>
              <a:defRPr sz="3600" b="1">
                <a:solidFill>
                  <a:srgbClr val="F1F2F7"/>
                </a:solidFill>
                <a:latin typeface="Apple SD Gothic Neo"/>
                <a:ea typeface="Apple SD Gothic Neo"/>
                <a:cs typeface="Apple SD Gothic Neo"/>
              </a:defRPr>
            </a:lvl2pPr>
            <a:lvl3pPr algn="l">
              <a:buNone/>
              <a:defRPr sz="3600" b="1">
                <a:solidFill>
                  <a:srgbClr val="F1F2F7"/>
                </a:solidFill>
                <a:latin typeface="Apple SD Gothic Neo"/>
                <a:ea typeface="Apple SD Gothic Neo"/>
                <a:cs typeface="Apple SD Gothic Neo"/>
              </a:defRPr>
            </a:lvl3pPr>
            <a:lvl4pPr algn="l">
              <a:buNone/>
              <a:defRPr sz="3600" b="1">
                <a:solidFill>
                  <a:srgbClr val="F1F2F7"/>
                </a:solidFill>
                <a:latin typeface="Apple SD Gothic Neo"/>
                <a:ea typeface="Apple SD Gothic Neo"/>
                <a:cs typeface="Apple SD Gothic Neo"/>
              </a:defRPr>
            </a:lvl4pPr>
            <a:lvl5pPr algn="l">
              <a:buNone/>
              <a:defRPr sz="3600" b="1">
                <a:solidFill>
                  <a:srgbClr val="F1F2F7"/>
                </a:solidFill>
                <a:latin typeface="Apple SD Gothic Neo"/>
                <a:ea typeface="Apple SD Gothic Neo"/>
                <a:cs typeface="Apple SD Gothic Neo"/>
              </a:defRPr>
            </a:lvl5pPr>
            <a:lvl6pPr algn="l">
              <a:buNone/>
              <a:defRPr sz="3600" b="1">
                <a:solidFill>
                  <a:srgbClr val="F1F2F7"/>
                </a:solidFill>
                <a:latin typeface="Apple SD Gothic Neo"/>
                <a:ea typeface="Apple SD Gothic Neo"/>
                <a:cs typeface="Apple SD Gothic Neo"/>
              </a:defRPr>
            </a:lvl6pPr>
            <a:lvl7pPr algn="l">
              <a:buNone/>
              <a:defRPr sz="3600" b="1">
                <a:solidFill>
                  <a:srgbClr val="F1F2F7"/>
                </a:solidFill>
                <a:latin typeface="Apple SD Gothic Neo"/>
                <a:ea typeface="Apple SD Gothic Neo"/>
                <a:cs typeface="Apple SD Gothic Neo"/>
              </a:defRPr>
            </a:lvl7pPr>
            <a:lvl8pPr algn="l">
              <a:buNone/>
              <a:defRPr sz="3600" b="1">
                <a:solidFill>
                  <a:srgbClr val="F1F2F7"/>
                </a:solidFill>
                <a:latin typeface="Apple SD Gothic Neo"/>
                <a:ea typeface="Apple SD Gothic Neo"/>
                <a:cs typeface="Apple SD Gothic Neo"/>
              </a:defRPr>
            </a:lvl8pPr>
            <a:lvl9pPr algn="l">
              <a:buNone/>
              <a:defRPr sz="3600" b="1">
                <a:solidFill>
                  <a:srgbClr val="F1F2F7"/>
                </a:solidFill>
                <a:latin typeface="Apple SD Gothic Neo"/>
                <a:ea typeface="Apple SD Gothic Neo"/>
                <a:cs typeface="Apple SD Gothic Neo"/>
              </a:defRPr>
            </a:lvl9pPr>
          </a:lstStyle>
          <a:p xmlns:a="http://schemas.openxmlformats.org/drawingml/2006/main">
            <a:pPr algn="l">
              <a:buNone/>
              <a:defRPr sz="3600" b="1">
                <a:solidFill>
                  <a:srgbClr val="F1F2F7"/>
                </a:solidFill>
                <a:latin typeface="Apple SD Gothic Neo"/>
                <a:ea typeface="Apple SD Gothic Neo"/>
                <a:cs typeface="Apple SD Gothic Neo"/>
              </a:defRPr>
            </a:pPr>
            <a:r>
              <a:rPr sz="3600" b="1">
                <a:solidFill>
                  <a:srgbClr val="F1F2F7"/>
                </a:solidFill>
                <a:latin typeface="Apple SD Gothic Neo"/>
                <a:ea typeface="Apple SD Gothic Neo"/>
                <a:cs typeface="Apple SD Gothic Neo"/>
              </a:rPr>
              <a:t>교훈과 다음 개선</a:t>
            </a:r>
          </a:p>
        </p:txBody>
      </p:sp>
      <p:sp>
        <p:nvSpPr>
          <p:cNvPr id="3" name="text">
            <a:extLst xmlns:a="http://schemas.openxmlformats.org/drawingml/2006/main">
              <a:ext uri="{FF2B5EF4-FFF2-40B4-BE49-F238E27FC236}">
                <a16:creationId xmlns:a16="http://schemas.microsoft.com/office/drawing/2014/main" id="{EC39E8BB-9EE3-40B1-B726-B8588083C7BB}"/>
              </a:ext>
            </a:extLst>
          </p:cNvPr>
          <p:cNvSpPr>
            <a:spLocks xmlns:a="http://schemas.openxmlformats.org/drawingml/2006/main" noGrp="1"/>
          </p:cNvSpPr>
          <p:nvPr/>
        </p:nvSpPr>
        <p:spPr>
          <a:xfrm xmlns:a="http://schemas.openxmlformats.org/drawingml/2006/main">
            <a:off x="609600" y="1495425"/>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225" b="1">
                <a:solidFill>
                  <a:srgbClr val="F1F2F7"/>
                </a:solidFill>
                <a:latin typeface="Apple SD Gothic Neo"/>
                <a:ea typeface="Apple SD Gothic Neo"/>
                <a:cs typeface="Apple SD Gothic Neo"/>
              </a:defRPr>
            </a:defPPr>
            <a:lvl1pPr algn="l">
              <a:buNone/>
              <a:defRPr sz="3225" b="1">
                <a:solidFill>
                  <a:srgbClr val="F1F2F7"/>
                </a:solidFill>
                <a:latin typeface="Apple SD Gothic Neo"/>
                <a:ea typeface="Apple SD Gothic Neo"/>
                <a:cs typeface="Apple SD Gothic Neo"/>
              </a:defRPr>
            </a:lvl1pPr>
            <a:lvl2pPr algn="l">
              <a:buNone/>
              <a:defRPr sz="3225" b="1">
                <a:solidFill>
                  <a:srgbClr val="F1F2F7"/>
                </a:solidFill>
                <a:latin typeface="Apple SD Gothic Neo"/>
                <a:ea typeface="Apple SD Gothic Neo"/>
                <a:cs typeface="Apple SD Gothic Neo"/>
              </a:defRPr>
            </a:lvl2pPr>
            <a:lvl3pPr algn="l">
              <a:buNone/>
              <a:defRPr sz="3225" b="1">
                <a:solidFill>
                  <a:srgbClr val="F1F2F7"/>
                </a:solidFill>
                <a:latin typeface="Apple SD Gothic Neo"/>
                <a:ea typeface="Apple SD Gothic Neo"/>
                <a:cs typeface="Apple SD Gothic Neo"/>
              </a:defRPr>
            </a:lvl3pPr>
            <a:lvl4pPr algn="l">
              <a:buNone/>
              <a:defRPr sz="3225" b="1">
                <a:solidFill>
                  <a:srgbClr val="F1F2F7"/>
                </a:solidFill>
                <a:latin typeface="Apple SD Gothic Neo"/>
                <a:ea typeface="Apple SD Gothic Neo"/>
                <a:cs typeface="Apple SD Gothic Neo"/>
              </a:defRPr>
            </a:lvl4pPr>
            <a:lvl5pPr algn="l">
              <a:buNone/>
              <a:defRPr sz="3225" b="1">
                <a:solidFill>
                  <a:srgbClr val="F1F2F7"/>
                </a:solidFill>
                <a:latin typeface="Apple SD Gothic Neo"/>
                <a:ea typeface="Apple SD Gothic Neo"/>
                <a:cs typeface="Apple SD Gothic Neo"/>
              </a:defRPr>
            </a:lvl5pPr>
            <a:lvl6pPr algn="l">
              <a:buNone/>
              <a:defRPr sz="3225" b="1">
                <a:solidFill>
                  <a:srgbClr val="F1F2F7"/>
                </a:solidFill>
                <a:latin typeface="Apple SD Gothic Neo"/>
                <a:ea typeface="Apple SD Gothic Neo"/>
                <a:cs typeface="Apple SD Gothic Neo"/>
              </a:defRPr>
            </a:lvl6pPr>
            <a:lvl7pPr algn="l">
              <a:buNone/>
              <a:defRPr sz="3225" b="1">
                <a:solidFill>
                  <a:srgbClr val="F1F2F7"/>
                </a:solidFill>
                <a:latin typeface="Apple SD Gothic Neo"/>
                <a:ea typeface="Apple SD Gothic Neo"/>
                <a:cs typeface="Apple SD Gothic Neo"/>
              </a:defRPr>
            </a:lvl7pPr>
            <a:lvl8pPr algn="l">
              <a:buNone/>
              <a:defRPr sz="3225" b="1">
                <a:solidFill>
                  <a:srgbClr val="F1F2F7"/>
                </a:solidFill>
                <a:latin typeface="Apple SD Gothic Neo"/>
                <a:ea typeface="Apple SD Gothic Neo"/>
                <a:cs typeface="Apple SD Gothic Neo"/>
              </a:defRPr>
            </a:lvl8pPr>
            <a:lvl9pPr algn="l">
              <a:buNone/>
              <a:defRPr sz="3225" b="1">
                <a:solidFill>
                  <a:srgbClr val="F1F2F7"/>
                </a:solidFill>
                <a:latin typeface="Apple SD Gothic Neo"/>
                <a:ea typeface="Apple SD Gothic Neo"/>
                <a:cs typeface="Apple SD Gothic Neo"/>
              </a:defRPr>
            </a:lvl9pPr>
          </a:lstStyle>
          <a:p xmlns:a="http://schemas.openxmlformats.org/drawingml/2006/main">
            <a:pPr algn="l">
              <a:buNone/>
              <a:defRPr sz="3225" b="1">
                <a:solidFill>
                  <a:srgbClr val="F1F2F7"/>
                </a:solidFill>
                <a:latin typeface="Apple SD Gothic Neo"/>
                <a:ea typeface="Apple SD Gothic Neo"/>
                <a:cs typeface="Apple SD Gothic Neo"/>
              </a:defRPr>
            </a:pPr>
            <a:r>
              <a:rPr sz="3225" b="1">
                <a:solidFill>
                  <a:srgbClr val="F1F2F7"/>
                </a:solidFill>
                <a:latin typeface="Apple SD Gothic Neo"/>
                <a:ea typeface="Apple SD Gothic Neo"/>
                <a:cs typeface="Apple SD Gothic Neo"/>
              </a:rPr>
              <a:t>판단 조건과 근거를 코드로 남겼습니다</a:t>
            </a:r>
          </a:p>
        </p:txBody>
      </p:sp>
      <p:sp>
        <p:nvSpPr>
          <p:cNvPr id="4" name="text">
            <a:extLst xmlns:a="http://schemas.openxmlformats.org/drawingml/2006/main">
              <a:ext uri="{FF2B5EF4-FFF2-40B4-BE49-F238E27FC236}">
                <a16:creationId xmlns:a16="http://schemas.microsoft.com/office/drawing/2014/main" id="{028DFCA1-13C3-4026-8C8C-B2B26FB6E0EB}"/>
              </a:ext>
            </a:extLst>
          </p:cNvPr>
          <p:cNvSpPr>
            <a:spLocks xmlns:a="http://schemas.openxmlformats.org/drawingml/2006/main" noGrp="1"/>
          </p:cNvSpPr>
          <p:nvPr/>
        </p:nvSpPr>
        <p:spPr>
          <a:xfrm xmlns:a="http://schemas.openxmlformats.org/drawingml/2006/main">
            <a:off x="609600" y="24193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75" b="0">
                <a:solidFill>
                  <a:srgbClr val="8BDDB5"/>
                </a:solidFill>
                <a:latin typeface="Apple SD Gothic Neo"/>
                <a:ea typeface="Apple SD Gothic Neo"/>
                <a:cs typeface="Apple SD Gothic Neo"/>
              </a:defRPr>
            </a:defPPr>
            <a:lvl1pPr algn="l">
              <a:buNone/>
              <a:defRPr sz="2175" b="0">
                <a:solidFill>
                  <a:srgbClr val="8BDDB5"/>
                </a:solidFill>
                <a:latin typeface="Apple SD Gothic Neo"/>
                <a:ea typeface="Apple SD Gothic Neo"/>
                <a:cs typeface="Apple SD Gothic Neo"/>
              </a:defRPr>
            </a:lvl1pPr>
            <a:lvl2pPr algn="l">
              <a:buNone/>
              <a:defRPr sz="2175" b="0">
                <a:solidFill>
                  <a:srgbClr val="8BDDB5"/>
                </a:solidFill>
                <a:latin typeface="Apple SD Gothic Neo"/>
                <a:ea typeface="Apple SD Gothic Neo"/>
                <a:cs typeface="Apple SD Gothic Neo"/>
              </a:defRPr>
            </a:lvl2pPr>
            <a:lvl3pPr algn="l">
              <a:buNone/>
              <a:defRPr sz="2175" b="0">
                <a:solidFill>
                  <a:srgbClr val="8BDDB5"/>
                </a:solidFill>
                <a:latin typeface="Apple SD Gothic Neo"/>
                <a:ea typeface="Apple SD Gothic Neo"/>
                <a:cs typeface="Apple SD Gothic Neo"/>
              </a:defRPr>
            </a:lvl3pPr>
            <a:lvl4pPr algn="l">
              <a:buNone/>
              <a:defRPr sz="2175" b="0">
                <a:solidFill>
                  <a:srgbClr val="8BDDB5"/>
                </a:solidFill>
                <a:latin typeface="Apple SD Gothic Neo"/>
                <a:ea typeface="Apple SD Gothic Neo"/>
                <a:cs typeface="Apple SD Gothic Neo"/>
              </a:defRPr>
            </a:lvl4pPr>
            <a:lvl5pPr algn="l">
              <a:buNone/>
              <a:defRPr sz="2175" b="0">
                <a:solidFill>
                  <a:srgbClr val="8BDDB5"/>
                </a:solidFill>
                <a:latin typeface="Apple SD Gothic Neo"/>
                <a:ea typeface="Apple SD Gothic Neo"/>
                <a:cs typeface="Apple SD Gothic Neo"/>
              </a:defRPr>
            </a:lvl5pPr>
            <a:lvl6pPr algn="l">
              <a:buNone/>
              <a:defRPr sz="2175" b="0">
                <a:solidFill>
                  <a:srgbClr val="8BDDB5"/>
                </a:solidFill>
                <a:latin typeface="Apple SD Gothic Neo"/>
                <a:ea typeface="Apple SD Gothic Neo"/>
                <a:cs typeface="Apple SD Gothic Neo"/>
              </a:defRPr>
            </a:lvl6pPr>
            <a:lvl7pPr algn="l">
              <a:buNone/>
              <a:defRPr sz="2175" b="0">
                <a:solidFill>
                  <a:srgbClr val="8BDDB5"/>
                </a:solidFill>
                <a:latin typeface="Apple SD Gothic Neo"/>
                <a:ea typeface="Apple SD Gothic Neo"/>
                <a:cs typeface="Apple SD Gothic Neo"/>
              </a:defRPr>
            </a:lvl7pPr>
            <a:lvl8pPr algn="l">
              <a:buNone/>
              <a:defRPr sz="2175" b="0">
                <a:solidFill>
                  <a:srgbClr val="8BDDB5"/>
                </a:solidFill>
                <a:latin typeface="Apple SD Gothic Neo"/>
                <a:ea typeface="Apple SD Gothic Neo"/>
                <a:cs typeface="Apple SD Gothic Neo"/>
              </a:defRPr>
            </a:lvl8pPr>
            <a:lvl9pPr algn="l">
              <a:buNone/>
              <a:defRPr sz="2175" b="0">
                <a:solidFill>
                  <a:srgbClr val="8BDDB5"/>
                </a:solidFill>
                <a:latin typeface="Apple SD Gothic Neo"/>
                <a:ea typeface="Apple SD Gothic Neo"/>
                <a:cs typeface="Apple SD Gothic Neo"/>
              </a:defRPr>
            </a:lvl9pPr>
          </a:lstStyle>
          <a:p xmlns:a="http://schemas.openxmlformats.org/drawingml/2006/main">
            <a:pPr algn="l">
              <a:buNone/>
              <a:defRPr sz="2175" b="0">
                <a:solidFill>
                  <a:srgbClr val="8BDDB5"/>
                </a:solidFill>
                <a:latin typeface="Apple SD Gothic Neo"/>
                <a:ea typeface="Apple SD Gothic Neo"/>
                <a:cs typeface="Apple SD Gothic Neo"/>
              </a:defRPr>
            </a:pPr>
            <a:r>
              <a:rPr sz="2175" b="0">
                <a:solidFill>
                  <a:srgbClr val="8BDDB5"/>
                </a:solidFill>
                <a:latin typeface="Apple SD Gothic Neo"/>
                <a:ea typeface="Apple SD Gothic Neo"/>
                <a:cs typeface="Apple SD Gothic Neo"/>
              </a:rPr>
              <a:t>거절 요청의 생성 0토큰, 전체 비용 절감률은 미측정</a:t>
            </a:r>
          </a:p>
        </p:txBody>
      </p:sp>
      <p:sp>
        <p:nvSpPr>
          <p:cNvPr id="5" name="text">
            <a:extLst xmlns:a="http://schemas.openxmlformats.org/drawingml/2006/main">
              <a:ext uri="{FF2B5EF4-FFF2-40B4-BE49-F238E27FC236}">
                <a16:creationId xmlns:a16="http://schemas.microsoft.com/office/drawing/2014/main" id="{81FC047F-3219-4445-A3E1-7FEB6CB3A1D8}"/>
              </a:ext>
            </a:extLst>
          </p:cNvPr>
          <p:cNvSpPr>
            <a:spLocks xmlns:a="http://schemas.openxmlformats.org/drawingml/2006/main" noGrp="1"/>
          </p:cNvSpPr>
          <p:nvPr/>
        </p:nvSpPr>
        <p:spPr>
          <a:xfrm xmlns:a="http://schemas.openxmlformats.org/drawingml/2006/main">
            <a:off x="609600" y="3562350"/>
            <a:ext cx="4819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325" b="1">
                <a:solidFill>
                  <a:srgbClr val="B8B0FF"/>
                </a:solidFill>
                <a:latin typeface="Apple SD Gothic Neo"/>
                <a:ea typeface="Apple SD Gothic Neo"/>
                <a:cs typeface="Apple SD Gothic Neo"/>
              </a:defRPr>
            </a:defPPr>
            <a:lvl1pPr algn="l">
              <a:buNone/>
              <a:defRPr sz="2325" b="1">
                <a:solidFill>
                  <a:srgbClr val="B8B0FF"/>
                </a:solidFill>
                <a:latin typeface="Apple SD Gothic Neo"/>
                <a:ea typeface="Apple SD Gothic Neo"/>
                <a:cs typeface="Apple SD Gothic Neo"/>
              </a:defRPr>
            </a:lvl1pPr>
            <a:lvl2pPr algn="l">
              <a:buNone/>
              <a:defRPr sz="2325" b="1">
                <a:solidFill>
                  <a:srgbClr val="B8B0FF"/>
                </a:solidFill>
                <a:latin typeface="Apple SD Gothic Neo"/>
                <a:ea typeface="Apple SD Gothic Neo"/>
                <a:cs typeface="Apple SD Gothic Neo"/>
              </a:defRPr>
            </a:lvl2pPr>
            <a:lvl3pPr algn="l">
              <a:buNone/>
              <a:defRPr sz="2325" b="1">
                <a:solidFill>
                  <a:srgbClr val="B8B0FF"/>
                </a:solidFill>
                <a:latin typeface="Apple SD Gothic Neo"/>
                <a:ea typeface="Apple SD Gothic Neo"/>
                <a:cs typeface="Apple SD Gothic Neo"/>
              </a:defRPr>
            </a:lvl3pPr>
            <a:lvl4pPr algn="l">
              <a:buNone/>
              <a:defRPr sz="2325" b="1">
                <a:solidFill>
                  <a:srgbClr val="B8B0FF"/>
                </a:solidFill>
                <a:latin typeface="Apple SD Gothic Neo"/>
                <a:ea typeface="Apple SD Gothic Neo"/>
                <a:cs typeface="Apple SD Gothic Neo"/>
              </a:defRPr>
            </a:lvl4pPr>
            <a:lvl5pPr algn="l">
              <a:buNone/>
              <a:defRPr sz="2325" b="1">
                <a:solidFill>
                  <a:srgbClr val="B8B0FF"/>
                </a:solidFill>
                <a:latin typeface="Apple SD Gothic Neo"/>
                <a:ea typeface="Apple SD Gothic Neo"/>
                <a:cs typeface="Apple SD Gothic Neo"/>
              </a:defRPr>
            </a:lvl5pPr>
            <a:lvl6pPr algn="l">
              <a:buNone/>
              <a:defRPr sz="2325" b="1">
                <a:solidFill>
                  <a:srgbClr val="B8B0FF"/>
                </a:solidFill>
                <a:latin typeface="Apple SD Gothic Neo"/>
                <a:ea typeface="Apple SD Gothic Neo"/>
                <a:cs typeface="Apple SD Gothic Neo"/>
              </a:defRPr>
            </a:lvl6pPr>
            <a:lvl7pPr algn="l">
              <a:buNone/>
              <a:defRPr sz="2325" b="1">
                <a:solidFill>
                  <a:srgbClr val="B8B0FF"/>
                </a:solidFill>
                <a:latin typeface="Apple SD Gothic Neo"/>
                <a:ea typeface="Apple SD Gothic Neo"/>
                <a:cs typeface="Apple SD Gothic Neo"/>
              </a:defRPr>
            </a:lvl7pPr>
            <a:lvl8pPr algn="l">
              <a:buNone/>
              <a:defRPr sz="2325" b="1">
                <a:solidFill>
                  <a:srgbClr val="B8B0FF"/>
                </a:solidFill>
                <a:latin typeface="Apple SD Gothic Neo"/>
                <a:ea typeface="Apple SD Gothic Neo"/>
                <a:cs typeface="Apple SD Gothic Neo"/>
              </a:defRPr>
            </a:lvl8pPr>
            <a:lvl9pPr algn="l">
              <a:buNone/>
              <a:defRPr sz="2325" b="1">
                <a:solidFill>
                  <a:srgbClr val="B8B0FF"/>
                </a:solidFill>
                <a:latin typeface="Apple SD Gothic Neo"/>
                <a:ea typeface="Apple SD Gothic Neo"/>
                <a:cs typeface="Apple SD Gothic Neo"/>
              </a:defRPr>
            </a:lvl9pPr>
          </a:lstStyle>
          <a:p xmlns:a="http://schemas.openxmlformats.org/drawingml/2006/main">
            <a:pPr algn="l">
              <a:buNone/>
              <a:defRPr sz="2325" b="1">
                <a:solidFill>
                  <a:srgbClr val="B8B0FF"/>
                </a:solidFill>
                <a:latin typeface="Apple SD Gothic Neo"/>
                <a:ea typeface="Apple SD Gothic Neo"/>
                <a:cs typeface="Apple SD Gothic Neo"/>
              </a:defRPr>
            </a:pPr>
            <a:r>
              <a:rPr sz="2325" b="1">
                <a:solidFill>
                  <a:srgbClr val="B8B0FF"/>
                </a:solidFill>
                <a:latin typeface="Apple SD Gothic Neo"/>
                <a:ea typeface="Apple SD Gothic Neo"/>
                <a:cs typeface="Apple SD Gothic Neo"/>
              </a:rPr>
              <a:t>현재 한계</a:t>
            </a:r>
          </a:p>
        </p:txBody>
      </p:sp>
      <p:sp>
        <p:nvSpPr>
          <p:cNvPr id="6" name="text">
            <a:extLst xmlns:a="http://schemas.openxmlformats.org/drawingml/2006/main">
              <a:ext uri="{FF2B5EF4-FFF2-40B4-BE49-F238E27FC236}">
                <a16:creationId xmlns:a16="http://schemas.microsoft.com/office/drawing/2014/main" id="{2A631E42-940E-4D14-973F-78DF7FF0CA9D}"/>
              </a:ext>
            </a:extLst>
          </p:cNvPr>
          <p:cNvSpPr>
            <a:spLocks xmlns:a="http://schemas.openxmlformats.org/drawingml/2006/main" noGrp="1"/>
          </p:cNvSpPr>
          <p:nvPr/>
        </p:nvSpPr>
        <p:spPr>
          <a:xfrm xmlns:a="http://schemas.openxmlformats.org/drawingml/2006/main">
            <a:off x="609600" y="4105275"/>
            <a:ext cx="50101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F1F2F7"/>
                </a:solidFill>
                <a:latin typeface="Apple SD Gothic Neo"/>
                <a:ea typeface="Apple SD Gothic Neo"/>
                <a:cs typeface="Apple SD Gothic Neo"/>
              </a:defRPr>
            </a:defPPr>
            <a:lvl1pPr algn="l">
              <a:buNone/>
              <a:defRPr sz="2025" b="0">
                <a:solidFill>
                  <a:srgbClr val="F1F2F7"/>
                </a:solidFill>
                <a:latin typeface="Apple SD Gothic Neo"/>
                <a:ea typeface="Apple SD Gothic Neo"/>
                <a:cs typeface="Apple SD Gothic Neo"/>
              </a:defRPr>
            </a:lvl1pPr>
            <a:lvl2pPr algn="l">
              <a:buNone/>
              <a:defRPr sz="2025" b="0">
                <a:solidFill>
                  <a:srgbClr val="F1F2F7"/>
                </a:solidFill>
                <a:latin typeface="Apple SD Gothic Neo"/>
                <a:ea typeface="Apple SD Gothic Neo"/>
                <a:cs typeface="Apple SD Gothic Neo"/>
              </a:defRPr>
            </a:lvl2pPr>
            <a:lvl3pPr algn="l">
              <a:buNone/>
              <a:defRPr sz="2025" b="0">
                <a:solidFill>
                  <a:srgbClr val="F1F2F7"/>
                </a:solidFill>
                <a:latin typeface="Apple SD Gothic Neo"/>
                <a:ea typeface="Apple SD Gothic Neo"/>
                <a:cs typeface="Apple SD Gothic Neo"/>
              </a:defRPr>
            </a:lvl3pPr>
            <a:lvl4pPr algn="l">
              <a:buNone/>
              <a:defRPr sz="2025" b="0">
                <a:solidFill>
                  <a:srgbClr val="F1F2F7"/>
                </a:solidFill>
                <a:latin typeface="Apple SD Gothic Neo"/>
                <a:ea typeface="Apple SD Gothic Neo"/>
                <a:cs typeface="Apple SD Gothic Neo"/>
              </a:defRPr>
            </a:lvl4pPr>
            <a:lvl5pPr algn="l">
              <a:buNone/>
              <a:defRPr sz="2025" b="0">
                <a:solidFill>
                  <a:srgbClr val="F1F2F7"/>
                </a:solidFill>
                <a:latin typeface="Apple SD Gothic Neo"/>
                <a:ea typeface="Apple SD Gothic Neo"/>
                <a:cs typeface="Apple SD Gothic Neo"/>
              </a:defRPr>
            </a:lvl5pPr>
            <a:lvl6pPr algn="l">
              <a:buNone/>
              <a:defRPr sz="2025" b="0">
                <a:solidFill>
                  <a:srgbClr val="F1F2F7"/>
                </a:solidFill>
                <a:latin typeface="Apple SD Gothic Neo"/>
                <a:ea typeface="Apple SD Gothic Neo"/>
                <a:cs typeface="Apple SD Gothic Neo"/>
              </a:defRPr>
            </a:lvl6pPr>
            <a:lvl7pPr algn="l">
              <a:buNone/>
              <a:defRPr sz="2025" b="0">
                <a:solidFill>
                  <a:srgbClr val="F1F2F7"/>
                </a:solidFill>
                <a:latin typeface="Apple SD Gothic Neo"/>
                <a:ea typeface="Apple SD Gothic Neo"/>
                <a:cs typeface="Apple SD Gothic Neo"/>
              </a:defRPr>
            </a:lvl7pPr>
            <a:lvl8pPr algn="l">
              <a:buNone/>
              <a:defRPr sz="2025" b="0">
                <a:solidFill>
                  <a:srgbClr val="F1F2F7"/>
                </a:solidFill>
                <a:latin typeface="Apple SD Gothic Neo"/>
                <a:ea typeface="Apple SD Gothic Neo"/>
                <a:cs typeface="Apple SD Gothic Neo"/>
              </a:defRPr>
            </a:lvl8pPr>
            <a:lvl9pPr algn="l">
              <a:buNone/>
              <a:defRPr sz="2025" b="0">
                <a:solidFill>
                  <a:srgbClr val="F1F2F7"/>
                </a:solidFill>
                <a:latin typeface="Apple SD Gothic Neo"/>
                <a:ea typeface="Apple SD Gothic Neo"/>
                <a:cs typeface="Apple SD Gothic Neo"/>
              </a:defRPr>
            </a:lvl9pPr>
          </a:lstStyle>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규칙 입력의 오탐과 미탐</a:t>
            </a:r>
          </a:p>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CPU 세 가설과 합성 관측</a:t>
            </a:r>
          </a:p>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Judge의 평가 오류</a:t>
            </a:r>
          </a:p>
        </p:txBody>
      </p:sp>
      <p:sp>
        <p:nvSpPr>
          <p:cNvPr id="7" name="text">
            <a:extLst xmlns:a="http://schemas.openxmlformats.org/drawingml/2006/main">
              <a:ext uri="{FF2B5EF4-FFF2-40B4-BE49-F238E27FC236}">
                <a16:creationId xmlns:a16="http://schemas.microsoft.com/office/drawing/2014/main" id="{FAE3C215-3A5A-4875-AF14-6658F8E74646}"/>
              </a:ext>
            </a:extLst>
          </p:cNvPr>
          <p:cNvSpPr>
            <a:spLocks xmlns:a="http://schemas.openxmlformats.org/drawingml/2006/main" noGrp="1"/>
          </p:cNvSpPr>
          <p:nvPr/>
        </p:nvSpPr>
        <p:spPr>
          <a:xfrm xmlns:a="http://schemas.openxmlformats.org/drawingml/2006/main">
            <a:off x="6705600" y="35623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325" b="1">
                <a:solidFill>
                  <a:srgbClr val="B8B0FF"/>
                </a:solidFill>
                <a:latin typeface="Apple SD Gothic Neo"/>
                <a:ea typeface="Apple SD Gothic Neo"/>
                <a:cs typeface="Apple SD Gothic Neo"/>
              </a:defRPr>
            </a:defPPr>
            <a:lvl1pPr algn="l">
              <a:buNone/>
              <a:defRPr sz="2325" b="1">
                <a:solidFill>
                  <a:srgbClr val="B8B0FF"/>
                </a:solidFill>
                <a:latin typeface="Apple SD Gothic Neo"/>
                <a:ea typeface="Apple SD Gothic Neo"/>
                <a:cs typeface="Apple SD Gothic Neo"/>
              </a:defRPr>
            </a:lvl1pPr>
            <a:lvl2pPr algn="l">
              <a:buNone/>
              <a:defRPr sz="2325" b="1">
                <a:solidFill>
                  <a:srgbClr val="B8B0FF"/>
                </a:solidFill>
                <a:latin typeface="Apple SD Gothic Neo"/>
                <a:ea typeface="Apple SD Gothic Neo"/>
                <a:cs typeface="Apple SD Gothic Neo"/>
              </a:defRPr>
            </a:lvl2pPr>
            <a:lvl3pPr algn="l">
              <a:buNone/>
              <a:defRPr sz="2325" b="1">
                <a:solidFill>
                  <a:srgbClr val="B8B0FF"/>
                </a:solidFill>
                <a:latin typeface="Apple SD Gothic Neo"/>
                <a:ea typeface="Apple SD Gothic Neo"/>
                <a:cs typeface="Apple SD Gothic Neo"/>
              </a:defRPr>
            </a:lvl3pPr>
            <a:lvl4pPr algn="l">
              <a:buNone/>
              <a:defRPr sz="2325" b="1">
                <a:solidFill>
                  <a:srgbClr val="B8B0FF"/>
                </a:solidFill>
                <a:latin typeface="Apple SD Gothic Neo"/>
                <a:ea typeface="Apple SD Gothic Neo"/>
                <a:cs typeface="Apple SD Gothic Neo"/>
              </a:defRPr>
            </a:lvl4pPr>
            <a:lvl5pPr algn="l">
              <a:buNone/>
              <a:defRPr sz="2325" b="1">
                <a:solidFill>
                  <a:srgbClr val="B8B0FF"/>
                </a:solidFill>
                <a:latin typeface="Apple SD Gothic Neo"/>
                <a:ea typeface="Apple SD Gothic Neo"/>
                <a:cs typeface="Apple SD Gothic Neo"/>
              </a:defRPr>
            </a:lvl5pPr>
            <a:lvl6pPr algn="l">
              <a:buNone/>
              <a:defRPr sz="2325" b="1">
                <a:solidFill>
                  <a:srgbClr val="B8B0FF"/>
                </a:solidFill>
                <a:latin typeface="Apple SD Gothic Neo"/>
                <a:ea typeface="Apple SD Gothic Neo"/>
                <a:cs typeface="Apple SD Gothic Neo"/>
              </a:defRPr>
            </a:lvl6pPr>
            <a:lvl7pPr algn="l">
              <a:buNone/>
              <a:defRPr sz="2325" b="1">
                <a:solidFill>
                  <a:srgbClr val="B8B0FF"/>
                </a:solidFill>
                <a:latin typeface="Apple SD Gothic Neo"/>
                <a:ea typeface="Apple SD Gothic Neo"/>
                <a:cs typeface="Apple SD Gothic Neo"/>
              </a:defRPr>
            </a:lvl7pPr>
            <a:lvl8pPr algn="l">
              <a:buNone/>
              <a:defRPr sz="2325" b="1">
                <a:solidFill>
                  <a:srgbClr val="B8B0FF"/>
                </a:solidFill>
                <a:latin typeface="Apple SD Gothic Neo"/>
                <a:ea typeface="Apple SD Gothic Neo"/>
                <a:cs typeface="Apple SD Gothic Neo"/>
              </a:defRPr>
            </a:lvl8pPr>
            <a:lvl9pPr algn="l">
              <a:buNone/>
              <a:defRPr sz="2325" b="1">
                <a:solidFill>
                  <a:srgbClr val="B8B0FF"/>
                </a:solidFill>
                <a:latin typeface="Apple SD Gothic Neo"/>
                <a:ea typeface="Apple SD Gothic Neo"/>
                <a:cs typeface="Apple SD Gothic Neo"/>
              </a:defRPr>
            </a:lvl9pPr>
          </a:lstStyle>
          <a:p xmlns:a="http://schemas.openxmlformats.org/drawingml/2006/main">
            <a:pPr algn="l">
              <a:buNone/>
              <a:defRPr sz="2325" b="1">
                <a:solidFill>
                  <a:srgbClr val="B8B0FF"/>
                </a:solidFill>
                <a:latin typeface="Apple SD Gothic Neo"/>
                <a:ea typeface="Apple SD Gothic Neo"/>
                <a:cs typeface="Apple SD Gothic Neo"/>
              </a:defRPr>
            </a:pPr>
            <a:r>
              <a:rPr sz="2325" b="1">
                <a:solidFill>
                  <a:srgbClr val="B8B0FF"/>
                </a:solidFill>
                <a:latin typeface="Apple SD Gothic Neo"/>
                <a:ea typeface="Apple SD Gothic Neo"/>
                <a:cs typeface="Apple SD Gothic Neo"/>
              </a:rPr>
              <a:t>다음 개선</a:t>
            </a:r>
          </a:p>
        </p:txBody>
      </p:sp>
      <p:sp>
        <p:nvSpPr>
          <p:cNvPr id="8" name="text">
            <a:extLst xmlns:a="http://schemas.openxmlformats.org/drawingml/2006/main">
              <a:ext uri="{FF2B5EF4-FFF2-40B4-BE49-F238E27FC236}">
                <a16:creationId xmlns:a16="http://schemas.microsoft.com/office/drawing/2014/main" id="{0AC7DE7D-E0B9-4464-8B7F-B294EE7FD948}"/>
              </a:ext>
            </a:extLst>
          </p:cNvPr>
          <p:cNvSpPr>
            <a:spLocks xmlns:a="http://schemas.openxmlformats.org/drawingml/2006/main" noGrp="1"/>
          </p:cNvSpPr>
          <p:nvPr/>
        </p:nvSpPr>
        <p:spPr>
          <a:xfrm xmlns:a="http://schemas.openxmlformats.org/drawingml/2006/main">
            <a:off x="6705600" y="4105275"/>
            <a:ext cx="48577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F1F2F7"/>
                </a:solidFill>
                <a:latin typeface="Apple SD Gothic Neo"/>
                <a:ea typeface="Apple SD Gothic Neo"/>
                <a:cs typeface="Apple SD Gothic Neo"/>
              </a:defRPr>
            </a:defPPr>
            <a:lvl1pPr algn="l">
              <a:buNone/>
              <a:defRPr sz="2025" b="0">
                <a:solidFill>
                  <a:srgbClr val="F1F2F7"/>
                </a:solidFill>
                <a:latin typeface="Apple SD Gothic Neo"/>
                <a:ea typeface="Apple SD Gothic Neo"/>
                <a:cs typeface="Apple SD Gothic Neo"/>
              </a:defRPr>
            </a:lvl1pPr>
            <a:lvl2pPr algn="l">
              <a:buNone/>
              <a:defRPr sz="2025" b="0">
                <a:solidFill>
                  <a:srgbClr val="F1F2F7"/>
                </a:solidFill>
                <a:latin typeface="Apple SD Gothic Neo"/>
                <a:ea typeface="Apple SD Gothic Neo"/>
                <a:cs typeface="Apple SD Gothic Neo"/>
              </a:defRPr>
            </a:lvl2pPr>
            <a:lvl3pPr algn="l">
              <a:buNone/>
              <a:defRPr sz="2025" b="0">
                <a:solidFill>
                  <a:srgbClr val="F1F2F7"/>
                </a:solidFill>
                <a:latin typeface="Apple SD Gothic Neo"/>
                <a:ea typeface="Apple SD Gothic Neo"/>
                <a:cs typeface="Apple SD Gothic Neo"/>
              </a:defRPr>
            </a:lvl3pPr>
            <a:lvl4pPr algn="l">
              <a:buNone/>
              <a:defRPr sz="2025" b="0">
                <a:solidFill>
                  <a:srgbClr val="F1F2F7"/>
                </a:solidFill>
                <a:latin typeface="Apple SD Gothic Neo"/>
                <a:ea typeface="Apple SD Gothic Neo"/>
                <a:cs typeface="Apple SD Gothic Neo"/>
              </a:defRPr>
            </a:lvl4pPr>
            <a:lvl5pPr algn="l">
              <a:buNone/>
              <a:defRPr sz="2025" b="0">
                <a:solidFill>
                  <a:srgbClr val="F1F2F7"/>
                </a:solidFill>
                <a:latin typeface="Apple SD Gothic Neo"/>
                <a:ea typeface="Apple SD Gothic Neo"/>
                <a:cs typeface="Apple SD Gothic Neo"/>
              </a:defRPr>
            </a:lvl5pPr>
            <a:lvl6pPr algn="l">
              <a:buNone/>
              <a:defRPr sz="2025" b="0">
                <a:solidFill>
                  <a:srgbClr val="F1F2F7"/>
                </a:solidFill>
                <a:latin typeface="Apple SD Gothic Neo"/>
                <a:ea typeface="Apple SD Gothic Neo"/>
                <a:cs typeface="Apple SD Gothic Neo"/>
              </a:defRPr>
            </a:lvl6pPr>
            <a:lvl7pPr algn="l">
              <a:buNone/>
              <a:defRPr sz="2025" b="0">
                <a:solidFill>
                  <a:srgbClr val="F1F2F7"/>
                </a:solidFill>
                <a:latin typeface="Apple SD Gothic Neo"/>
                <a:ea typeface="Apple SD Gothic Neo"/>
                <a:cs typeface="Apple SD Gothic Neo"/>
              </a:defRPr>
            </a:lvl7pPr>
            <a:lvl8pPr algn="l">
              <a:buNone/>
              <a:defRPr sz="2025" b="0">
                <a:solidFill>
                  <a:srgbClr val="F1F2F7"/>
                </a:solidFill>
                <a:latin typeface="Apple SD Gothic Neo"/>
                <a:ea typeface="Apple SD Gothic Neo"/>
                <a:cs typeface="Apple SD Gothic Neo"/>
              </a:defRPr>
            </a:lvl8pPr>
            <a:lvl9pPr algn="l">
              <a:buNone/>
              <a:defRPr sz="2025" b="0">
                <a:solidFill>
                  <a:srgbClr val="F1F2F7"/>
                </a:solidFill>
                <a:latin typeface="Apple SD Gothic Neo"/>
                <a:ea typeface="Apple SD Gothic Neo"/>
                <a:cs typeface="Apple SD Gothic Neo"/>
              </a:defRPr>
            </a:lvl9pPr>
          </a:lstStyle>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실제 모니터링 연결</a:t>
            </a:r>
          </a:p>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사람·다른 Judge 비교</a:t>
            </a:r>
          </a:p>
          <a:p xmlns:a="http://schemas.openxmlformats.org/drawingml/2006/main">
            <a:pPr algn="l">
              <a:buNone/>
              <a:defRPr sz="2025" b="0">
                <a:solidFill>
                  <a:srgbClr val="F1F2F7"/>
                </a:solidFill>
                <a:latin typeface="Apple SD Gothic Neo"/>
                <a:ea typeface="Apple SD Gothic Neo"/>
                <a:cs typeface="Apple SD Gothic Neo"/>
              </a:defRPr>
            </a:pPr>
            <a:r>
              <a:rPr sz="2025" b="0">
                <a:solidFill>
                  <a:srgbClr val="F1F2F7"/>
                </a:solidFill>
                <a:latin typeface="Apple SD Gothic Neo"/>
                <a:ea typeface="Apple SD Gothic Neo"/>
                <a:cs typeface="Apple SD Gothic Neo"/>
              </a:rPr>
              <a:t>동일 조건의 비용 계측</a:t>
            </a:r>
          </a:p>
        </p:txBody>
      </p:sp>
      <p:sp>
        <p:nvSpPr>
          <p:cNvPr id="9" name="text">
            <a:extLst xmlns:a="http://schemas.openxmlformats.org/drawingml/2006/main">
              <a:ext uri="{FF2B5EF4-FFF2-40B4-BE49-F238E27FC236}">
                <a16:creationId xmlns:a16="http://schemas.microsoft.com/office/drawing/2014/main" id="{5F4BB767-1B11-4D94-9508-3FF278B3BD46}"/>
              </a:ext>
            </a:extLst>
          </p:cNvPr>
          <p:cNvSpPr>
            <a:spLocks xmlns:a="http://schemas.openxmlformats.org/drawingml/2006/main" noGrp="1"/>
          </p:cNvSpPr>
          <p:nvPr/>
        </p:nvSpPr>
        <p:spPr>
          <a:xfrm xmlns:a="http://schemas.openxmlformats.org/drawingml/2006/main">
            <a:off x="609600" y="56578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F1F2F7"/>
                </a:solidFill>
                <a:latin typeface="Apple SD Gothic Neo"/>
                <a:ea typeface="Apple SD Gothic Neo"/>
                <a:cs typeface="Apple SD Gothic Neo"/>
              </a:defRPr>
            </a:defPPr>
            <a:lvl1pPr algn="l">
              <a:buNone/>
              <a:defRPr sz="2250" b="1">
                <a:solidFill>
                  <a:srgbClr val="F1F2F7"/>
                </a:solidFill>
                <a:latin typeface="Apple SD Gothic Neo"/>
                <a:ea typeface="Apple SD Gothic Neo"/>
                <a:cs typeface="Apple SD Gothic Neo"/>
              </a:defRPr>
            </a:lvl1pPr>
            <a:lvl2pPr algn="l">
              <a:buNone/>
              <a:defRPr sz="2250" b="1">
                <a:solidFill>
                  <a:srgbClr val="F1F2F7"/>
                </a:solidFill>
                <a:latin typeface="Apple SD Gothic Neo"/>
                <a:ea typeface="Apple SD Gothic Neo"/>
                <a:cs typeface="Apple SD Gothic Neo"/>
              </a:defRPr>
            </a:lvl2pPr>
            <a:lvl3pPr algn="l">
              <a:buNone/>
              <a:defRPr sz="2250" b="1">
                <a:solidFill>
                  <a:srgbClr val="F1F2F7"/>
                </a:solidFill>
                <a:latin typeface="Apple SD Gothic Neo"/>
                <a:ea typeface="Apple SD Gothic Neo"/>
                <a:cs typeface="Apple SD Gothic Neo"/>
              </a:defRPr>
            </a:lvl3pPr>
            <a:lvl4pPr algn="l">
              <a:buNone/>
              <a:defRPr sz="2250" b="1">
                <a:solidFill>
                  <a:srgbClr val="F1F2F7"/>
                </a:solidFill>
                <a:latin typeface="Apple SD Gothic Neo"/>
                <a:ea typeface="Apple SD Gothic Neo"/>
                <a:cs typeface="Apple SD Gothic Neo"/>
              </a:defRPr>
            </a:lvl4pPr>
            <a:lvl5pPr algn="l">
              <a:buNone/>
              <a:defRPr sz="2250" b="1">
                <a:solidFill>
                  <a:srgbClr val="F1F2F7"/>
                </a:solidFill>
                <a:latin typeface="Apple SD Gothic Neo"/>
                <a:ea typeface="Apple SD Gothic Neo"/>
                <a:cs typeface="Apple SD Gothic Neo"/>
              </a:defRPr>
            </a:lvl5pPr>
            <a:lvl6pPr algn="l">
              <a:buNone/>
              <a:defRPr sz="2250" b="1">
                <a:solidFill>
                  <a:srgbClr val="F1F2F7"/>
                </a:solidFill>
                <a:latin typeface="Apple SD Gothic Neo"/>
                <a:ea typeface="Apple SD Gothic Neo"/>
                <a:cs typeface="Apple SD Gothic Neo"/>
              </a:defRPr>
            </a:lvl6pPr>
            <a:lvl7pPr algn="l">
              <a:buNone/>
              <a:defRPr sz="2250" b="1">
                <a:solidFill>
                  <a:srgbClr val="F1F2F7"/>
                </a:solidFill>
                <a:latin typeface="Apple SD Gothic Neo"/>
                <a:ea typeface="Apple SD Gothic Neo"/>
                <a:cs typeface="Apple SD Gothic Neo"/>
              </a:defRPr>
            </a:lvl7pPr>
            <a:lvl8pPr algn="l">
              <a:buNone/>
              <a:defRPr sz="2250" b="1">
                <a:solidFill>
                  <a:srgbClr val="F1F2F7"/>
                </a:solidFill>
                <a:latin typeface="Apple SD Gothic Neo"/>
                <a:ea typeface="Apple SD Gothic Neo"/>
                <a:cs typeface="Apple SD Gothic Neo"/>
              </a:defRPr>
            </a:lvl8pPr>
            <a:lvl9pPr algn="l">
              <a:buNone/>
              <a:defRPr sz="2250" b="1">
                <a:solidFill>
                  <a:srgbClr val="F1F2F7"/>
                </a:solidFill>
                <a:latin typeface="Apple SD Gothic Neo"/>
                <a:ea typeface="Apple SD Gothic Neo"/>
                <a:cs typeface="Apple SD Gothic Neo"/>
              </a:defRPr>
            </a:lvl9pPr>
          </a:lstStyle>
          <a:p xmlns:a="http://schemas.openxmlformats.org/drawingml/2006/main">
            <a:pPr algn="l">
              <a:buNone/>
              <a:defRPr sz="2250" b="1">
                <a:solidFill>
                  <a:srgbClr val="F1F2F7"/>
                </a:solidFill>
                <a:latin typeface="Apple SD Gothic Neo"/>
                <a:ea typeface="Apple SD Gothic Neo"/>
                <a:cs typeface="Apple SD Gothic Neo"/>
              </a:defRPr>
            </a:pPr>
            <a:r>
              <a:rPr sz="2250" b="1">
                <a:solidFill>
                  <a:srgbClr val="F1F2F7"/>
                </a:solidFill>
                <a:latin typeface="Apple SD Gothic Neo"/>
                <a:ea typeface="Apple SD Gothic Neo"/>
                <a:cs typeface="Apple SD Gothic Neo"/>
              </a:rPr>
              <a:t>입력 거절과 결론 보류도 설명 가능한 결과로 만들었습니다</a:t>
            </a:r>
          </a:p>
        </p:txBody>
      </p:sp>
      <p:sp>
        <p:nvSpPr>
          <p:cNvPr id="10" name="source-location">
            <a:extLst xmlns:a="http://schemas.openxmlformats.org/drawingml/2006/main">
              <a:ext uri="{FF2B5EF4-FFF2-40B4-BE49-F238E27FC236}">
                <a16:creationId xmlns:a16="http://schemas.microsoft.com/office/drawing/2014/main" id="{5A6B6A56-37A7-449C-BE34-13249CC17827}"/>
              </a:ext>
            </a:extLst>
          </p:cNvPr>
          <p:cNvSpPr>
            <a:spLocks xmlns:a="http://schemas.openxmlformats.org/drawingml/2006/main" noGrp="1"/>
          </p:cNvSpPr>
          <p:nvPr/>
        </p:nvSpPr>
        <p:spPr>
          <a:xfrm xmlns:a="http://schemas.openxmlformats.org/drawingml/2006/main">
            <a:off x="609600" y="61531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425" b="0">
                <a:solidFill>
                  <a:srgbClr val="B6BDD0"/>
                </a:solidFill>
                <a:latin typeface="Apple SD Gothic Neo"/>
                <a:ea typeface="Apple SD Gothic Neo"/>
                <a:cs typeface="Apple SD Gothic Neo"/>
              </a:defRPr>
            </a:defPPr>
            <a:lvl1pPr algn="l">
              <a:buNone/>
              <a:defRPr sz="1425" b="0">
                <a:solidFill>
                  <a:srgbClr val="B6BDD0"/>
                </a:solidFill>
                <a:latin typeface="Apple SD Gothic Neo"/>
                <a:ea typeface="Apple SD Gothic Neo"/>
                <a:cs typeface="Apple SD Gothic Neo"/>
              </a:defRPr>
            </a:lvl1pPr>
            <a:lvl2pPr algn="l">
              <a:buNone/>
              <a:defRPr sz="1425" b="0">
                <a:solidFill>
                  <a:srgbClr val="B6BDD0"/>
                </a:solidFill>
                <a:latin typeface="Apple SD Gothic Neo"/>
                <a:ea typeface="Apple SD Gothic Neo"/>
                <a:cs typeface="Apple SD Gothic Neo"/>
              </a:defRPr>
            </a:lvl2pPr>
            <a:lvl3pPr algn="l">
              <a:buNone/>
              <a:defRPr sz="1425" b="0">
                <a:solidFill>
                  <a:srgbClr val="B6BDD0"/>
                </a:solidFill>
                <a:latin typeface="Apple SD Gothic Neo"/>
                <a:ea typeface="Apple SD Gothic Neo"/>
                <a:cs typeface="Apple SD Gothic Neo"/>
              </a:defRPr>
            </a:lvl3pPr>
            <a:lvl4pPr algn="l">
              <a:buNone/>
              <a:defRPr sz="1425" b="0">
                <a:solidFill>
                  <a:srgbClr val="B6BDD0"/>
                </a:solidFill>
                <a:latin typeface="Apple SD Gothic Neo"/>
                <a:ea typeface="Apple SD Gothic Neo"/>
                <a:cs typeface="Apple SD Gothic Neo"/>
              </a:defRPr>
            </a:lvl4pPr>
            <a:lvl5pPr algn="l">
              <a:buNone/>
              <a:defRPr sz="1425" b="0">
                <a:solidFill>
                  <a:srgbClr val="B6BDD0"/>
                </a:solidFill>
                <a:latin typeface="Apple SD Gothic Neo"/>
                <a:ea typeface="Apple SD Gothic Neo"/>
                <a:cs typeface="Apple SD Gothic Neo"/>
              </a:defRPr>
            </a:lvl5pPr>
            <a:lvl6pPr algn="l">
              <a:buNone/>
              <a:defRPr sz="1425" b="0">
                <a:solidFill>
                  <a:srgbClr val="B6BDD0"/>
                </a:solidFill>
                <a:latin typeface="Apple SD Gothic Neo"/>
                <a:ea typeface="Apple SD Gothic Neo"/>
                <a:cs typeface="Apple SD Gothic Neo"/>
              </a:defRPr>
            </a:lvl6pPr>
            <a:lvl7pPr algn="l">
              <a:buNone/>
              <a:defRPr sz="1425" b="0">
                <a:solidFill>
                  <a:srgbClr val="B6BDD0"/>
                </a:solidFill>
                <a:latin typeface="Apple SD Gothic Neo"/>
                <a:ea typeface="Apple SD Gothic Neo"/>
                <a:cs typeface="Apple SD Gothic Neo"/>
              </a:defRPr>
            </a:lvl7pPr>
            <a:lvl8pPr algn="l">
              <a:buNone/>
              <a:defRPr sz="1425" b="0">
                <a:solidFill>
                  <a:srgbClr val="B6BDD0"/>
                </a:solidFill>
                <a:latin typeface="Apple SD Gothic Neo"/>
                <a:ea typeface="Apple SD Gothic Neo"/>
                <a:cs typeface="Apple SD Gothic Neo"/>
              </a:defRPr>
            </a:lvl8pPr>
            <a:lvl9pPr algn="l">
              <a:buNone/>
              <a:defRPr sz="1425" b="0">
                <a:solidFill>
                  <a:srgbClr val="B6BDD0"/>
                </a:solidFill>
                <a:latin typeface="Apple SD Gothic Neo"/>
                <a:ea typeface="Apple SD Gothic Neo"/>
                <a:cs typeface="Apple SD Gothic Neo"/>
              </a:defRPr>
            </a:lvl9pPr>
          </a:lstStyle>
          <a:p xmlns:a="http://schemas.openxmlformats.org/drawingml/2006/main">
            <a:pPr algn="l">
              <a:buNone/>
              <a:defRPr sz="1425" b="0">
                <a:solidFill>
                  <a:srgbClr val="B6BDD0"/>
                </a:solidFill>
                <a:latin typeface="Apple SD Gothic Neo"/>
                <a:ea typeface="Apple SD Gothic Neo"/>
                <a:cs typeface="Apple SD Gothic Neo"/>
              </a:defRPr>
            </a:pPr>
            <a:r>
              <a:rPr sz="1425" b="0">
                <a:solidFill>
                  <a:srgbClr val="B6BDD0"/>
                </a:solidFill>
                <a:latin typeface="Apple SD Gothic Neo"/>
                <a:ea typeface="Apple SD Gothic Neo"/>
                <a:cs typeface="Apple SD Gothic Neo"/>
              </a:rPr>
              <a:t>README 5) 교훈 / 실제 관측 연결과 평가 보완은 향후 과제</a:t>
            </a:r>
          </a:p>
        </p:txBody>
      </p:sp>
    </p:spTree>
    <p:extLst>
      <p:ext uri="{BB962C8B-B14F-4D97-AF65-F5344CB8AC3E}">
        <p14:creationId xmlns:p14="http://schemas.microsoft.com/office/powerpoint/2010/main" val="7321655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2026-10-22T00:29:23.6860000Z</dcterms:created>
  <dcterms:modified xsi:type="dcterms:W3CDTF">2026-10-22T00:29:23.6860000Z</dcterms:modified>
</coreProperties>
</file>