
<file path=[Content_Types].xml><?xml version="1.0" encoding="utf-8"?>
<Types xmlns="http://schemas.openxmlformats.org/package/2006/content-types">
  <Default Extension="xml" ContentType="application/vnd.openxmlformats-package.core-properties+xml"/>
  <Default Extension="dat" ContentType="application/x-fontdata"/>
  <Default Extension="jpeg" ContentType="image/jpe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viewProps.xml" ContentType="application/vnd.openxmlformats-officedocument.presentationml.view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29dc2d4336774095" /><Relationship Type="http://schemas.openxmlformats.org/officeDocument/2006/relationships/extended-properties" Target="/docProps/app.xml" Id="Ra5f8ec02065241ea" /><Relationship Type="http://schemas.openxmlformats.org/officeDocument/2006/relationships/officeDocument" Target="/ppt/presentation.xml" Id="R1e1baae15ca84c8f" /></Relationships>
</file>

<file path=ppt/presentation.xml><?xml version="1.0" encoding="utf-8"?>
<p:presentation xmlns:p="http://schemas.openxmlformats.org/presentationml/2006/main" embedTrueTypeFonts="1" saveSubsetFonts="0">
  <p:sldMasterIdLst>
    <p:sldMasterId xmlns:r="http://schemas.openxmlformats.org/officeDocument/2006/relationships" id="2147483648" r:id="Rbf3155fc245744b1"/>
  </p:sldMasterIdLst>
  <p:notesMasterIdLst>
    <p:notesMasterId xmlns:r="http://schemas.openxmlformats.org/officeDocument/2006/relationships" r:id="R4ca0b0efbead4cab"/>
  </p:notesMasterIdLst>
  <p:sldIdLst>
    <p:sldId xmlns:r="http://schemas.openxmlformats.org/officeDocument/2006/relationships" id="256" r:id="Rea0eb12965ac4597"/>
    <p:sldId xmlns:r="http://schemas.openxmlformats.org/officeDocument/2006/relationships" id="257" r:id="Rb16e2eb6c5864b8a"/>
    <p:sldId xmlns:r="http://schemas.openxmlformats.org/officeDocument/2006/relationships" id="258" r:id="R01a917663bd149e4"/>
    <p:sldId xmlns:r="http://schemas.openxmlformats.org/officeDocument/2006/relationships" id="259" r:id="Rbeb017b1127b4326"/>
    <p:sldId xmlns:r="http://schemas.openxmlformats.org/officeDocument/2006/relationships" id="260" r:id="R524d7640ef1546e4"/>
    <p:sldId xmlns:r="http://schemas.openxmlformats.org/officeDocument/2006/relationships" id="261" r:id="R3afdf6bfe7cc4456"/>
    <p:sldId xmlns:r="http://schemas.openxmlformats.org/officeDocument/2006/relationships" id="262" r:id="R7d0953357f04494f"/>
    <p:sldId xmlns:r="http://schemas.openxmlformats.org/officeDocument/2006/relationships" id="263" r:id="R14c3eba6137e43ae"/>
  </p:sldIdLst>
  <p:sldSz cx="18288000" cy="10287000"/>
  <p:notesSz cx="6858000" cy="9144000"/>
  <p:embeddedFontLst>
    <p:embeddedFont>
      <p:font typeface="Noto Sans Bold"/>
      <p:regular xmlns:r="http://schemas.openxmlformats.org/officeDocument/2006/relationships" r:id="R5bed231d93f94047"/>
    </p:embeddedFont>
    <p:embeddedFont>
      <p:font typeface="Noto Sans Kr"/>
      <p:regular xmlns:r="http://schemas.openxmlformats.org/officeDocument/2006/relationships" r:id="R59bfee895f4f4b95"/>
    </p:embeddedFont>
  </p:embeddedFontLst>
  <p:defaultTextStyle>
    <a:defPPr xmlns:a="http://schemas.openxmlformats.org/drawingml/2006/main">
      <a:buNone/>
    </a:defPPr>
    <a:lvl1pPr xmlns:a="http://schemas.openxmlformats.org/drawingml/2006/main" marL="0" algn="l" defTabSz="914400">
      <a:buNone/>
      <a:defRPr sz="1800" kern="1200">
        <a:solidFill>
          <a:schemeClr val="tx1"/>
        </a:solidFill>
        <a:latin typeface="+mn-lt"/>
        <a:ea typeface="+mn-lt"/>
        <a:cs typeface="+mn-lt"/>
      </a:defRPr>
    </a:lvl1pPr>
    <a:lvl2pPr xmlns:a="http://schemas.openxmlformats.org/drawingml/2006/main" marL="457200" algn="l" defTabSz="914400">
      <a:buNone/>
      <a:defRPr sz="1800" kern="1200">
        <a:solidFill>
          <a:schemeClr val="tx1"/>
        </a:solidFill>
        <a:latin typeface="+mn-lt"/>
        <a:ea typeface="+mn-lt"/>
        <a:cs typeface="+mn-lt"/>
      </a:defRPr>
    </a:lvl2pPr>
    <a:lvl3pPr xmlns:a="http://schemas.openxmlformats.org/drawingml/2006/main" marL="914400" algn="l" defTabSz="914400">
      <a:buNone/>
      <a:defRPr sz="1800" kern="1200">
        <a:solidFill>
          <a:schemeClr val="tx1"/>
        </a:solidFill>
        <a:latin typeface="+mn-lt"/>
        <a:ea typeface="+mn-lt"/>
        <a:cs typeface="+mn-lt"/>
      </a:defRPr>
    </a:lvl3pPr>
    <a:lvl4pPr xmlns:a="http://schemas.openxmlformats.org/drawingml/2006/main" marL="1371600" algn="l" defTabSz="914400">
      <a:buNone/>
      <a:defRPr sz="1800" kern="1200">
        <a:solidFill>
          <a:schemeClr val="tx1"/>
        </a:solidFill>
        <a:latin typeface="+mn-lt"/>
        <a:ea typeface="+mn-lt"/>
        <a:cs typeface="+mn-lt"/>
      </a:defRPr>
    </a:lvl4pPr>
    <a:lvl5pPr xmlns:a="http://schemas.openxmlformats.org/drawingml/2006/main" marL="1828800" algn="l" defTabSz="914400">
      <a:buNone/>
      <a:defRPr sz="1800" kern="1200">
        <a:solidFill>
          <a:schemeClr val="tx1"/>
        </a:solidFill>
        <a:latin typeface="+mn-lt"/>
        <a:ea typeface="+mn-lt"/>
        <a:cs typeface="+mn-lt"/>
      </a:defRPr>
    </a:lvl5pPr>
    <a:lvl6pPr xmlns:a="http://schemas.openxmlformats.org/drawingml/2006/main" marL="2286000" algn="l" defTabSz="914400">
      <a:buNone/>
      <a:defRPr sz="1800" kern="1200">
        <a:solidFill>
          <a:schemeClr val="tx1"/>
        </a:solidFill>
        <a:latin typeface="+mn-lt"/>
        <a:ea typeface="+mn-lt"/>
        <a:cs typeface="+mn-lt"/>
      </a:defRPr>
    </a:lvl6pPr>
    <a:lvl7pPr xmlns:a="http://schemas.openxmlformats.org/drawingml/2006/main" marL="2743200" algn="l" defTabSz="914400">
      <a:buNone/>
      <a:defRPr sz="1800" kern="1200">
        <a:solidFill>
          <a:schemeClr val="tx1"/>
        </a:solidFill>
        <a:latin typeface="+mn-lt"/>
        <a:ea typeface="+mn-lt"/>
        <a:cs typeface="+mn-lt"/>
      </a:defRPr>
    </a:lvl7pPr>
    <a:lvl8pPr xmlns:a="http://schemas.openxmlformats.org/drawingml/2006/main" marL="3200400" algn="l" defTabSz="914400">
      <a:buNone/>
      <a:defRPr sz="1800" kern="1200">
        <a:solidFill>
          <a:schemeClr val="tx1"/>
        </a:solidFill>
        <a:latin typeface="+mn-lt"/>
        <a:ea typeface="+mn-lt"/>
        <a:cs typeface="+mn-lt"/>
      </a:defRPr>
    </a:lvl8pPr>
    <a:lvl9pPr xmlns:a="http://schemas.openxmlformats.org/drawingml/2006/main" marL="3657600" algn="l" defTabSz="914400">
      <a:buNone/>
      <a:defRPr sz="1800" kern="1200">
        <a:solidFill>
          <a:schemeClr val="tx1"/>
        </a:solidFill>
        <a:latin typeface="+mn-lt"/>
        <a:ea typeface="+mn-lt"/>
        <a:cs typeface="+mn-lt"/>
      </a:defRPr>
    </a:lvl9pPr>
  </p:defaultTextStyle>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viewProps.xml><?xml version="1.0" encoding="utf-8"?>
<p:viewPr xmlns:p="http://schemas.openxmlformats.org/presentationml/2006/main">
  <p:gridSpacing cx="76200" cy="76200"/>
</p:viewPr>
</file>

<file path=ppt/_rels/presentation.xml.rels>&#65279;<?xml version="1.0" encoding="utf-8"?><Relationships xmlns="http://schemas.openxmlformats.org/package/2006/relationships"><Relationship Type="http://schemas.openxmlformats.org/officeDocument/2006/relationships/theme" Target="/ppt/theme/theme1.xml" Id="R25ec37ecf81041a9" /><Relationship Type="http://schemas.openxmlformats.org/officeDocument/2006/relationships/slideMaster" Target="/ppt/slideMasters/slideMaster1.xml" Id="Rbf3155fc245744b1" /><Relationship Type="http://schemas.openxmlformats.org/officeDocument/2006/relationships/notesMaster" Target="/ppt/notesMasters/notesMaster1.xml" Id="R4ca0b0efbead4cab" /><Relationship Type="http://schemas.openxmlformats.org/officeDocument/2006/relationships/presProps" Target="/ppt/presProps.xml" Id="R3bb7d90acc8d4d28" /><Relationship Type="http://schemas.openxmlformats.org/officeDocument/2006/relationships/viewProps" Target="/ppt/viewProps.xml" Id="R396b157615b4498e" /><Relationship Type="http://schemas.openxmlformats.org/officeDocument/2006/relationships/tableStyles" Target="/ppt/tableStyles.xml" Id="Rf371b1bdf7704597" /><Relationship Type="http://schemas.openxmlformats.org/officeDocument/2006/relationships/font" Target="/ppt/fonts/font.dat" Id="R5bed231d93f94047" /><Relationship Type="http://schemas.openxmlformats.org/officeDocument/2006/relationships/font" Target="/ppt/fonts/font2.dat" Id="R59bfee895f4f4b95" /><Relationship Type="http://schemas.openxmlformats.org/officeDocument/2006/relationships/slide" Target="/ppt/slides/slide1.xml" Id="Rea0eb12965ac4597" /><Relationship Type="http://schemas.openxmlformats.org/officeDocument/2006/relationships/slide" Target="/ppt/slides/slide2.xml" Id="Rb16e2eb6c5864b8a" /><Relationship Type="http://schemas.openxmlformats.org/officeDocument/2006/relationships/slide" Target="/ppt/slides/slide3.xml" Id="R01a917663bd149e4" /><Relationship Type="http://schemas.openxmlformats.org/officeDocument/2006/relationships/slide" Target="/ppt/slides/slide4.xml" Id="Rbeb017b1127b4326" /><Relationship Type="http://schemas.openxmlformats.org/officeDocument/2006/relationships/slide" Target="/ppt/slides/slide5.xml" Id="R524d7640ef1546e4" /><Relationship Type="http://schemas.openxmlformats.org/officeDocument/2006/relationships/slide" Target="/ppt/slides/slide6.xml" Id="R3afdf6bfe7cc4456" /><Relationship Type="http://schemas.openxmlformats.org/officeDocument/2006/relationships/slide" Target="/ppt/slides/slide7.xml" Id="R7d0953357f04494f" /><Relationship Type="http://schemas.openxmlformats.org/officeDocument/2006/relationships/slide" Target="/ppt/slides/slide8.xml" Id="R14c3eba6137e43ae"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1f8431c9468745cf"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a95da2ca5edc4ca4" /><Relationship Type="http://schemas.openxmlformats.org/officeDocument/2006/relationships/notesMaster" Target="/ppt/notesMasters/notesMaster1.xml" Id="Rb6e4993edf2148cd" /></Relationships>
</file>

<file path=ppt/notesSlides/_rels/notesSlide2.xml.rels>&#65279;<?xml version="1.0" encoding="utf-8"?><Relationships xmlns="http://schemas.openxmlformats.org/package/2006/relationships"><Relationship Type="http://schemas.openxmlformats.org/officeDocument/2006/relationships/slide" Target="/ppt/slides/slide2.xml" Id="R6ed6e2f93c2046c8" /><Relationship Type="http://schemas.openxmlformats.org/officeDocument/2006/relationships/notesMaster" Target="/ppt/notesMasters/notesMaster1.xml" Id="Rd1b7702f756f4b56" /></Relationships>
</file>

<file path=ppt/notesSlides/_rels/notesSlide3.xml.rels>&#65279;<?xml version="1.0" encoding="utf-8"?><Relationships xmlns="http://schemas.openxmlformats.org/package/2006/relationships"><Relationship Type="http://schemas.openxmlformats.org/officeDocument/2006/relationships/slide" Target="/ppt/slides/slide3.xml" Id="R620c1aaf32bc4c52" /><Relationship Type="http://schemas.openxmlformats.org/officeDocument/2006/relationships/notesMaster" Target="/ppt/notesMasters/notesMaster1.xml" Id="R77b86a49868f4d79" /></Relationships>
</file>

<file path=ppt/notesSlides/_rels/notesSlide4.xml.rels>&#65279;<?xml version="1.0" encoding="utf-8"?><Relationships xmlns="http://schemas.openxmlformats.org/package/2006/relationships"><Relationship Type="http://schemas.openxmlformats.org/officeDocument/2006/relationships/slide" Target="/ppt/slides/slide4.xml" Id="R026e37b39e264794" /><Relationship Type="http://schemas.openxmlformats.org/officeDocument/2006/relationships/notesMaster" Target="/ppt/notesMasters/notesMaster1.xml" Id="Rac3adcb1dd8c4061" /></Relationships>
</file>

<file path=ppt/notesSlides/_rels/notesSlide5.xml.rels>&#65279;<?xml version="1.0" encoding="utf-8"?><Relationships xmlns="http://schemas.openxmlformats.org/package/2006/relationships"><Relationship Type="http://schemas.openxmlformats.org/officeDocument/2006/relationships/slide" Target="/ppt/slides/slide5.xml" Id="R09136dd92756401b" /><Relationship Type="http://schemas.openxmlformats.org/officeDocument/2006/relationships/notesMaster" Target="/ppt/notesMasters/notesMaster1.xml" Id="R3d59295c95144bbd" /></Relationships>
</file>

<file path=ppt/notesSlides/_rels/notesSlide6.xml.rels>&#65279;<?xml version="1.0" encoding="utf-8"?><Relationships xmlns="http://schemas.openxmlformats.org/package/2006/relationships"><Relationship Type="http://schemas.openxmlformats.org/officeDocument/2006/relationships/slide" Target="/ppt/slides/slide6.xml" Id="Ra5da3d24837f469d" /><Relationship Type="http://schemas.openxmlformats.org/officeDocument/2006/relationships/notesMaster" Target="/ppt/notesMasters/notesMaster1.xml" Id="R0f290eaca03c4a4f" /></Relationships>
</file>

<file path=ppt/notesSlides/_rels/notesSlide7.xml.rels>&#65279;<?xml version="1.0" encoding="utf-8"?><Relationships xmlns="http://schemas.openxmlformats.org/package/2006/relationships"><Relationship Type="http://schemas.openxmlformats.org/officeDocument/2006/relationships/slide" Target="/ppt/slides/slide7.xml" Id="R7fec70096a7241fa" /><Relationship Type="http://schemas.openxmlformats.org/officeDocument/2006/relationships/notesMaster" Target="/ppt/notesMasters/notesMaster1.xml" Id="Rf1046adb92ac41e7" /></Relationships>
</file>

<file path=ppt/notesSlides/_rels/notesSlide8.xml.rels>&#65279;<?xml version="1.0" encoding="utf-8"?><Relationships xmlns="http://schemas.openxmlformats.org/package/2006/relationships"><Relationship Type="http://schemas.openxmlformats.org/officeDocument/2006/relationships/slide" Target="/ppt/slides/slide8.xml" Id="R4f82020676684ec9" /><Relationship Type="http://schemas.openxmlformats.org/officeDocument/2006/relationships/notesMaster" Target="/ppt/notesMasters/notesMaster1.xml" Id="R3c7853bca7444394"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가설 기반 운영 진단 에이전트</a:t>
            </a:r>
          </a:p>
          <a:p xmlns:a="http://schemas.openxmlformats.org/drawingml/2006/main">
            <a:r>
              <a:t>SKALA 광주 2반 · G066 · 정준용</a:t>
            </a:r>
          </a:p>
          <a:p xmlns:a="http://schemas.openxmlformats.org/drawingml/2006/main">
            <a:r>
              <a:t>발표 시간 15초 / 0~15초</a:t>
            </a:r>
          </a:p>
          <a:p xmlns:a="http://schemas.openxmlformats.org/drawingml/2006/main">
            <a:r>
              <a:t/>
            </a:r>
          </a:p>
          <a:p xmlns:a="http://schemas.openxmlformats.org/drawingml/2006/main">
            <a:r>
              <a:t>발표 멘트</a:t>
            </a:r>
          </a:p>
          <a:p xmlns:a="http://schemas.openxmlformats.org/drawingml/2006/main">
            <a:r>
              <a:t>안녕하세요. SKALA 광주 2반 G066 정준용입니다. 가설 기반 운영 진단 에이전트의 개선 결과를 실제 질문과 출력 화면으로 보여드리겠습니다.</a:t>
            </a:r>
          </a:p>
          <a:p xmlns:a="http://schemas.openxmlformats.org/drawingml/2006/main">
            <a:r>
              <a:t/>
            </a:r>
          </a:p>
          <a:p xmlns:a="http://schemas.openxmlformats.org/drawingml/2006/main">
            <a:r>
              <a:t>슬라이드 연결 멘트</a:t>
            </a:r>
          </a:p>
          <a:p xmlns:a="http://schemas.openxmlformats.org/drawingml/2006/main">
            <a:r>
              <a:t>먼저 개선한 핵심 기능입니다.</a:t>
            </a:r>
          </a:p>
          <a:p xmlns:a="http://schemas.openxmlformats.org/drawingml/2006/main">
            <a:r>
              <a:t/>
            </a:r>
          </a:p>
          <a:p xmlns:a="http://schemas.openxmlformats.org/drawingml/2006/main">
            <a:r>
              <a:t>화면 진행</a:t>
            </a:r>
          </a:p>
          <a:p xmlns:a="http://schemas.openxmlformats.org/drawingml/2006/main">
            <a:r>
              <a:t>프로젝트명과 소속을 소개한다. 오른쪽 사진은 실제 Ollama 실행 화면이다.</a:t>
            </a:r>
          </a:p>
          <a:p xmlns:a="http://schemas.openxmlformats.org/drawingml/2006/main">
            <a:r>
              <a:t/>
            </a:r>
          </a:p>
          <a:p xmlns:a="http://schemas.openxmlformats.org/drawingml/2006/main">
            <a:r>
              <a:t>근거 자료</a:t>
            </a:r>
          </a:p>
          <a:p xmlns:a="http://schemas.openxmlformats.org/drawingml/2006/main">
            <a:r>
              <a:t>https://github.com/beshurl/skala-ai-mini-project/blob/main/README.md</a:t>
            </a:r>
          </a:p>
          <a:p xmlns:a="http://schemas.openxmlformats.org/drawingml/2006/main">
            <a:r>
              <a:t>https://github.com/beshurl/skala-ai-mini-project/blob/main/artifacts/screenshots/live-diagnosis-desktop.png</a:t>
            </a:r>
          </a:p>
          <a:p xmlns:a="http://schemas.openxmlformats.org/drawingml/2006/main">
            <a:r>
              <a:t/>
            </a:r>
          </a:p>
          <a:p xmlns:a="http://schemas.openxmlformats.org/drawingml/2006/main">
            <a:r>
              <a:t>해석 범위</a:t>
            </a:r>
          </a:p>
          <a:p xmlns:a="http://schemas.openxmlformats.org/drawingml/2006/main">
            <a:r>
              <a:t>보존된 2026-10-21 검증 결과. 관측은 교육용 합성 데이터. 계획·작성은 실제 Ollama qwen3.5:2b, 별도 Judge는 qwen3:8b. 입력 검사와 도입 전 가설 평가의 범위를 구분. 교차 지지는 인과 확정과 구분.</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핵심 개선: 추가 조사와 근거 검증</a:t>
            </a:r>
          </a:p>
          <a:p xmlns:a="http://schemas.openxmlformats.org/drawingml/2006/main">
            <a:r>
              <a:t>SKALA 광주 2반 · G066 · 정준용</a:t>
            </a:r>
          </a:p>
          <a:p xmlns:a="http://schemas.openxmlformats.org/drawingml/2006/main">
            <a:r>
              <a:t>발표 시간 25초 / 15~40초</a:t>
            </a:r>
          </a:p>
          <a:p xmlns:a="http://schemas.openxmlformats.org/drawingml/2006/main">
            <a:r>
              <a:t/>
            </a:r>
          </a:p>
          <a:p xmlns:a="http://schemas.openxmlformats.org/drawingml/2006/main">
            <a:r>
              <a:t>발표 멘트</a:t>
            </a:r>
          </a:p>
          <a:p xmlns:a="http://schemas.openxmlformats.org/drawingml/2006/main">
            <a:r>
              <a:t>핵심은 가설 기반 추가 조사와 근거 검증입니다. 초기 경고만으로 원인을 단정하지 않고 필요한 관측을 더 수집합니다. 보고서는 수치와 출처, 조치 조건을 코드로 확인하고 반복 실패하면 관측 사실만 안내합니다. 입력 검사와 부분 실패 대응은 이를 뒷받침하는 보조 기능입니다.</a:t>
            </a:r>
          </a:p>
          <a:p xmlns:a="http://schemas.openxmlformats.org/drawingml/2006/main">
            <a:r>
              <a:t/>
            </a:r>
          </a:p>
          <a:p xmlns:a="http://schemas.openxmlformats.org/drawingml/2006/main">
            <a:r>
              <a:t>슬라이드 연결 멘트</a:t>
            </a:r>
          </a:p>
          <a:p xmlns:a="http://schemas.openxmlformats.org/drawingml/2006/main">
            <a:r>
              <a:t>같은 질문을 넣었을 때 실제 답변이 어떻게 달라지는지 보겠습니다.</a:t>
            </a:r>
          </a:p>
          <a:p xmlns:a="http://schemas.openxmlformats.org/drawingml/2006/main">
            <a:r>
              <a:t/>
            </a:r>
          </a:p>
          <a:p xmlns:a="http://schemas.openxmlformats.org/drawingml/2006/main">
            <a:r>
              <a:t>화면 진행</a:t>
            </a:r>
          </a:p>
          <a:p xmlns:a="http://schemas.openxmlformats.org/drawingml/2006/main">
            <a:r>
              <a:t>표 첫 행의 가설 기반 추가 조사, 둘째 행의 근거 검증을 먼저 설명한다. 아래 보조 안정성 기능은 한 문장으로 짚는다.</a:t>
            </a:r>
          </a:p>
          <a:p xmlns:a="http://schemas.openxmlformats.org/drawingml/2006/main">
            <a:r>
              <a:t/>
            </a:r>
          </a:p>
          <a:p xmlns:a="http://schemas.openxmlformats.org/drawingml/2006/main">
            <a:r>
              <a:t>근거 자료</a:t>
            </a:r>
          </a:p>
          <a:p xmlns:a="http://schemas.openxmlformats.org/drawingml/2006/main">
            <a:r>
              <a:t>https://github.com/beshurl/skala-ai-mini-project/blob/main/README.md</a:t>
            </a:r>
          </a:p>
          <a:p xmlns:a="http://schemas.openxmlformats.org/drawingml/2006/main">
            <a:r>
              <a:t>https://github.com/beshurl/skala-ai-mini-project/blob/main/agent/investigation.py</a:t>
            </a:r>
          </a:p>
          <a:p xmlns:a="http://schemas.openxmlformats.org/drawingml/2006/main">
            <a:r>
              <a:t>https://github.com/beshurl/skala-ai-mini-project/blob/main/agent/validation.py</a:t>
            </a:r>
          </a:p>
          <a:p xmlns:a="http://schemas.openxmlformats.org/drawingml/2006/main">
            <a:r>
              <a:t>https://github.com/beshurl/skala-ai-mini-project/blob/main/agent/reporting.py</a:t>
            </a:r>
          </a:p>
          <a:p xmlns:a="http://schemas.openxmlformats.org/drawingml/2006/main">
            <a:r>
              <a:t/>
            </a:r>
          </a:p>
          <a:p xmlns:a="http://schemas.openxmlformats.org/drawingml/2006/main">
            <a:r>
              <a:t>해석 범위</a:t>
            </a:r>
          </a:p>
          <a:p xmlns:a="http://schemas.openxmlformats.org/drawingml/2006/main">
            <a:r>
              <a:t>보존된 2026-10-21 검증 결과. 관측은 교육용 합성 데이터. 계획·작성은 실제 Ollama qwen3.5:2b, 별도 Judge는 qwen3:8b. 입력 검사와 도입 전 가설 평가의 범위를 구분. 교차 지지는 인과 확정과 구분.</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질문과 실제 진단 답변</a:t>
            </a:r>
          </a:p>
          <a:p xmlns:a="http://schemas.openxmlformats.org/drawingml/2006/main">
            <a:r>
              <a:t>SKALA 광주 2반 · G066 · 정준용</a:t>
            </a:r>
          </a:p>
          <a:p xmlns:a="http://schemas.openxmlformats.org/drawingml/2006/main">
            <a:r>
              <a:t>발표 시간 45초 / 40~85초</a:t>
            </a:r>
          </a:p>
          <a:p xmlns:a="http://schemas.openxmlformats.org/drawingml/2006/main">
            <a:r>
              <a:t/>
            </a:r>
          </a:p>
          <a:p xmlns:a="http://schemas.openxmlformats.org/drawingml/2006/main">
            <a:r>
              <a:t>발표 멘트</a:t>
            </a:r>
          </a:p>
          <a:p xmlns:a="http://schemas.openxmlformats.org/drawingml/2006/main">
            <a:r>
              <a:t>상단은 실제로 입력한 질문입니다. CPU 91%와 중복 배치 경고에서 원인을 구별해 달라고 요청했습니다. 왼쪽 실행은 배치의 CPU 기여 86%와 중복 작업이 확인돼 중복 배치를 교차 지지했습니다. 오른쪽 실행은 배치 기여가 5%여서 반증했고, 요청 처리 기여와 요청량 증가가 요청량 가설을 교차 지지했습니다. 아래는 저장된 최종 답변의 발췌입니다. 추가 조회는 각각 세 번과 두 번에서 종료했습니다. 두 실행은 실제 LLM을 사용했고 관측은 교육용 합성 데이터입니다.</a:t>
            </a:r>
          </a:p>
          <a:p xmlns:a="http://schemas.openxmlformats.org/drawingml/2006/main">
            <a:r>
              <a:t/>
            </a:r>
          </a:p>
          <a:p xmlns:a="http://schemas.openxmlformats.org/drawingml/2006/main">
            <a:r>
              <a:t>슬라이드 연결 멘트</a:t>
            </a:r>
          </a:p>
          <a:p xmlns:a="http://schemas.openxmlformats.org/drawingml/2006/main">
            <a:r>
              <a:t>이 답변이 나오는 조사 과정을 화면으로 보겠습니다.</a:t>
            </a:r>
          </a:p>
          <a:p xmlns:a="http://schemas.openxmlformats.org/drawingml/2006/main">
            <a:r>
              <a:t/>
            </a:r>
          </a:p>
          <a:p xmlns:a="http://schemas.openxmlformats.org/drawingml/2006/main">
            <a:r>
              <a:t>화면 진행</a:t>
            </a:r>
          </a:p>
          <a:p xmlns:a="http://schemas.openxmlformats.org/drawingml/2006/main">
            <a:r>
              <a:t>실제 질문을 읽고 두 열의 관측과 최종 원인 추정을 연결한다. 하단의 실제 추가 조회 횟수로 종료 동작을 짚는다.</a:t>
            </a:r>
          </a:p>
          <a:p xmlns:a="http://schemas.openxmlformats.org/drawingml/2006/main">
            <a:r>
              <a:t/>
            </a:r>
          </a:p>
          <a:p xmlns:a="http://schemas.openxmlformats.org/drawingml/2006/main">
            <a:r>
              <a:t>근거 자료</a:t>
            </a:r>
          </a:p>
          <a:p xmlns:a="http://schemas.openxmlformats.org/drawingml/2006/main">
            <a:r>
              <a:t>https://github.com/beshurl/skala-ai-mini-project/blob/main/doc/presentation/assets/execution-evidence.json</a:t>
            </a:r>
          </a:p>
          <a:p xmlns:a="http://schemas.openxmlformats.org/drawingml/2006/main">
            <a:r>
              <a:t>https://github.com/beshurl/skala-ai-mini-project/blob/main/data/investigation_cases.json</a:t>
            </a:r>
          </a:p>
          <a:p xmlns:a="http://schemas.openxmlformats.org/drawingml/2006/main">
            <a:r>
              <a:t>https://github.com/beshurl/skala-ai-mini-project/blob/main/artifacts/investigation_evaluation.json</a:t>
            </a:r>
          </a:p>
          <a:p xmlns:a="http://schemas.openxmlformats.org/drawingml/2006/main">
            <a:r>
              <a:t/>
            </a:r>
          </a:p>
          <a:p xmlns:a="http://schemas.openxmlformats.org/drawingml/2006/main">
            <a:r>
              <a:t>해석 범위</a:t>
            </a:r>
          </a:p>
          <a:p xmlns:a="http://schemas.openxmlformats.org/drawingml/2006/main">
            <a:r>
              <a:t>보존된 2026-10-21 검증 결과. 관측은 교육용 합성 데이터. 계획·작성은 실제 Ollama qwen3.5:2b, 별도 Judge는 qwen3:8b. 입력 검사와 도입 전 가설 평가의 범위를 구분. 교차 지지는 인과 확정과 구분.</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가설 조사 절차와 실행 기록</a:t>
            </a:r>
          </a:p>
          <a:p xmlns:a="http://schemas.openxmlformats.org/drawingml/2006/main">
            <a:r>
              <a:t>SKALA 광주 2반 · G066 · 정준용</a:t>
            </a:r>
          </a:p>
          <a:p xmlns:a="http://schemas.openxmlformats.org/drawingml/2006/main">
            <a:r>
              <a:t>발표 시간 55초 / 85~140초</a:t>
            </a:r>
          </a:p>
          <a:p xmlns:a="http://schemas.openxmlformats.org/drawingml/2006/main">
            <a:r>
              <a:t/>
            </a:r>
          </a:p>
          <a:p xmlns:a="http://schemas.openxmlformats.org/drawingml/2006/main">
            <a:r>
              <a:t>발표 멘트</a:t>
            </a:r>
          </a:p>
          <a:p xmlns:a="http://schemas.openxmlformats.org/drawingml/2006/main">
            <a:r>
              <a:t>먼저 관측을 읽기 전에 가설별 지지·반증 기준을 고정합니다. LLM이 미수행 질문을 고르고 MCP가 관측을 가져오면 코드가 조건과 대조합니다. 오른쪽은 실제 요청량 사례의 조사 화면입니다. 첫 조사에서 CPU가 어느 작업에 귀속되는지 확인하고, 다음 조사에서 평소 대비 요청량과 지속 시간을 확인했습니다. 서로 다른 관측이 교차 지지하고 경쟁 가설이 반증돼 두 번 만에 종료했습니다. 화면에는 조사 이유와 판단 전후도 남깁니다. 근거가 부족하면 최대 네 번 조사하고, 끝까지 부족하거나 상충하면 보류합니다. 보고서는 이어서 별도 근거 검증을 거칩니다.</a:t>
            </a:r>
          </a:p>
          <a:p xmlns:a="http://schemas.openxmlformats.org/drawingml/2006/main">
            <a:r>
              <a:t/>
            </a:r>
          </a:p>
          <a:p xmlns:a="http://schemas.openxmlformats.org/drawingml/2006/main">
            <a:r>
              <a:t>슬라이드 연결 멘트</a:t>
            </a:r>
          </a:p>
          <a:p xmlns:a="http://schemas.openxmlformats.org/drawingml/2006/main">
            <a:r>
              <a:t>전체 서비스에서는 이 흐름을 다음과 같이 연결했습니다.</a:t>
            </a:r>
          </a:p>
          <a:p xmlns:a="http://schemas.openxmlformats.org/drawingml/2006/main">
            <a:r>
              <a:t/>
            </a:r>
          </a:p>
          <a:p xmlns:a="http://schemas.openxmlformats.org/drawingml/2006/main">
            <a:r>
              <a:t>화면 진행</a:t>
            </a:r>
          </a:p>
          <a:p xmlns:a="http://schemas.openxmlformats.org/drawingml/2006/main">
            <a:r>
              <a:t>왼쪽 절차와 오른쪽 실제 조사 화면을 연결한다. 하단의 1차·2차 조회와 종료 이유를 짚고 사례 수치는 다시 읽지 않는다.</a:t>
            </a:r>
          </a:p>
          <a:p xmlns:a="http://schemas.openxmlformats.org/drawingml/2006/main">
            <a:r>
              <a:t/>
            </a:r>
          </a:p>
          <a:p xmlns:a="http://schemas.openxmlformats.org/drawingml/2006/main">
            <a:r>
              <a:t>근거 자료</a:t>
            </a:r>
          </a:p>
          <a:p xmlns:a="http://schemas.openxmlformats.org/drawingml/2006/main">
            <a:r>
              <a:t>https://github.com/beshurl/skala-ai-mini-project/blob/main/doc/presentation/assets/execution-evidence.json</a:t>
            </a:r>
          </a:p>
          <a:p xmlns:a="http://schemas.openxmlformats.org/drawingml/2006/main">
            <a:r>
              <a:t>https://github.com/beshurl/skala-ai-mini-project/blob/main/artifacts/screenshots/investigation-traffic-desktop.png</a:t>
            </a:r>
          </a:p>
          <a:p xmlns:a="http://schemas.openxmlformats.org/drawingml/2006/main">
            <a:r>
              <a:t>https://github.com/beshurl/skala-ai-mini-project/blob/main/agent/investigation.py</a:t>
            </a:r>
          </a:p>
          <a:p xmlns:a="http://schemas.openxmlformats.org/drawingml/2006/main">
            <a:r>
              <a:t>https://github.com/beshurl/skala-ai-mini-project/blob/main/agent/validation.py</a:t>
            </a:r>
          </a:p>
          <a:p xmlns:a="http://schemas.openxmlformats.org/drawingml/2006/main">
            <a:r>
              <a:t/>
            </a:r>
          </a:p>
          <a:p xmlns:a="http://schemas.openxmlformats.org/drawingml/2006/main">
            <a:r>
              <a:t>해석 범위</a:t>
            </a:r>
          </a:p>
          <a:p xmlns:a="http://schemas.openxmlformats.org/drawingml/2006/main">
            <a:r>
              <a:t>보존된 2026-10-21 검증 결과. 관측은 교육용 합성 데이터. 계획·작성은 실제 Ollama qwen3.5:2b, 별도 Judge는 qwen3:8b. 입력 검사와 도입 전 가설 평가의 범위를 구분. 교차 지지는 인과 확정과 구분.</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전체 아키텍처</a:t>
            </a:r>
          </a:p>
          <a:p xmlns:a="http://schemas.openxmlformats.org/drawingml/2006/main">
            <a:r>
              <a:t>SKALA 광주 2반 · G066 · 정준용</a:t>
            </a:r>
          </a:p>
          <a:p xmlns:a="http://schemas.openxmlformats.org/drawingml/2006/main">
            <a:r>
              <a:t>발표 시간 45초 / 140~185초</a:t>
            </a:r>
          </a:p>
          <a:p xmlns:a="http://schemas.openxmlformats.org/drawingml/2006/main">
            <a:r>
              <a:t/>
            </a:r>
          </a:p>
          <a:p xmlns:a="http://schemas.openxmlformats.org/drawingml/2006/main">
            <a:r>
              <a:t>발표 멘트</a:t>
            </a:r>
          </a:p>
          <a:p xmlns:a="http://schemas.openxmlformats.org/drawingml/2006/main">
            <a:r>
              <a:t>Vue 화면에서 질문을 보내면 FastAPI가 요청과 대상을 확인합니다. LangGraph가 전문 조회와 추가 조사, 보고서 작성을 조정합니다. LLM은 질문 선택과 작성에 사용하고, MCP는 관측 조회, RAG는 매뉴얼 검색을 담당합니다. 진행 상황은 SSE로 전달하고 완료 결과와 대화 맥락은 SQLite에 저장합니다. 평가와 추적은 별도 경로로 연결했습니다.</a:t>
            </a:r>
          </a:p>
          <a:p xmlns:a="http://schemas.openxmlformats.org/drawingml/2006/main">
            <a:r>
              <a:t/>
            </a:r>
          </a:p>
          <a:p xmlns:a="http://schemas.openxmlformats.org/drawingml/2006/main">
            <a:r>
              <a:t>슬라이드 연결 멘트</a:t>
            </a:r>
          </a:p>
          <a:p xmlns:a="http://schemas.openxmlformats.org/drawingml/2006/main">
            <a:r>
              <a:t>이 중 근거 검증이 실제로 동작한 사례를 보겠습니다.</a:t>
            </a:r>
          </a:p>
          <a:p xmlns:a="http://schemas.openxmlformats.org/drawingml/2006/main">
            <a:r>
              <a:t/>
            </a:r>
          </a:p>
          <a:p xmlns:a="http://schemas.openxmlformats.org/drawingml/2006/main">
            <a:r>
              <a:t>화면 진행</a:t>
            </a:r>
          </a:p>
          <a:p xmlns:a="http://schemas.openxmlformats.org/drawingml/2006/main">
            <a:r>
              <a:t>전체 아키텍처 한 장에서 Vue, FastAPI, LangGraph 경로와 연결된 도구·모델·기록·평가 역할을 짚는다.</a:t>
            </a:r>
          </a:p>
          <a:p xmlns:a="http://schemas.openxmlformats.org/drawingml/2006/main">
            <a:r>
              <a:t/>
            </a:r>
          </a:p>
          <a:p xmlns:a="http://schemas.openxmlformats.org/drawingml/2006/main">
            <a:r>
              <a:t>근거 자료</a:t>
            </a:r>
          </a:p>
          <a:p xmlns:a="http://schemas.openxmlformats.org/drawingml/2006/main">
            <a:r>
              <a:t>https://github.com/beshurl/skala-ai-mini-project/blob/main/agent/graph.py</a:t>
            </a:r>
          </a:p>
          <a:p xmlns:a="http://schemas.openxmlformats.org/drawingml/2006/main">
            <a:r>
              <a:t>https://github.com/beshurl/skala-ai-mini-project/blob/main/agent/specialists.py</a:t>
            </a:r>
          </a:p>
          <a:p xmlns:a="http://schemas.openxmlformats.org/drawingml/2006/main">
            <a:r>
              <a:t>https://github.com/beshurl/skala-ai-mini-project/blob/main/mcp_server.py</a:t>
            </a:r>
          </a:p>
          <a:p xmlns:a="http://schemas.openxmlformats.org/drawingml/2006/main">
            <a:r>
              <a:t>https://github.com/beshurl/skala-ai-mini-project/blob/main/agent/retrieval.py</a:t>
            </a:r>
          </a:p>
          <a:p xmlns:a="http://schemas.openxmlformats.org/drawingml/2006/main">
            <a:r>
              <a:t>https://github.com/beshurl/skala-ai-mini-project/blob/main/agent/session_store.py</a:t>
            </a:r>
          </a:p>
          <a:p xmlns:a="http://schemas.openxmlformats.org/drawingml/2006/main">
            <a:r>
              <a:t>https://github.com/beshurl/skala-ai-mini-project/blob/main/agent/judge.py</a:t>
            </a:r>
          </a:p>
          <a:p xmlns:a="http://schemas.openxmlformats.org/drawingml/2006/main">
            <a:r>
              <a:t>https://github.com/beshurl/skala-ai-mini-project/blob/main/agent/observability.py</a:t>
            </a:r>
          </a:p>
          <a:p xmlns:a="http://schemas.openxmlformats.org/drawingml/2006/main">
            <a:r>
              <a:t/>
            </a:r>
          </a:p>
          <a:p xmlns:a="http://schemas.openxmlformats.org/drawingml/2006/main">
            <a:r>
              <a:t>해석 범위</a:t>
            </a:r>
          </a:p>
          <a:p xmlns:a="http://schemas.openxmlformats.org/drawingml/2006/main">
            <a:r>
              <a:t>보존된 2026-10-21 검증 결과. 관측은 교육용 합성 데이터. 계획·작성은 실제 Ollama qwen3.5:2b, 별도 Judge는 qwen3:8b. 입력 검사와 도입 전 가설 평가의 범위를 구분. 교차 지지는 인과 확정과 구분.</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적용 기술과 재작성 실행 결과</a:t>
            </a:r>
          </a:p>
          <a:p xmlns:a="http://schemas.openxmlformats.org/drawingml/2006/main">
            <a:r>
              <a:t>SKALA 광주 2반 · G066 · 정준용</a:t>
            </a:r>
          </a:p>
          <a:p xmlns:a="http://schemas.openxmlformats.org/drawingml/2006/main">
            <a:r>
              <a:t>발표 시간 45초 / 185~230초</a:t>
            </a:r>
          </a:p>
          <a:p xmlns:a="http://schemas.openxmlformats.org/drawingml/2006/main">
            <a:r>
              <a:t/>
            </a:r>
          </a:p>
          <a:p xmlns:a="http://schemas.openxmlformats.org/drawingml/2006/main">
            <a:r>
              <a:t>발표 멘트</a:t>
            </a:r>
          </a:p>
          <a:p xmlns:a="http://schemas.openxmlformats.org/drawingml/2006/main">
            <a:r>
              <a:t>왼쪽은 기술별 역할이고, 오른쪽은 실제 배치 사례의 작성 기록입니다. RAG는 CPU 급증 대응 절차 등 관련 런북 세 종을 검색했습니다. 첫 초안은 확인 가능한 다음 행동이 빠져 코드 검사에서 불합격했습니다. 피드백을 반영한 두 번째 작성에서는 허용된 조치가 포함돼 통과했습니다. 즉, 이 사례는 재작성 한 번이 실제로 발생한 기록입니다. 대상과 수치, 근거 ID와 조치 조건을 코드가 검사하고, Judge는 별도 품질 평가를 담당합니다.</a:t>
            </a:r>
          </a:p>
          <a:p xmlns:a="http://schemas.openxmlformats.org/drawingml/2006/main">
            <a:r>
              <a:t/>
            </a:r>
          </a:p>
          <a:p xmlns:a="http://schemas.openxmlformats.org/drawingml/2006/main">
            <a:r>
              <a:t>슬라이드 연결 멘트</a:t>
            </a:r>
          </a:p>
          <a:p xmlns:a="http://schemas.openxmlformats.org/drawingml/2006/main">
            <a:r>
              <a:t>그 별도 평가와 원격 추적 결과도 확인했습니다.</a:t>
            </a:r>
          </a:p>
          <a:p xmlns:a="http://schemas.openxmlformats.org/drawingml/2006/main">
            <a:r>
              <a:t/>
            </a:r>
          </a:p>
          <a:p xmlns:a="http://schemas.openxmlformats.org/drawingml/2006/main">
            <a:r>
              <a:t>화면 진행</a:t>
            </a:r>
          </a:p>
          <a:p xmlns:a="http://schemas.openxmlformats.org/drawingml/2006/main">
            <a:r>
              <a:t>왼쪽 RAG 검색 결과와 오른쪽 실제 1차 불합격·2차 합격 이벤트를 짚는다. 재작성 1회가 발생한 보존 실행임을 설명한다.</a:t>
            </a:r>
          </a:p>
          <a:p xmlns:a="http://schemas.openxmlformats.org/drawingml/2006/main">
            <a:r>
              <a:t/>
            </a:r>
          </a:p>
          <a:p xmlns:a="http://schemas.openxmlformats.org/drawingml/2006/main">
            <a:r>
              <a:t>근거 자료</a:t>
            </a:r>
          </a:p>
          <a:p xmlns:a="http://schemas.openxmlformats.org/drawingml/2006/main">
            <a:r>
              <a:t>https://github.com/beshurl/skala-ai-mini-project/blob/main/doc/presentation/assets/execution-evidence.json</a:t>
            </a:r>
          </a:p>
          <a:p xmlns:a="http://schemas.openxmlformats.org/drawingml/2006/main">
            <a:r>
              <a:t>https://github.com/beshurl/skala-ai-mini-project/blob/main/agent/reporting.py</a:t>
            </a:r>
          </a:p>
          <a:p xmlns:a="http://schemas.openxmlformats.org/drawingml/2006/main">
            <a:r>
              <a:t>https://github.com/beshurl/skala-ai-mini-project/blob/main/agent/validation.py</a:t>
            </a:r>
          </a:p>
          <a:p xmlns:a="http://schemas.openxmlformats.org/drawingml/2006/main">
            <a:r>
              <a:t>https://github.com/beshurl/skala-ai-mini-project/blob/main/agent/retrieval.py</a:t>
            </a:r>
          </a:p>
          <a:p xmlns:a="http://schemas.openxmlformats.org/drawingml/2006/main">
            <a:r>
              <a:t>https://github.com/beshurl/skala-ai-mini-project/blob/main/agent/graph.py</a:t>
            </a:r>
          </a:p>
          <a:p xmlns:a="http://schemas.openxmlformats.org/drawingml/2006/main">
            <a:r>
              <a:t/>
            </a:r>
          </a:p>
          <a:p xmlns:a="http://schemas.openxmlformats.org/drawingml/2006/main">
            <a:r>
              <a:t>해석 범위</a:t>
            </a:r>
          </a:p>
          <a:p xmlns:a="http://schemas.openxmlformats.org/drawingml/2006/main">
            <a:r>
              <a:t>보존된 2026-10-21 검증 결과. 관측은 교육용 합성 데이터. 계획·작성은 실제 Ollama qwen3.5:2b, 별도 Judge는 qwen3:8b. 입력 검사와 도입 전 가설 평가의 범위를 구분. 교차 지지는 인과 확정과 구분.</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실제 LLM 평가·추적 결과</a:t>
            </a:r>
          </a:p>
          <a:p xmlns:a="http://schemas.openxmlformats.org/drawingml/2006/main">
            <a:r>
              <a:t>SKALA 광주 2반 · G066 · 정준용</a:t>
            </a:r>
          </a:p>
          <a:p xmlns:a="http://schemas.openxmlformats.org/drawingml/2006/main">
            <a:r>
              <a:t>발표 시간 40초 / 230~270초</a:t>
            </a:r>
          </a:p>
          <a:p xmlns:a="http://schemas.openxmlformats.org/drawingml/2006/main">
            <a:r>
              <a:t/>
            </a:r>
          </a:p>
          <a:p xmlns:a="http://schemas.openxmlformats.org/drawingml/2006/main">
            <a:r>
              <a:t>발표 멘트</a:t>
            </a:r>
          </a:p>
          <a:p xmlns:a="http://schemas.openxmlformats.org/drawingml/2006/main">
            <a:r>
              <a:t>자동 테스트는 99개를 통과했습니다. 입력 검사 도입 전 실제 Ollama의 가설 조사 여섯 건은 기능 검사 모두 통과했고, Judge 포함 종합은 다섯 건 통과였습니다. 아래 개별 결과에서 요청량 사례는 다섯 평가 항목 모두 5점이었지만, 릴리스 사례는 Judge 근거 점수가 2점이어서 종합 미통과로 남았습니다. LangSmith 실행 여섯 건과 점수 서른 개도 재조회했습니다. 입력 검사 도입 후 거절 다섯 건은 생성 0토큰이었습니다.</a:t>
            </a:r>
          </a:p>
          <a:p xmlns:a="http://schemas.openxmlformats.org/drawingml/2006/main">
            <a:r>
              <a:t/>
            </a:r>
          </a:p>
          <a:p xmlns:a="http://schemas.openxmlformats.org/drawingml/2006/main">
            <a:r>
              <a:t>슬라이드 연결 멘트</a:t>
            </a:r>
          </a:p>
          <a:p xmlns:a="http://schemas.openxmlformats.org/drawingml/2006/main">
            <a:r>
              <a:t>마지막으로 이 결과의 한계와 다음 과제입니다.</a:t>
            </a:r>
          </a:p>
          <a:p xmlns:a="http://schemas.openxmlformats.org/drawingml/2006/main">
            <a:r>
              <a:t/>
            </a:r>
          </a:p>
          <a:p xmlns:a="http://schemas.openxmlformats.org/drawingml/2006/main">
            <a:r>
              <a:t>화면 진행</a:t>
            </a:r>
          </a:p>
          <a:p xmlns:a="http://schemas.openxmlformats.org/drawingml/2006/main">
            <a:r>
              <a:t>상단 전체 수치와 하단 traffic·release 개별 점수를 연결한다. 원격 추적 재조회 결과와 별도 입력 거절 검증을 짧게 언급한다.</a:t>
            </a:r>
          </a:p>
          <a:p xmlns:a="http://schemas.openxmlformats.org/drawingml/2006/main">
            <a:r>
              <a:t/>
            </a:r>
          </a:p>
          <a:p xmlns:a="http://schemas.openxmlformats.org/drawingml/2006/main">
            <a:r>
              <a:t>근거 자료</a:t>
            </a:r>
          </a:p>
          <a:p xmlns:a="http://schemas.openxmlformats.org/drawingml/2006/main">
            <a:r>
              <a:t>https://github.com/beshurl/skala-ai-mini-project/blob/main/doc/presentation/assets/execution-evidence.json</a:t>
            </a:r>
          </a:p>
          <a:p xmlns:a="http://schemas.openxmlformats.org/drawingml/2006/main">
            <a:r>
              <a:t>https://github.com/beshurl/skala-ai-mini-project/blob/main/artifacts/investigation_evaluation.json</a:t>
            </a:r>
          </a:p>
          <a:p xmlns:a="http://schemas.openxmlformats.org/drawingml/2006/main">
            <a:r>
              <a:t>https://github.com/beshurl/skala-ai-mini-project/blob/main/artifacts/input_validation_verification.json</a:t>
            </a:r>
          </a:p>
          <a:p xmlns:a="http://schemas.openxmlformats.org/drawingml/2006/main">
            <a:r>
              <a:t/>
            </a:r>
          </a:p>
          <a:p xmlns:a="http://schemas.openxmlformats.org/drawingml/2006/main">
            <a:r>
              <a:t>해석 범위</a:t>
            </a:r>
          </a:p>
          <a:p xmlns:a="http://schemas.openxmlformats.org/drawingml/2006/main">
            <a:r>
              <a:t>보존된 2026-10-21 검증 결과. 관측은 교육용 합성 데이터. 계획·작성은 실제 Ollama qwen3.5:2b, 별도 Judge는 qwen3:8b. 입력 검사와 도입 전 가설 평가의 범위를 구분. 교차 지지는 인과 확정과 구분.</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한계와 다음 개선, 배운 점</a:t>
            </a:r>
          </a:p>
          <a:p xmlns:a="http://schemas.openxmlformats.org/drawingml/2006/main">
            <a:r>
              <a:t>SKALA 광주 2반 · G066 · 정준용</a:t>
            </a:r>
          </a:p>
          <a:p xmlns:a="http://schemas.openxmlformats.org/drawingml/2006/main">
            <a:r>
              <a:t>발표 시간 30초 / 270~300초</a:t>
            </a:r>
          </a:p>
          <a:p xmlns:a="http://schemas.openxmlformats.org/drawingml/2006/main">
            <a:r>
              <a:t/>
            </a:r>
          </a:p>
          <a:p xmlns:a="http://schemas.openxmlformats.org/drawingml/2006/main">
            <a:r>
              <a:t>발표 멘트</a:t>
            </a:r>
          </a:p>
          <a:p xmlns:a="http://schemas.openxmlformats.org/drawingml/2006/main">
            <a:r>
              <a:t>현재는 CPU 세 가설과 합성 관측에 한정되고 교차 지지가 실제 원인 확정을 뜻하지는 않습니다. Judge에도 오판 가능성이 있습니다. 앞으로 실제 모니터링 연결과 다른 계열 모델·사람 평가, 전체 비용 계측을 진행하겠습니다. 이번 경험으로 판단 조건과 근거를 남겨야 설명의 변화까지 검증할 수 있다는 점을 배웠습니다. 감사합니다.</a:t>
            </a:r>
          </a:p>
          <a:p xmlns:a="http://schemas.openxmlformats.org/drawingml/2006/main">
            <a:r>
              <a:t/>
            </a:r>
          </a:p>
          <a:p xmlns:a="http://schemas.openxmlformats.org/drawingml/2006/main">
            <a:r>
              <a:t>슬라이드 연결 멘트</a:t>
            </a:r>
          </a:p>
          <a:p xmlns:a="http://schemas.openxmlformats.org/drawingml/2006/main">
            <a:r>
              <a:t>감사합니다.</a:t>
            </a:r>
          </a:p>
          <a:p xmlns:a="http://schemas.openxmlformats.org/drawingml/2006/main">
            <a:r>
              <a:t/>
            </a:r>
          </a:p>
          <a:p xmlns:a="http://schemas.openxmlformats.org/drawingml/2006/main">
            <a:r>
              <a:t>화면 진행</a:t>
            </a:r>
          </a:p>
          <a:p xmlns:a="http://schemas.openxmlformats.org/drawingml/2006/main">
            <a:r>
              <a:t>남은 한계와 다음 개선을 연결하고 판단 조건과 근거를 기록한 경험으로 마무리한다.</a:t>
            </a:r>
          </a:p>
          <a:p xmlns:a="http://schemas.openxmlformats.org/drawingml/2006/main">
            <a:r>
              <a:t/>
            </a:r>
          </a:p>
          <a:p xmlns:a="http://schemas.openxmlformats.org/drawingml/2006/main">
            <a:r>
              <a:t>근거 자료</a:t>
            </a:r>
          </a:p>
          <a:p xmlns:a="http://schemas.openxmlformats.org/drawingml/2006/main">
            <a:r>
              <a:t>https://github.com/beshurl/skala-ai-mini-project/blob/main/README.md</a:t>
            </a:r>
          </a:p>
          <a:p xmlns:a="http://schemas.openxmlformats.org/drawingml/2006/main">
            <a:r>
              <a:t/>
            </a:r>
          </a:p>
          <a:p xmlns:a="http://schemas.openxmlformats.org/drawingml/2006/main">
            <a:r>
              <a:t>해석 범위</a:t>
            </a:r>
          </a:p>
          <a:p xmlns:a="http://schemas.openxmlformats.org/drawingml/2006/main">
            <a:r>
              <a:t>보존된 2026-10-21 검증 결과. 관측은 교육용 합성 데이터. 계획·작성은 실제 Ollama qwen3.5:2b, 별도 Judge는 qwen3:8b. 입력 검사와 도입 전 가설 평가의 범위를 구분. 교차 지지는 인과 확정과 구분.</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8aeeef95604042bd"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97d3acfca0a7444a"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b334037d72d74b13"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e09945c952f74d14"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fc31f1035c3641fa"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91ecdcb8ef0b484c" /></Relationships>
</file>

<file path=ppt/slideLayouts/_rels/slideLayout7.xml.rels>&#65279;<?xml version="1.0" encoding="utf-8"?><Relationships xmlns="http://schemas.openxmlformats.org/package/2006/relationships"><Relationship Type="http://schemas.openxmlformats.org/officeDocument/2006/relationships/slideMaster" Target="/ppt/slideMasters/slideMaster1.xml" Id="Rc56deaa384414965" /></Relationships>
</file>

<file path=ppt/slideLayouts/_rels/slideLayout8.xml.rels>&#65279;<?xml version="1.0" encoding="utf-8"?><Relationships xmlns="http://schemas.openxmlformats.org/package/2006/relationships"><Relationship Type="http://schemas.openxmlformats.org/officeDocument/2006/relationships/slideMaster" Target="/ppt/slideMasters/slideMaster1.xml" Id="R631f28147c7446bc" /></Relationships>
</file>

<file path=ppt/slideLayouts/_rels/slideLayout9.xml.rels>&#65279;<?xml version="1.0" encoding="utf-8"?><Relationships xmlns="http://schemas.openxmlformats.org/package/2006/relationships"><Relationship Type="http://schemas.openxmlformats.org/officeDocument/2006/relationships/slideMaster" Target="/ppt/slideMasters/slideMaster1.xml" Id="R6536878077c641e8" /></Relationships>
</file>

<file path=ppt/slideLayouts/_rels/slideLayout10.xml.rels>&#65279;<?xml version="1.0" encoding="utf-8"?><Relationships xmlns="http://schemas.openxmlformats.org/package/2006/relationships"><Relationship Type="http://schemas.openxmlformats.org/officeDocument/2006/relationships/slideMaster" Target="/ppt/slideMasters/slideMaster1.xml" Id="R42f5e45b9ee6483d" /></Relationships>
</file>

<file path=ppt/slideLayouts/_rels/slideLayout11.xml.rels>&#65279;<?xml version="1.0" encoding="utf-8"?><Relationships xmlns="http://schemas.openxmlformats.org/package/2006/relationships"><Relationship Type="http://schemas.openxmlformats.org/officeDocument/2006/relationships/slideMaster" Target="/ppt/slideMasters/slideMaster1.xml" Id="R6cd911dba097468a" /></Relationships>
</file>

<file path=ppt/slideLayouts/slideLayout1.xml><?xml version="1.0" encoding="utf-8"?>
<p:sldLayout xmlns:p="http://schemas.openxmlformats.org/presentationml/2006/main" type="title" preserve="1">
  <p:cSld name="Title Slide">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8B8C9D25-A1B2-4C34-B062-C7FB66FE1D31}"/>
              </a:ext>
            </a:extLst>
          </p:cNvPr>
          <p:cNvSpPr>
            <a:spLocks xmlns:a="http://schemas.openxmlformats.org/drawingml/2006/main" noGrp="1"/>
          </p:cNvSpPr>
          <p:nvPr>
            <p:ph type="ctrTitle" idx="0"/>
          </p:nvPr>
        </p:nvSpPr>
        <p:spPr>
          <a:xfrm xmlns:a="http://schemas.openxmlformats.org/drawingml/2006/main">
            <a:off x="685800" y="2130425"/>
            <a:ext cx="7772400" cy="1470025"/>
          </a:xfrm>
        </p:spPr>
        <p:txBody>
          <a:bodyPr xmlns:a="http://schemas.openxmlformats.org/drawingml/2006/main"/>
          <a:lstStyle xmlns:a="http://schemas.openxmlformats.org/drawingml/2006/main"/>
          <a:p xmlns:a="http://schemas.openxmlformats.org/drawingml/2006/main">
            <a:r>
              <a:t>Click to edit Master title style</a:t>
            </a:r>
            <a:endParaRPr/>
          </a:p>
        </p:txBody>
      </p:sp>
      <p:sp>
        <p:nvSpPr>
          <p:cNvPr id="3" name="Subtitle 2">
            <a:extLst xmlns:a="http://schemas.openxmlformats.org/drawingml/2006/main">
              <a:ext uri="{FF2B5EF4-FFF2-40B4-BE49-F238E27FC236}">
                <a16:creationId xmlns:a16="http://schemas.microsoft.com/office/drawing/2014/main" id="{A22F26F6-45A0-43A5-B675-F788887CC580}"/>
              </a:ext>
            </a:extLst>
          </p:cNvPr>
          <p:cNvSpPr>
            <a:spLocks xmlns:a="http://schemas.openxmlformats.org/drawingml/2006/main" noGrp="1"/>
          </p:cNvSpPr>
          <p:nvPr>
            <p:ph type="subTitle" idx="1"/>
          </p:nvPr>
        </p:nvSpPr>
        <p:spPr>
          <a:xfrm xmlns:a="http://schemas.openxmlformats.org/drawingml/2006/main">
            <a:off x="1371600" y="3886200"/>
            <a:ext cx="6400800" cy="1752600"/>
          </a:xfrm>
        </p:spPr>
        <p:txBody>
          <a:bodyPr xmlns:a="http://schemas.openxmlformats.org/drawingml/2006/main"/>
          <a:lstStyle xmlns:a="http://schemas.openxmlformats.org/drawingml/2006/main">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xmlns:a="http://schemas.openxmlformats.org/drawingml/2006/main">
            <a:r>
              <a:t>Click to edit Master subtitle style</a:t>
            </a:r>
            <a:endParaRPr/>
          </a:p>
        </p:txBody>
      </p:sp>
      <p:sp>
        <p:nvSpPr>
          <p:cNvPr id="4" name="Date Placeholder 3">
            <a:extLst xmlns:a="http://schemas.openxmlformats.org/drawingml/2006/main">
              <a:ext uri="{FF2B5EF4-FFF2-40B4-BE49-F238E27FC236}">
                <a16:creationId xmlns:a16="http://schemas.microsoft.com/office/drawing/2014/main" id="{91801F73-EC80-4151-AF6A-DA0BC3D69F30}"/>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1D8BD707-D9CF-40AE-B4C6-C98DA3205C09}" type="datetimeFigureOut">
              <a:t>8/1/2011</a:t>
            </a:fld>
            <a:endParaRPr/>
          </a:p>
        </p:txBody>
      </p:sp>
      <p:sp>
        <p:nvSpPr>
          <p:cNvPr id="5" name="Footer Placeholder 4">
            <a:extLst xmlns:a="http://schemas.openxmlformats.org/drawingml/2006/main">
              <a:ext uri="{FF2B5EF4-FFF2-40B4-BE49-F238E27FC236}">
                <a16:creationId xmlns:a16="http://schemas.microsoft.com/office/drawing/2014/main" id="{B909BE3E-7F98-48BA-AE9F-905DBFC70B9F}"/>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6" name="Slide Number Placeholder 5">
            <a:extLst xmlns:a="http://schemas.openxmlformats.org/drawingml/2006/main">
              <a:ext uri="{FF2B5EF4-FFF2-40B4-BE49-F238E27FC236}">
                <a16:creationId xmlns:a16="http://schemas.microsoft.com/office/drawing/2014/main" id="{1B248634-970D-4D9F-B8F5-2C377FBF554D}"/>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B6F15528-21DE-4FAA-801E-634DDDAF4B2B}" type="slidenum">
              <a:t>‹#›</a:t>
            </a:fld>
            <a:endParaRPr/>
          </a:p>
        </p:txBody>
      </p:sp>
    </p:spTree>
  </p:cSld>
</p:sldLayout>
</file>

<file path=ppt/slideLayouts/slideLayout2.xml><?xml version="1.0" encoding="utf-8"?>
<p:sldLayout xmlns:p="http://schemas.openxmlformats.org/presentationml/2006/main" type="obj" preserve="1">
  <p:cSld name="Title and Content">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E206773F-D10C-48D3-BBD9-37781B8CA167}"/>
              </a:ext>
            </a:extLst>
          </p:cNvPr>
          <p:cNvSpPr>
            <a:spLocks xmlns:a="http://schemas.openxmlformats.org/drawingml/2006/main" noGrp="1"/>
          </p:cNvSpPr>
          <p:nvPr>
            <p:ph type="title" idx="0"/>
          </p:nvPr>
        </p:nvSpPr>
        <p:spPr/>
        <p:txBody>
          <a:bodyPr xmlns:a="http://schemas.openxmlformats.org/drawingml/2006/main"/>
          <a:lstStyle xmlns:a="http://schemas.openxmlformats.org/drawingml/2006/main"/>
          <a:p xmlns:a="http://schemas.openxmlformats.org/drawingml/2006/main">
            <a:r>
              <a:t>Click to edit Master title style</a:t>
            </a:r>
            <a:endParaRPr/>
          </a:p>
        </p:txBody>
      </p:sp>
      <p:sp>
        <p:nvSpPr>
          <p:cNvPr id="3" name="Content Placeholder 2">
            <a:extLst xmlns:a="http://schemas.openxmlformats.org/drawingml/2006/main">
              <a:ext uri="{FF2B5EF4-FFF2-40B4-BE49-F238E27FC236}">
                <a16:creationId xmlns:a16="http://schemas.microsoft.com/office/drawing/2014/main" id="{5E6AA460-DC60-4642-85CA-BCEA78433179}"/>
              </a:ext>
            </a:extLst>
          </p:cNvPr>
          <p:cNvSpPr>
            <a:spLocks xmlns:a="http://schemas.openxmlformats.org/drawingml/2006/main" noGrp="1"/>
          </p:cNvSpPr>
          <p:nvPr>
            <p:ph idx="1"/>
          </p:nvPr>
        </p:nvSpPr>
        <p:spPr/>
        <p:txBody>
          <a:bodyPr xmlns:a="http://schemas.openxmlformats.org/drawingml/2006/main"/>
          <a:lstStyle xmlns:a="http://schemas.openxmlformats.org/drawingml/2006/main"/>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endParaRPr/>
          </a:p>
        </p:txBody>
      </p:sp>
      <p:sp>
        <p:nvSpPr>
          <p:cNvPr id="4" name="Date Placeholder 3">
            <a:extLst xmlns:a="http://schemas.openxmlformats.org/drawingml/2006/main">
              <a:ext uri="{FF2B5EF4-FFF2-40B4-BE49-F238E27FC236}">
                <a16:creationId xmlns:a16="http://schemas.microsoft.com/office/drawing/2014/main" id="{03E44CF3-A153-44C5-9FF5-D429447AF493}"/>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1D8BD707-D9CF-40AE-B4C6-C98DA3205C09}" type="datetimeFigureOut">
              <a:t>8/1/2011</a:t>
            </a:fld>
            <a:endParaRPr/>
          </a:p>
        </p:txBody>
      </p:sp>
      <p:sp>
        <p:nvSpPr>
          <p:cNvPr id="5" name="Footer Placeholder 4">
            <a:extLst xmlns:a="http://schemas.openxmlformats.org/drawingml/2006/main">
              <a:ext uri="{FF2B5EF4-FFF2-40B4-BE49-F238E27FC236}">
                <a16:creationId xmlns:a16="http://schemas.microsoft.com/office/drawing/2014/main" id="{DCAF8B52-EDFD-4885-8CC3-664A5235F487}"/>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6" name="Slide Number Placeholder 5">
            <a:extLst xmlns:a="http://schemas.openxmlformats.org/drawingml/2006/main">
              <a:ext uri="{FF2B5EF4-FFF2-40B4-BE49-F238E27FC236}">
                <a16:creationId xmlns:a16="http://schemas.microsoft.com/office/drawing/2014/main" id="{0AC91D7F-2C38-4388-A01E-95B13B4A9BEF}"/>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B6F15528-21DE-4FAA-801E-634DDDAF4B2B}" type="slidenum">
              <a:t>‹#›</a:t>
            </a:fld>
            <a:endParaRPr/>
          </a:p>
        </p:txBody>
      </p:sp>
    </p:spTree>
  </p:cSld>
</p:sldLayout>
</file>

<file path=ppt/slideLayouts/slideLayout3.xml><?xml version="1.0" encoding="utf-8"?>
<p:sldLayout xmlns:p="http://schemas.openxmlformats.org/presentationml/2006/main" type="secHead" preserve="1">
  <p:cSld name="Section Header">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1C747DF9-9091-4CAD-9D77-48A2D1DF2329}"/>
              </a:ext>
            </a:extLst>
          </p:cNvPr>
          <p:cNvSpPr>
            <a:spLocks xmlns:a="http://schemas.openxmlformats.org/drawingml/2006/main" noGrp="1"/>
          </p:cNvSpPr>
          <p:nvPr>
            <p:ph type="title" idx="0"/>
          </p:nvPr>
        </p:nvSpPr>
        <p:spPr>
          <a:xfrm xmlns:a="http://schemas.openxmlformats.org/drawingml/2006/main">
            <a:off x="722313" y="4406900"/>
            <a:ext cx="7772400" cy="1362075"/>
          </a:xfrm>
        </p:spPr>
        <p:txBody>
          <a:bodyPr xmlns:a="http://schemas.openxmlformats.org/drawingml/2006/main" anchor="t"/>
          <a:lstStyle xmlns:a="http://schemas.openxmlformats.org/drawingml/2006/main">
            <a:lvl1pPr algn="l">
              <a:buNone/>
              <a:defRPr sz="4000" b="1" cap="all"/>
            </a:lvl1pPr>
          </a:lstStyle>
          <a:p xmlns:a="http://schemas.openxmlformats.org/drawingml/2006/main">
            <a:r>
              <a:t>Click to edit Master title style</a:t>
            </a:r>
            <a:endParaRPr/>
          </a:p>
        </p:txBody>
      </p:sp>
      <p:sp>
        <p:nvSpPr>
          <p:cNvPr id="3" name="Text Placeholder 2">
            <a:extLst xmlns:a="http://schemas.openxmlformats.org/drawingml/2006/main">
              <a:ext uri="{FF2B5EF4-FFF2-40B4-BE49-F238E27FC236}">
                <a16:creationId xmlns:a16="http://schemas.microsoft.com/office/drawing/2014/main" id="{BBE3A72C-A9CA-4CFC-A191-4202305C258F}"/>
              </a:ext>
            </a:extLst>
          </p:cNvPr>
          <p:cNvSpPr>
            <a:spLocks xmlns:a="http://schemas.openxmlformats.org/drawingml/2006/main" noGrp="1"/>
          </p:cNvSpPr>
          <p:nvPr>
            <p:ph type="body" idx="1"/>
          </p:nvPr>
        </p:nvSpPr>
        <p:spPr>
          <a:xfrm xmlns:a="http://schemas.openxmlformats.org/drawingml/2006/main">
            <a:off x="722313" y="2906713"/>
            <a:ext cx="7772400" cy="1500187"/>
          </a:xfrm>
        </p:spPr>
        <p:txBody>
          <a:bodyPr xmlns:a="http://schemas.openxmlformats.org/drawingml/2006/main" anchor="b"/>
          <a:lstStyle xmlns:a="http://schemas.openxmlformats.org/drawingml/2006/main">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xmlns:a="http://schemas.openxmlformats.org/drawingml/2006/main">
            <a:pPr lvl="0">
              <a:buNone/>
            </a:pPr>
            <a:r>
              <a:t>Click to edit Master text styles</a:t>
            </a:r>
          </a:p>
        </p:txBody>
      </p:sp>
      <p:sp>
        <p:nvSpPr>
          <p:cNvPr id="4" name="Date Placeholder 3">
            <a:extLst xmlns:a="http://schemas.openxmlformats.org/drawingml/2006/main">
              <a:ext uri="{FF2B5EF4-FFF2-40B4-BE49-F238E27FC236}">
                <a16:creationId xmlns:a16="http://schemas.microsoft.com/office/drawing/2014/main" id="{22BDED11-6AE0-4C4E-9E08-3867FD597479}"/>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1D8BD707-D9CF-40AE-B4C6-C98DA3205C09}" type="datetimeFigureOut">
              <a:t>8/1/2011</a:t>
            </a:fld>
            <a:endParaRPr/>
          </a:p>
        </p:txBody>
      </p:sp>
      <p:sp>
        <p:nvSpPr>
          <p:cNvPr id="5" name="Footer Placeholder 4">
            <a:extLst xmlns:a="http://schemas.openxmlformats.org/drawingml/2006/main">
              <a:ext uri="{FF2B5EF4-FFF2-40B4-BE49-F238E27FC236}">
                <a16:creationId xmlns:a16="http://schemas.microsoft.com/office/drawing/2014/main" id="{1680A4D6-CDCB-4E64-A136-A47405299651}"/>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6" name="Slide Number Placeholder 5">
            <a:extLst xmlns:a="http://schemas.openxmlformats.org/drawingml/2006/main">
              <a:ext uri="{FF2B5EF4-FFF2-40B4-BE49-F238E27FC236}">
                <a16:creationId xmlns:a16="http://schemas.microsoft.com/office/drawing/2014/main" id="{06ED59AB-A82A-4566-B55B-1872DA77DA76}"/>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B6F15528-21DE-4FAA-801E-634DDDAF4B2B}" type="slidenum">
              <a:t>‹#›</a:t>
            </a:fld>
            <a:endParaRPr/>
          </a:p>
        </p:txBody>
      </p:sp>
    </p:spTree>
  </p:cSld>
</p:sldLayout>
</file>

<file path=ppt/slideLayouts/slideLayout4.xml><?xml version="1.0" encoding="utf-8"?>
<p:sldLayout xmlns:p="http://schemas.openxmlformats.org/presentationml/2006/main" type="twoObj" preserve="1">
  <p:cSld name="Two Content">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44BA0D30-AFA4-4EFD-82A3-F3D302088031}"/>
              </a:ext>
            </a:extLst>
          </p:cNvPr>
          <p:cNvSpPr>
            <a:spLocks xmlns:a="http://schemas.openxmlformats.org/drawingml/2006/main" noGrp="1"/>
          </p:cNvSpPr>
          <p:nvPr>
            <p:ph type="title" idx="0"/>
          </p:nvPr>
        </p:nvSpPr>
        <p:spPr/>
        <p:txBody>
          <a:bodyPr xmlns:a="http://schemas.openxmlformats.org/drawingml/2006/main"/>
          <a:lstStyle xmlns:a="http://schemas.openxmlformats.org/drawingml/2006/main"/>
          <a:p xmlns:a="http://schemas.openxmlformats.org/drawingml/2006/main">
            <a:r>
              <a:t>Click to edit Master title style</a:t>
            </a:r>
            <a:endParaRPr/>
          </a:p>
        </p:txBody>
      </p:sp>
      <p:sp>
        <p:nvSpPr>
          <p:cNvPr id="3" name="Content Placeholder 2">
            <a:extLst xmlns:a="http://schemas.openxmlformats.org/drawingml/2006/main">
              <a:ext uri="{FF2B5EF4-FFF2-40B4-BE49-F238E27FC236}">
                <a16:creationId xmlns:a16="http://schemas.microsoft.com/office/drawing/2014/main" id="{F3F1A69A-DE7B-44D5-88C2-DDC0A2A478BA}"/>
              </a:ext>
            </a:extLst>
          </p:cNvPr>
          <p:cNvSpPr>
            <a:spLocks xmlns:a="http://schemas.openxmlformats.org/drawingml/2006/main" noGrp="1"/>
          </p:cNvSpPr>
          <p:nvPr>
            <p:ph idx="1"/>
          </p:nvPr>
        </p:nvSpPr>
        <p:spPr>
          <a:xfrm xmlns:a="http://schemas.openxmlformats.org/drawingml/2006/main">
            <a:off x="457200" y="1600200"/>
            <a:ext cx="4038600" cy="4525963"/>
          </a:xfrm>
        </p:spPr>
        <p:txBody>
          <a:bodyPr xmlns:a="http://schemas.openxmlformats.org/drawingml/2006/main"/>
          <a:lstStyle xmlns:a="http://schemas.openxmlformats.org/drawingml/2006/main">
            <a:lvl1pPr>
              <a:buNone/>
              <a:defRPr sz="2800"/>
            </a:lvl1pPr>
            <a:lvl2pPr>
              <a:buNone/>
              <a:defRPr sz="2400"/>
            </a:lvl2pPr>
            <a:lvl3pPr>
              <a:buNone/>
              <a:defRPr sz="2000"/>
            </a:lvl3pPr>
            <a:lvl4pPr>
              <a:buNone/>
              <a:defRPr sz="1800"/>
            </a:lvl4pPr>
            <a:lvl5pPr>
              <a:buNone/>
              <a:defRPr sz="1800"/>
            </a:lvl5pPr>
            <a:lvl6pPr>
              <a:buNone/>
              <a:defRPr sz="1800"/>
            </a:lvl6pPr>
            <a:lvl7pPr>
              <a:buNone/>
              <a:defRPr sz="1800"/>
            </a:lvl7pPr>
            <a:lvl8pPr>
              <a:buNone/>
              <a:defRPr sz="1800"/>
            </a:lvl8pPr>
            <a:lvl9pPr>
              <a:buNone/>
              <a:defRPr sz="1800"/>
            </a:lvl9pPr>
          </a:lstStyle>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endParaRPr/>
          </a:p>
        </p:txBody>
      </p:sp>
      <p:sp>
        <p:nvSpPr>
          <p:cNvPr id="4" name="Content Placeholder 3">
            <a:extLst xmlns:a="http://schemas.openxmlformats.org/drawingml/2006/main">
              <a:ext uri="{FF2B5EF4-FFF2-40B4-BE49-F238E27FC236}">
                <a16:creationId xmlns:a16="http://schemas.microsoft.com/office/drawing/2014/main" id="{CD43399E-E61F-4E59-83CC-8903157149B6}"/>
              </a:ext>
            </a:extLst>
          </p:cNvPr>
          <p:cNvSpPr>
            <a:spLocks xmlns:a="http://schemas.openxmlformats.org/drawingml/2006/main" noGrp="1"/>
          </p:cNvSpPr>
          <p:nvPr>
            <p:ph idx="2"/>
          </p:nvPr>
        </p:nvSpPr>
        <p:spPr>
          <a:xfrm xmlns:a="http://schemas.openxmlformats.org/drawingml/2006/main">
            <a:off x="4648200" y="1600200"/>
            <a:ext cx="4038600" cy="4525963"/>
          </a:xfrm>
        </p:spPr>
        <p:txBody>
          <a:bodyPr xmlns:a="http://schemas.openxmlformats.org/drawingml/2006/main"/>
          <a:lstStyle xmlns:a="http://schemas.openxmlformats.org/drawingml/2006/main">
            <a:lvl1pPr>
              <a:buNone/>
              <a:defRPr sz="2800"/>
            </a:lvl1pPr>
            <a:lvl2pPr>
              <a:buNone/>
              <a:defRPr sz="2400"/>
            </a:lvl2pPr>
            <a:lvl3pPr>
              <a:buNone/>
              <a:defRPr sz="2000"/>
            </a:lvl3pPr>
            <a:lvl4pPr>
              <a:buNone/>
              <a:defRPr sz="1800"/>
            </a:lvl4pPr>
            <a:lvl5pPr>
              <a:buNone/>
              <a:defRPr sz="1800"/>
            </a:lvl5pPr>
            <a:lvl6pPr>
              <a:buNone/>
              <a:defRPr sz="1800"/>
            </a:lvl6pPr>
            <a:lvl7pPr>
              <a:buNone/>
              <a:defRPr sz="1800"/>
            </a:lvl7pPr>
            <a:lvl8pPr>
              <a:buNone/>
              <a:defRPr sz="1800"/>
            </a:lvl8pPr>
            <a:lvl9pPr>
              <a:buNone/>
              <a:defRPr sz="1800"/>
            </a:lvl9pPr>
          </a:lstStyle>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endParaRPr/>
          </a:p>
        </p:txBody>
      </p:sp>
      <p:sp>
        <p:nvSpPr>
          <p:cNvPr id="5" name="Date Placeholder 4">
            <a:extLst xmlns:a="http://schemas.openxmlformats.org/drawingml/2006/main">
              <a:ext uri="{FF2B5EF4-FFF2-40B4-BE49-F238E27FC236}">
                <a16:creationId xmlns:a16="http://schemas.microsoft.com/office/drawing/2014/main" id="{B369F91C-5848-4AF8-9D5F-ACF0BF324F79}"/>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1D8BD707-D9CF-40AE-B4C6-C98DA3205C09}" type="datetimeFigureOut">
              <a:t>8/1/2011</a:t>
            </a:fld>
            <a:endParaRPr/>
          </a:p>
        </p:txBody>
      </p:sp>
      <p:sp>
        <p:nvSpPr>
          <p:cNvPr id="6" name="Footer Placeholder 5">
            <a:extLst xmlns:a="http://schemas.openxmlformats.org/drawingml/2006/main">
              <a:ext uri="{FF2B5EF4-FFF2-40B4-BE49-F238E27FC236}">
                <a16:creationId xmlns:a16="http://schemas.microsoft.com/office/drawing/2014/main" id="{F83DC5EB-4667-44F7-A16B-8F479349CE11}"/>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7" name="Slide Number Placeholder 6">
            <a:extLst xmlns:a="http://schemas.openxmlformats.org/drawingml/2006/main">
              <a:ext uri="{FF2B5EF4-FFF2-40B4-BE49-F238E27FC236}">
                <a16:creationId xmlns:a16="http://schemas.microsoft.com/office/drawing/2014/main" id="{99350F80-F941-45D7-BC67-BCFBDD40CA79}"/>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B6F15528-21DE-4FAA-801E-634DDDAF4B2B}" type="slidenum">
              <a:t>‹#›</a:t>
            </a:fld>
            <a:endParaRPr/>
          </a:p>
        </p:txBody>
      </p:sp>
    </p:spTree>
  </p:cSld>
</p:sldLayout>
</file>

<file path=ppt/slideLayouts/slideLayout5.xml><?xml version="1.0" encoding="utf-8"?>
<p:sldLayout xmlns:p="http://schemas.openxmlformats.org/presentationml/2006/main" type="twoTxTwoObj" preserve="1">
  <p:cSld name="Comparison">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5D2C59A1-4319-4E13-A4B1-F545159FCE13}"/>
              </a:ext>
            </a:extLst>
          </p:cNvPr>
          <p:cNvSpPr>
            <a:spLocks xmlns:a="http://schemas.openxmlformats.org/drawingml/2006/main" noGrp="1"/>
          </p:cNvSpPr>
          <p:nvPr>
            <p:ph type="title" idx="0"/>
          </p:nvPr>
        </p:nvSpPr>
        <p:spPr/>
        <p:txBody>
          <a:bodyPr xmlns:a="http://schemas.openxmlformats.org/drawingml/2006/main"/>
          <a:lstStyle xmlns:a="http://schemas.openxmlformats.org/drawingml/2006/main">
            <a:lvl1pPr>
              <a:buNone/>
              <a:defRPr/>
            </a:lvl1pPr>
          </a:lstStyle>
          <a:p xmlns:a="http://schemas.openxmlformats.org/drawingml/2006/main">
            <a:r>
              <a:t>Click to edit Master title style</a:t>
            </a:r>
            <a:endParaRPr/>
          </a:p>
        </p:txBody>
      </p:sp>
      <p:sp>
        <p:nvSpPr>
          <p:cNvPr id="3" name="Text Placeholder 2">
            <a:extLst xmlns:a="http://schemas.openxmlformats.org/drawingml/2006/main">
              <a:ext uri="{FF2B5EF4-FFF2-40B4-BE49-F238E27FC236}">
                <a16:creationId xmlns:a16="http://schemas.microsoft.com/office/drawing/2014/main" id="{589CA613-C258-449C-B414-911BB9F98A4F}"/>
              </a:ext>
            </a:extLst>
          </p:cNvPr>
          <p:cNvSpPr>
            <a:spLocks xmlns:a="http://schemas.openxmlformats.org/drawingml/2006/main" noGrp="1"/>
          </p:cNvSpPr>
          <p:nvPr>
            <p:ph type="body" idx="1"/>
          </p:nvPr>
        </p:nvSpPr>
        <p:spPr>
          <a:xfrm xmlns:a="http://schemas.openxmlformats.org/drawingml/2006/main">
            <a:off x="457200" y="1535113"/>
            <a:ext cx="4040188" cy="639762"/>
          </a:xfrm>
        </p:spPr>
        <p:txBody>
          <a:bodyPr xmlns:a="http://schemas.openxmlformats.org/drawingml/2006/main" anchor="b"/>
          <a:lstStyle xmlns:a="http://schemas.openxmlformats.org/drawingml/2006/main">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xmlns:a="http://schemas.openxmlformats.org/drawingml/2006/main">
            <a:pPr lvl="0">
              <a:buNone/>
            </a:pPr>
            <a:r>
              <a:t>Click to edit Master text styles</a:t>
            </a:r>
          </a:p>
        </p:txBody>
      </p:sp>
      <p:sp>
        <p:nvSpPr>
          <p:cNvPr id="4" name="Content Placeholder 3">
            <a:extLst xmlns:a="http://schemas.openxmlformats.org/drawingml/2006/main">
              <a:ext uri="{FF2B5EF4-FFF2-40B4-BE49-F238E27FC236}">
                <a16:creationId xmlns:a16="http://schemas.microsoft.com/office/drawing/2014/main" id="{3055BE0E-F08C-4AA1-925E-B0CF07513634}"/>
              </a:ext>
            </a:extLst>
          </p:cNvPr>
          <p:cNvSpPr>
            <a:spLocks xmlns:a="http://schemas.openxmlformats.org/drawingml/2006/main" noGrp="1"/>
          </p:cNvSpPr>
          <p:nvPr>
            <p:ph idx="2"/>
          </p:nvPr>
        </p:nvSpPr>
        <p:spPr>
          <a:xfrm xmlns:a="http://schemas.openxmlformats.org/drawingml/2006/main">
            <a:off x="457200" y="2174875"/>
            <a:ext cx="4040188" cy="3951288"/>
          </a:xfrm>
        </p:spPr>
        <p:txBody>
          <a:bodyPr xmlns:a="http://schemas.openxmlformats.org/drawingml/2006/main"/>
          <a:lstStyle xmlns:a="http://schemas.openxmlformats.org/drawingml/2006/main">
            <a:lvl1pPr>
              <a:buNone/>
              <a:defRPr sz="2400"/>
            </a:lvl1pPr>
            <a:lvl2pPr>
              <a:buNone/>
              <a:defRPr sz="2000"/>
            </a:lvl2pPr>
            <a:lvl3pPr>
              <a:buNone/>
              <a:defRPr sz="1800"/>
            </a:lvl3pPr>
            <a:lvl4pPr>
              <a:buNone/>
              <a:defRPr sz="1600"/>
            </a:lvl4pPr>
            <a:lvl5pPr>
              <a:buNone/>
              <a:defRPr sz="1600"/>
            </a:lvl5pPr>
            <a:lvl6pPr>
              <a:buNone/>
              <a:defRPr sz="1600"/>
            </a:lvl6pPr>
            <a:lvl7pPr>
              <a:buNone/>
              <a:defRPr sz="1600"/>
            </a:lvl7pPr>
            <a:lvl8pPr>
              <a:buNone/>
              <a:defRPr sz="1600"/>
            </a:lvl8pPr>
            <a:lvl9pPr>
              <a:buNone/>
              <a:defRPr sz="1600"/>
            </a:lvl9pPr>
          </a:lstStyle>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endParaRPr/>
          </a:p>
        </p:txBody>
      </p:sp>
      <p:sp>
        <p:nvSpPr>
          <p:cNvPr id="5" name="Text Placeholder 4">
            <a:extLst xmlns:a="http://schemas.openxmlformats.org/drawingml/2006/main">
              <a:ext uri="{FF2B5EF4-FFF2-40B4-BE49-F238E27FC236}">
                <a16:creationId xmlns:a16="http://schemas.microsoft.com/office/drawing/2014/main" id="{B22E156F-6BEC-48B3-8852-B4CA678AE529}"/>
              </a:ext>
            </a:extLst>
          </p:cNvPr>
          <p:cNvSpPr>
            <a:spLocks xmlns:a="http://schemas.openxmlformats.org/drawingml/2006/main" noGrp="1"/>
          </p:cNvSpPr>
          <p:nvPr>
            <p:ph type="body" idx="3"/>
          </p:nvPr>
        </p:nvSpPr>
        <p:spPr>
          <a:xfrm xmlns:a="http://schemas.openxmlformats.org/drawingml/2006/main">
            <a:off x="4645025" y="1535113"/>
            <a:ext cx="4041775" cy="639762"/>
          </a:xfrm>
        </p:spPr>
        <p:txBody>
          <a:bodyPr xmlns:a="http://schemas.openxmlformats.org/drawingml/2006/main" anchor="b"/>
          <a:lstStyle xmlns:a="http://schemas.openxmlformats.org/drawingml/2006/main">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xmlns:a="http://schemas.openxmlformats.org/drawingml/2006/main">
            <a:pPr lvl="0">
              <a:buNone/>
            </a:pPr>
            <a:r>
              <a:t>Click to edit Master text styles</a:t>
            </a:r>
          </a:p>
        </p:txBody>
      </p:sp>
      <p:sp>
        <p:nvSpPr>
          <p:cNvPr id="6" name="Content Placeholder 5">
            <a:extLst xmlns:a="http://schemas.openxmlformats.org/drawingml/2006/main">
              <a:ext uri="{FF2B5EF4-FFF2-40B4-BE49-F238E27FC236}">
                <a16:creationId xmlns:a16="http://schemas.microsoft.com/office/drawing/2014/main" id="{334C4275-0EBB-4D35-A528-DB8D6938B768}"/>
              </a:ext>
            </a:extLst>
          </p:cNvPr>
          <p:cNvSpPr>
            <a:spLocks xmlns:a="http://schemas.openxmlformats.org/drawingml/2006/main" noGrp="1"/>
          </p:cNvSpPr>
          <p:nvPr>
            <p:ph idx="4"/>
          </p:nvPr>
        </p:nvSpPr>
        <p:spPr>
          <a:xfrm xmlns:a="http://schemas.openxmlformats.org/drawingml/2006/main">
            <a:off x="4645025" y="2174875"/>
            <a:ext cx="4041775" cy="3951288"/>
          </a:xfrm>
        </p:spPr>
        <p:txBody>
          <a:bodyPr xmlns:a="http://schemas.openxmlformats.org/drawingml/2006/main"/>
          <a:lstStyle xmlns:a="http://schemas.openxmlformats.org/drawingml/2006/main">
            <a:lvl1pPr>
              <a:buNone/>
              <a:defRPr sz="2400"/>
            </a:lvl1pPr>
            <a:lvl2pPr>
              <a:buNone/>
              <a:defRPr sz="2000"/>
            </a:lvl2pPr>
            <a:lvl3pPr>
              <a:buNone/>
              <a:defRPr sz="1800"/>
            </a:lvl3pPr>
            <a:lvl4pPr>
              <a:buNone/>
              <a:defRPr sz="1600"/>
            </a:lvl4pPr>
            <a:lvl5pPr>
              <a:buNone/>
              <a:defRPr sz="1600"/>
            </a:lvl5pPr>
            <a:lvl6pPr>
              <a:buNone/>
              <a:defRPr sz="1600"/>
            </a:lvl6pPr>
            <a:lvl7pPr>
              <a:buNone/>
              <a:defRPr sz="1600"/>
            </a:lvl7pPr>
            <a:lvl8pPr>
              <a:buNone/>
              <a:defRPr sz="1600"/>
            </a:lvl8pPr>
            <a:lvl9pPr>
              <a:buNone/>
              <a:defRPr sz="1600"/>
            </a:lvl9pPr>
          </a:lstStyle>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endParaRPr/>
          </a:p>
        </p:txBody>
      </p:sp>
      <p:sp>
        <p:nvSpPr>
          <p:cNvPr id="7" name="Date Placeholder 6">
            <a:extLst xmlns:a="http://schemas.openxmlformats.org/drawingml/2006/main">
              <a:ext uri="{FF2B5EF4-FFF2-40B4-BE49-F238E27FC236}">
                <a16:creationId xmlns:a16="http://schemas.microsoft.com/office/drawing/2014/main" id="{E2FFEA63-ACC0-44AF-9F4F-4D80CD24E262}"/>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1D8BD707-D9CF-40AE-B4C6-C98DA3205C09}" type="datetimeFigureOut">
              <a:t>8/1/2011</a:t>
            </a:fld>
            <a:endParaRPr/>
          </a:p>
        </p:txBody>
      </p:sp>
      <p:sp>
        <p:nvSpPr>
          <p:cNvPr id="8" name="Footer Placeholder 7">
            <a:extLst xmlns:a="http://schemas.openxmlformats.org/drawingml/2006/main">
              <a:ext uri="{FF2B5EF4-FFF2-40B4-BE49-F238E27FC236}">
                <a16:creationId xmlns:a16="http://schemas.microsoft.com/office/drawing/2014/main" id="{612310D5-1A66-47B3-95E5-A42DDDDA2452}"/>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9" name="Slide Number Placeholder 8">
            <a:extLst xmlns:a="http://schemas.openxmlformats.org/drawingml/2006/main">
              <a:ext uri="{FF2B5EF4-FFF2-40B4-BE49-F238E27FC236}">
                <a16:creationId xmlns:a16="http://schemas.microsoft.com/office/drawing/2014/main" id="{E658E4F5-A95C-4EB9-A962-F0ED90ADE9CA}"/>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B6F15528-21DE-4FAA-801E-634DDDAF4B2B}" type="slidenum">
              <a:t>‹#›</a:t>
            </a:fld>
            <a:endParaRPr/>
          </a:p>
        </p:txBody>
      </p:sp>
    </p:spTree>
  </p:cSld>
</p:sldLayout>
</file>

<file path=ppt/slideLayouts/slideLayout6.xml><?xml version="1.0" encoding="utf-8"?>
<p:sldLayout xmlns:p="http://schemas.openxmlformats.org/presentationml/2006/main" type="titleOnly" preserve="1">
  <p:cSld name="Title Only">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02566DBB-1C57-47D5-9732-53CB22F913DC}"/>
              </a:ext>
            </a:extLst>
          </p:cNvPr>
          <p:cNvSpPr>
            <a:spLocks xmlns:a="http://schemas.openxmlformats.org/drawingml/2006/main" noGrp="1"/>
          </p:cNvSpPr>
          <p:nvPr>
            <p:ph type="title" idx="0"/>
          </p:nvPr>
        </p:nvSpPr>
        <p:spPr/>
        <p:txBody>
          <a:bodyPr xmlns:a="http://schemas.openxmlformats.org/drawingml/2006/main"/>
          <a:lstStyle xmlns:a="http://schemas.openxmlformats.org/drawingml/2006/main"/>
          <a:p xmlns:a="http://schemas.openxmlformats.org/drawingml/2006/main">
            <a:r>
              <a:t>Click to edit Master title style</a:t>
            </a:r>
            <a:endParaRPr/>
          </a:p>
        </p:txBody>
      </p:sp>
      <p:sp>
        <p:nvSpPr>
          <p:cNvPr id="3" name="Date Placeholder 2">
            <a:extLst xmlns:a="http://schemas.openxmlformats.org/drawingml/2006/main">
              <a:ext uri="{FF2B5EF4-FFF2-40B4-BE49-F238E27FC236}">
                <a16:creationId xmlns:a16="http://schemas.microsoft.com/office/drawing/2014/main" id="{DD61A7D9-A9FB-430F-AA7D-4475663E95EE}"/>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1D8BD707-D9CF-40AE-B4C6-C98DA3205C09}" type="datetimeFigureOut">
              <a:t>8/1/2011</a:t>
            </a:fld>
            <a:endParaRPr/>
          </a:p>
        </p:txBody>
      </p:sp>
      <p:sp>
        <p:nvSpPr>
          <p:cNvPr id="4" name="Footer Placeholder 3">
            <a:extLst xmlns:a="http://schemas.openxmlformats.org/drawingml/2006/main">
              <a:ext uri="{FF2B5EF4-FFF2-40B4-BE49-F238E27FC236}">
                <a16:creationId xmlns:a16="http://schemas.microsoft.com/office/drawing/2014/main" id="{F0454265-280C-4598-9775-552E911B6393}"/>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5" name="Slide Number Placeholder 4">
            <a:extLst xmlns:a="http://schemas.openxmlformats.org/drawingml/2006/main">
              <a:ext uri="{FF2B5EF4-FFF2-40B4-BE49-F238E27FC236}">
                <a16:creationId xmlns:a16="http://schemas.microsoft.com/office/drawing/2014/main" id="{D0E1B9D1-A12E-4174-B931-262A04275FA6}"/>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B6F15528-21DE-4FAA-801E-634DDDAF4B2B}" type="slidenum">
              <a:t>‹#›</a:t>
            </a:fld>
            <a:endParaRPr/>
          </a:p>
        </p:txBody>
      </p:sp>
    </p:spTree>
  </p:cSld>
</p:sldLayout>
</file>

<file path=ppt/slideLayouts/slideLayout7.xml><?xml version="1.0" encoding="utf-8"?>
<p:sldLayout xmlns:p="http://schemas.openxmlformats.org/presentationml/2006/main" type="blank" preserve="1">
  <p:cSld name="Blank">
    <p:spTree>
      <p:nvGrpSpPr>
        <p:cNvPr id="1" name=""/>
        <p:cNvGrpSpPr/>
        <p:nvPr/>
      </p:nvGrpSpPr>
      <p:grpSpPr>
        <a:xfrm xmlns:a="http://schemas.openxmlformats.org/drawingml/2006/main"/>
      </p:grpSpPr>
      <p:sp>
        <p:nvSpPr>
          <p:cNvPr id="2" name="Date Placeholder 1">
            <a:extLst xmlns:a="http://schemas.openxmlformats.org/drawingml/2006/main">
              <a:ext uri="{FF2B5EF4-FFF2-40B4-BE49-F238E27FC236}">
                <a16:creationId xmlns:a16="http://schemas.microsoft.com/office/drawing/2014/main" id="{8188119C-8987-4CE4-8AE1-723151E80BC6}"/>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1D8BD707-D9CF-40AE-B4C6-C98DA3205C09}" type="datetimeFigureOut">
              <a:t>8/1/2011</a:t>
            </a:fld>
            <a:endParaRPr/>
          </a:p>
        </p:txBody>
      </p:sp>
      <p:sp>
        <p:nvSpPr>
          <p:cNvPr id="3" name="Footer Placeholder 2">
            <a:extLst xmlns:a="http://schemas.openxmlformats.org/drawingml/2006/main">
              <a:ext uri="{FF2B5EF4-FFF2-40B4-BE49-F238E27FC236}">
                <a16:creationId xmlns:a16="http://schemas.microsoft.com/office/drawing/2014/main" id="{44363DA7-F507-4D0A-96A5-E575FE8EE7AF}"/>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4" name="Slide Number Placeholder 3">
            <a:extLst xmlns:a="http://schemas.openxmlformats.org/drawingml/2006/main">
              <a:ext uri="{FF2B5EF4-FFF2-40B4-BE49-F238E27FC236}">
                <a16:creationId xmlns:a16="http://schemas.microsoft.com/office/drawing/2014/main" id="{CAEFECE6-C517-4E22-8B24-8AF0059851CE}"/>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B6F15528-21DE-4FAA-801E-634DDDAF4B2B}" type="slidenum">
              <a:t>‹#›</a:t>
            </a:fld>
            <a:endParaRPr/>
          </a:p>
        </p:txBody>
      </p:sp>
    </p:spTree>
  </p:cSld>
</p:sldLayout>
</file>

<file path=ppt/slideLayouts/slideLayout8.xml><?xml version="1.0" encoding="utf-8"?>
<p:sldLayout xmlns:p="http://schemas.openxmlformats.org/presentationml/2006/main" type="objTx" preserve="1">
  <p:cSld name="Content with Caption">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03C1B632-C34B-4F7A-AF0C-085038397A71}"/>
              </a:ext>
            </a:extLst>
          </p:cNvPr>
          <p:cNvSpPr>
            <a:spLocks xmlns:a="http://schemas.openxmlformats.org/drawingml/2006/main" noGrp="1"/>
          </p:cNvSpPr>
          <p:nvPr>
            <p:ph type="title" idx="0"/>
          </p:nvPr>
        </p:nvSpPr>
        <p:spPr>
          <a:xfrm xmlns:a="http://schemas.openxmlformats.org/drawingml/2006/main">
            <a:off x="457200" y="273050"/>
            <a:ext cx="3008313" cy="1162050"/>
          </a:xfrm>
        </p:spPr>
        <p:txBody>
          <a:bodyPr xmlns:a="http://schemas.openxmlformats.org/drawingml/2006/main" anchor="b"/>
          <a:lstStyle xmlns:a="http://schemas.openxmlformats.org/drawingml/2006/main">
            <a:lvl1pPr algn="l">
              <a:buNone/>
              <a:defRPr sz="2000" b="1"/>
            </a:lvl1pPr>
          </a:lstStyle>
          <a:p xmlns:a="http://schemas.openxmlformats.org/drawingml/2006/main">
            <a:r>
              <a:t>Click to edit Master title style</a:t>
            </a:r>
            <a:endParaRPr/>
          </a:p>
        </p:txBody>
      </p:sp>
      <p:sp>
        <p:nvSpPr>
          <p:cNvPr id="3" name="Content Placeholder 2">
            <a:extLst xmlns:a="http://schemas.openxmlformats.org/drawingml/2006/main">
              <a:ext uri="{FF2B5EF4-FFF2-40B4-BE49-F238E27FC236}">
                <a16:creationId xmlns:a16="http://schemas.microsoft.com/office/drawing/2014/main" id="{E3E12D84-BE58-44F0-A14B-2033C1AC2847}"/>
              </a:ext>
            </a:extLst>
          </p:cNvPr>
          <p:cNvSpPr>
            <a:spLocks xmlns:a="http://schemas.openxmlformats.org/drawingml/2006/main" noGrp="1"/>
          </p:cNvSpPr>
          <p:nvPr>
            <p:ph idx="1"/>
          </p:nvPr>
        </p:nvSpPr>
        <p:spPr>
          <a:xfrm xmlns:a="http://schemas.openxmlformats.org/drawingml/2006/main">
            <a:off x="3575050" y="273050"/>
            <a:ext cx="5111750" cy="5853113"/>
          </a:xfrm>
        </p:spPr>
        <p:txBody>
          <a:bodyPr xmlns:a="http://schemas.openxmlformats.org/drawingml/2006/main"/>
          <a:lstStyle xmlns:a="http://schemas.openxmlformats.org/drawingml/2006/main">
            <a:lvl1pPr>
              <a:buNone/>
              <a:defRPr sz="3200"/>
            </a:lvl1pPr>
            <a:lvl2pPr>
              <a:buNone/>
              <a:defRPr sz="2800"/>
            </a:lvl2pPr>
            <a:lvl3pPr>
              <a:buNone/>
              <a:defRPr sz="2400"/>
            </a:lvl3pPr>
            <a:lvl4pPr>
              <a:buNone/>
              <a:defRPr sz="2000"/>
            </a:lvl4pPr>
            <a:lvl5pPr>
              <a:buNone/>
              <a:defRPr sz="2000"/>
            </a:lvl5pPr>
            <a:lvl6pPr>
              <a:buNone/>
              <a:defRPr sz="2000"/>
            </a:lvl6pPr>
            <a:lvl7pPr>
              <a:buNone/>
              <a:defRPr sz="2000"/>
            </a:lvl7pPr>
            <a:lvl8pPr>
              <a:buNone/>
              <a:defRPr sz="2000"/>
            </a:lvl8pPr>
            <a:lvl9pPr>
              <a:buNone/>
              <a:defRPr sz="2000"/>
            </a:lvl9pPr>
          </a:lstStyle>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endParaRPr/>
          </a:p>
        </p:txBody>
      </p:sp>
      <p:sp>
        <p:nvSpPr>
          <p:cNvPr id="4" name="Text Placeholder 3">
            <a:extLst xmlns:a="http://schemas.openxmlformats.org/drawingml/2006/main">
              <a:ext uri="{FF2B5EF4-FFF2-40B4-BE49-F238E27FC236}">
                <a16:creationId xmlns:a16="http://schemas.microsoft.com/office/drawing/2014/main" id="{08B2E026-31EE-4A93-BEE4-C844684BC48E}"/>
              </a:ext>
            </a:extLst>
          </p:cNvPr>
          <p:cNvSpPr>
            <a:spLocks xmlns:a="http://schemas.openxmlformats.org/drawingml/2006/main" noGrp="1"/>
          </p:cNvSpPr>
          <p:nvPr>
            <p:ph type="body" idx="2"/>
          </p:nvPr>
        </p:nvSpPr>
        <p:spPr>
          <a:xfrm xmlns:a="http://schemas.openxmlformats.org/drawingml/2006/main">
            <a:off x="457200" y="1435100"/>
            <a:ext cx="3008313" cy="4691063"/>
          </a:xfrm>
        </p:spPr>
        <p:txBody>
          <a:bodyPr xmlns:a="http://schemas.openxmlformats.org/drawingml/2006/main"/>
          <a:lstStyle xmlns:a="http://schemas.openxmlformats.org/drawingml/2006/main">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xmlns:a="http://schemas.openxmlformats.org/drawingml/2006/main">
            <a:pPr lvl="0">
              <a:buNone/>
            </a:pPr>
            <a:r>
              <a:t>Click to edit Master text styles</a:t>
            </a:r>
          </a:p>
        </p:txBody>
      </p:sp>
      <p:sp>
        <p:nvSpPr>
          <p:cNvPr id="5" name="Date Placeholder 4">
            <a:extLst xmlns:a="http://schemas.openxmlformats.org/drawingml/2006/main">
              <a:ext uri="{FF2B5EF4-FFF2-40B4-BE49-F238E27FC236}">
                <a16:creationId xmlns:a16="http://schemas.microsoft.com/office/drawing/2014/main" id="{8A054E7E-E4D0-4CEC-92DA-9DBCA0DB0D70}"/>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1D8BD707-D9CF-40AE-B4C6-C98DA3205C09}" type="datetimeFigureOut">
              <a:t>8/1/2011</a:t>
            </a:fld>
            <a:endParaRPr/>
          </a:p>
        </p:txBody>
      </p:sp>
      <p:sp>
        <p:nvSpPr>
          <p:cNvPr id="6" name="Footer Placeholder 5">
            <a:extLst xmlns:a="http://schemas.openxmlformats.org/drawingml/2006/main">
              <a:ext uri="{FF2B5EF4-FFF2-40B4-BE49-F238E27FC236}">
                <a16:creationId xmlns:a16="http://schemas.microsoft.com/office/drawing/2014/main" id="{FA3CEE35-678B-4767-BD4C-39A1EBA200A9}"/>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7" name="Slide Number Placeholder 6">
            <a:extLst xmlns:a="http://schemas.openxmlformats.org/drawingml/2006/main">
              <a:ext uri="{FF2B5EF4-FFF2-40B4-BE49-F238E27FC236}">
                <a16:creationId xmlns:a16="http://schemas.microsoft.com/office/drawing/2014/main" id="{CEB660BE-9FD3-4F26-A143-B882F157826B}"/>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B6F15528-21DE-4FAA-801E-634DDDAF4B2B}" type="slidenum">
              <a:t>‹#›</a:t>
            </a:fld>
            <a:endParaRPr/>
          </a:p>
        </p:txBody>
      </p:sp>
    </p:spTree>
  </p:cSld>
</p:sldLayout>
</file>

<file path=ppt/slideLayouts/slideLayout9.xml><?xml version="1.0" encoding="utf-8"?>
<p:sldLayout xmlns:p="http://schemas.openxmlformats.org/presentationml/2006/main" type="picTx" preserve="1">
  <p:cSld name="Picture with Caption">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2E51882B-7934-4C1F-8D10-4747ADDBB784}"/>
              </a:ext>
            </a:extLst>
          </p:cNvPr>
          <p:cNvSpPr>
            <a:spLocks xmlns:a="http://schemas.openxmlformats.org/drawingml/2006/main" noGrp="1"/>
          </p:cNvSpPr>
          <p:nvPr>
            <p:ph type="title" idx="0"/>
          </p:nvPr>
        </p:nvSpPr>
        <p:spPr>
          <a:xfrm xmlns:a="http://schemas.openxmlformats.org/drawingml/2006/main">
            <a:off x="1792288" y="4800600"/>
            <a:ext cx="5486400" cy="566738"/>
          </a:xfrm>
        </p:spPr>
        <p:txBody>
          <a:bodyPr xmlns:a="http://schemas.openxmlformats.org/drawingml/2006/main" anchor="b"/>
          <a:lstStyle xmlns:a="http://schemas.openxmlformats.org/drawingml/2006/main">
            <a:lvl1pPr algn="l">
              <a:buNone/>
              <a:defRPr sz="2000" b="1"/>
            </a:lvl1pPr>
          </a:lstStyle>
          <a:p xmlns:a="http://schemas.openxmlformats.org/drawingml/2006/main">
            <a:r>
              <a:t>Click to edit Master title style</a:t>
            </a:r>
            <a:endParaRPr/>
          </a:p>
        </p:txBody>
      </p:sp>
      <p:sp>
        <p:nvSpPr>
          <p:cNvPr id="3" name="Picture Placeholder 2">
            <a:extLst xmlns:a="http://schemas.openxmlformats.org/drawingml/2006/main">
              <a:ext uri="{FF2B5EF4-FFF2-40B4-BE49-F238E27FC236}">
                <a16:creationId xmlns:a16="http://schemas.microsoft.com/office/drawing/2014/main" id="{056B4220-1157-4A23-ABF0-8A9791E9E6DC}"/>
              </a:ext>
            </a:extLst>
          </p:cNvPr>
          <p:cNvSpPr>
            <a:spLocks xmlns:a="http://schemas.openxmlformats.org/drawingml/2006/main" noGrp="1"/>
          </p:cNvSpPr>
          <p:nvPr>
            <p:ph type="pic" idx="1"/>
          </p:nvPr>
        </p:nvSpPr>
        <p:spPr>
          <a:xfrm xmlns:a="http://schemas.openxmlformats.org/drawingml/2006/main">
            <a:off x="1792288" y="612775"/>
            <a:ext cx="5486400" cy="4114800"/>
          </a:xfrm>
        </p:spPr>
        <p:txBody>
          <a:bodyPr xmlns:a="http://schemas.openxmlformats.org/drawingml/2006/main"/>
          <a:lstStyle xmlns:a="http://schemas.openxmlformats.org/drawingml/2006/main">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xmlns:a="http://schemas.openxmlformats.org/drawingml/2006/main">
            <a:endParaRPr/>
          </a:p>
        </p:txBody>
      </p:sp>
      <p:sp>
        <p:nvSpPr>
          <p:cNvPr id="4" name="Text Placeholder 3">
            <a:extLst xmlns:a="http://schemas.openxmlformats.org/drawingml/2006/main">
              <a:ext uri="{FF2B5EF4-FFF2-40B4-BE49-F238E27FC236}">
                <a16:creationId xmlns:a16="http://schemas.microsoft.com/office/drawing/2014/main" id="{E926D62A-68E4-4DFA-B363-4482C3CFD651}"/>
              </a:ext>
            </a:extLst>
          </p:cNvPr>
          <p:cNvSpPr>
            <a:spLocks xmlns:a="http://schemas.openxmlformats.org/drawingml/2006/main" noGrp="1"/>
          </p:cNvSpPr>
          <p:nvPr>
            <p:ph type="body" idx="2"/>
          </p:nvPr>
        </p:nvSpPr>
        <p:spPr>
          <a:xfrm xmlns:a="http://schemas.openxmlformats.org/drawingml/2006/main">
            <a:off x="1792288" y="5367338"/>
            <a:ext cx="5486400" cy="804862"/>
          </a:xfrm>
        </p:spPr>
        <p:txBody>
          <a:bodyPr xmlns:a="http://schemas.openxmlformats.org/drawingml/2006/main"/>
          <a:lstStyle xmlns:a="http://schemas.openxmlformats.org/drawingml/2006/main">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xmlns:a="http://schemas.openxmlformats.org/drawingml/2006/main">
            <a:pPr lvl="0">
              <a:buNone/>
            </a:pPr>
            <a:r>
              <a:t>Click to edit Master text styles</a:t>
            </a:r>
          </a:p>
        </p:txBody>
      </p:sp>
      <p:sp>
        <p:nvSpPr>
          <p:cNvPr id="5" name="Date Placeholder 4">
            <a:extLst xmlns:a="http://schemas.openxmlformats.org/drawingml/2006/main">
              <a:ext uri="{FF2B5EF4-FFF2-40B4-BE49-F238E27FC236}">
                <a16:creationId xmlns:a16="http://schemas.microsoft.com/office/drawing/2014/main" id="{9129B4BE-435D-42B7-B38F-A4F708B3724C}"/>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1D8BD707-D9CF-40AE-B4C6-C98DA3205C09}" type="datetimeFigureOut">
              <a:t>8/1/2011</a:t>
            </a:fld>
            <a:endParaRPr/>
          </a:p>
        </p:txBody>
      </p:sp>
      <p:sp>
        <p:nvSpPr>
          <p:cNvPr id="6" name="Footer Placeholder 5">
            <a:extLst xmlns:a="http://schemas.openxmlformats.org/drawingml/2006/main">
              <a:ext uri="{FF2B5EF4-FFF2-40B4-BE49-F238E27FC236}">
                <a16:creationId xmlns:a16="http://schemas.microsoft.com/office/drawing/2014/main" id="{A79E08CE-608E-4120-A803-0FC4F46DE8AF}"/>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7" name="Slide Number Placeholder 6">
            <a:extLst xmlns:a="http://schemas.openxmlformats.org/drawingml/2006/main">
              <a:ext uri="{FF2B5EF4-FFF2-40B4-BE49-F238E27FC236}">
                <a16:creationId xmlns:a16="http://schemas.microsoft.com/office/drawing/2014/main" id="{A10AD8B6-E010-4250-A9C2-050446D5FD1C}"/>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B6F15528-21DE-4FAA-801E-634DDDAF4B2B}" type="slidenum">
              <a:t>‹#›</a:t>
            </a:fld>
            <a:endParaRPr/>
          </a:p>
        </p:txBody>
      </p:sp>
    </p:spTree>
  </p:cSld>
</p:sldLayout>
</file>

<file path=ppt/slideLayouts/slideLayout10.xml><?xml version="1.0" encoding="utf-8"?>
<p:sldLayout xmlns:p="http://schemas.openxmlformats.org/presentationml/2006/main" type="vertTx" preserve="1">
  <p:cSld name="Title and Vertical Text">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4B4FA0F8-77ED-49CC-AF8A-E456B8EBD461}"/>
              </a:ext>
            </a:extLst>
          </p:cNvPr>
          <p:cNvSpPr>
            <a:spLocks xmlns:a="http://schemas.openxmlformats.org/drawingml/2006/main" noGrp="1"/>
          </p:cNvSpPr>
          <p:nvPr>
            <p:ph type="title" idx="0"/>
          </p:nvPr>
        </p:nvSpPr>
        <p:spPr/>
        <p:txBody>
          <a:bodyPr xmlns:a="http://schemas.openxmlformats.org/drawingml/2006/main"/>
          <a:lstStyle xmlns:a="http://schemas.openxmlformats.org/drawingml/2006/main"/>
          <a:p xmlns:a="http://schemas.openxmlformats.org/drawingml/2006/main">
            <a:r>
              <a:t>Click to edit Master title style</a:t>
            </a:r>
            <a:endParaRPr/>
          </a:p>
        </p:txBody>
      </p:sp>
      <p:sp>
        <p:nvSpPr>
          <p:cNvPr id="3" name="Vertical Text Placeholder 2">
            <a:extLst xmlns:a="http://schemas.openxmlformats.org/drawingml/2006/main">
              <a:ext uri="{FF2B5EF4-FFF2-40B4-BE49-F238E27FC236}">
                <a16:creationId xmlns:a16="http://schemas.microsoft.com/office/drawing/2014/main" id="{D1061C7A-16EA-4EAB-A8B9-D76DC14A601B}"/>
              </a:ext>
            </a:extLst>
          </p:cNvPr>
          <p:cNvSpPr>
            <a:spLocks xmlns:a="http://schemas.openxmlformats.org/drawingml/2006/main" noGrp="1"/>
          </p:cNvSpPr>
          <p:nvPr>
            <p:ph type="body" idx="1"/>
          </p:nvPr>
        </p:nvSpPr>
        <p:spPr/>
        <p:txBody>
          <a:bodyPr xmlns:a="http://schemas.openxmlformats.org/drawingml/2006/main" vert="eaVert"/>
          <a:lstStyle xmlns:a="http://schemas.openxmlformats.org/drawingml/2006/main"/>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endParaRPr/>
          </a:p>
        </p:txBody>
      </p:sp>
      <p:sp>
        <p:nvSpPr>
          <p:cNvPr id="4" name="Date Placeholder 3">
            <a:extLst xmlns:a="http://schemas.openxmlformats.org/drawingml/2006/main">
              <a:ext uri="{FF2B5EF4-FFF2-40B4-BE49-F238E27FC236}">
                <a16:creationId xmlns:a16="http://schemas.microsoft.com/office/drawing/2014/main" id="{D8E3CF09-BF93-43EA-8858-CE8E3272E219}"/>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1D8BD707-D9CF-40AE-B4C6-C98DA3205C09}" type="datetimeFigureOut">
              <a:t>8/1/2011</a:t>
            </a:fld>
            <a:endParaRPr/>
          </a:p>
        </p:txBody>
      </p:sp>
      <p:sp>
        <p:nvSpPr>
          <p:cNvPr id="5" name="Footer Placeholder 4">
            <a:extLst xmlns:a="http://schemas.openxmlformats.org/drawingml/2006/main">
              <a:ext uri="{FF2B5EF4-FFF2-40B4-BE49-F238E27FC236}">
                <a16:creationId xmlns:a16="http://schemas.microsoft.com/office/drawing/2014/main" id="{6E682BF5-48E9-46F7-8B43-B30A3BBDD90D}"/>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6" name="Slide Number Placeholder 5">
            <a:extLst xmlns:a="http://schemas.openxmlformats.org/drawingml/2006/main">
              <a:ext uri="{FF2B5EF4-FFF2-40B4-BE49-F238E27FC236}">
                <a16:creationId xmlns:a16="http://schemas.microsoft.com/office/drawing/2014/main" id="{7E07A383-2D16-44AC-B751-6375695F0FAD}"/>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B6F15528-21DE-4FAA-801E-634DDDAF4B2B}" type="slidenum">
              <a:t>‹#›</a:t>
            </a:fld>
            <a:endParaRPr/>
          </a:p>
        </p:txBody>
      </p:sp>
    </p:spTree>
  </p:cSld>
</p:sldLayout>
</file>

<file path=ppt/slideLayouts/slideLayout11.xml><?xml version="1.0" encoding="utf-8"?>
<p:sldLayout xmlns:p="http://schemas.openxmlformats.org/presentationml/2006/main" type="vertTitleAndTx" preserve="1">
  <p:cSld name="Vertical Title and Text">
    <p:spTree>
      <p:nvGrpSpPr>
        <p:cNvPr id="1" name=""/>
        <p:cNvGrpSpPr/>
        <p:nvPr/>
      </p:nvGrpSpPr>
      <p:grpSpPr>
        <a:xfrm xmlns:a="http://schemas.openxmlformats.org/drawingml/2006/main"/>
      </p:grpSpPr>
      <p:sp>
        <p:nvSpPr>
          <p:cNvPr id="2" name="Vertical Title 1">
            <a:extLst xmlns:a="http://schemas.openxmlformats.org/drawingml/2006/main">
              <a:ext uri="{FF2B5EF4-FFF2-40B4-BE49-F238E27FC236}">
                <a16:creationId xmlns:a16="http://schemas.microsoft.com/office/drawing/2014/main" id="{F1D748B4-117B-4209-BCB3-0D0E2D9A31CC}"/>
              </a:ext>
            </a:extLst>
          </p:cNvPr>
          <p:cNvSpPr>
            <a:spLocks xmlns:a="http://schemas.openxmlformats.org/drawingml/2006/main" noGrp="1"/>
          </p:cNvSpPr>
          <p:nvPr>
            <p:ph type="title" idx="0"/>
          </p:nvPr>
        </p:nvSpPr>
        <p:spPr>
          <a:xfrm xmlns:a="http://schemas.openxmlformats.org/drawingml/2006/main">
            <a:off x="6629400" y="274638"/>
            <a:ext cx="2057400" cy="5851525"/>
          </a:xfrm>
        </p:spPr>
        <p:txBody>
          <a:bodyPr xmlns:a="http://schemas.openxmlformats.org/drawingml/2006/main" vert="eaVert"/>
          <a:lstStyle xmlns:a="http://schemas.openxmlformats.org/drawingml/2006/main"/>
          <a:p xmlns:a="http://schemas.openxmlformats.org/drawingml/2006/main">
            <a:r>
              <a:t>Click to edit Master title style</a:t>
            </a:r>
            <a:endParaRPr/>
          </a:p>
        </p:txBody>
      </p:sp>
      <p:sp>
        <p:nvSpPr>
          <p:cNvPr id="3" name="Vertical Text Placeholder 2">
            <a:extLst xmlns:a="http://schemas.openxmlformats.org/drawingml/2006/main">
              <a:ext uri="{FF2B5EF4-FFF2-40B4-BE49-F238E27FC236}">
                <a16:creationId xmlns:a16="http://schemas.microsoft.com/office/drawing/2014/main" id="{AD39F86E-E6FE-4970-9BF1-820CF63AAB43}"/>
              </a:ext>
            </a:extLst>
          </p:cNvPr>
          <p:cNvSpPr>
            <a:spLocks xmlns:a="http://schemas.openxmlformats.org/drawingml/2006/main" noGrp="1"/>
          </p:cNvSpPr>
          <p:nvPr>
            <p:ph type="body" idx="1"/>
          </p:nvPr>
        </p:nvSpPr>
        <p:spPr>
          <a:xfrm xmlns:a="http://schemas.openxmlformats.org/drawingml/2006/main">
            <a:off x="457200" y="274638"/>
            <a:ext cx="6019800" cy="5851525"/>
          </a:xfrm>
        </p:spPr>
        <p:txBody>
          <a:bodyPr xmlns:a="http://schemas.openxmlformats.org/drawingml/2006/main" vert="eaVert"/>
          <a:lstStyle xmlns:a="http://schemas.openxmlformats.org/drawingml/2006/main"/>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endParaRPr/>
          </a:p>
        </p:txBody>
      </p:sp>
      <p:sp>
        <p:nvSpPr>
          <p:cNvPr id="4" name="Date Placeholder 3">
            <a:extLst xmlns:a="http://schemas.openxmlformats.org/drawingml/2006/main">
              <a:ext uri="{FF2B5EF4-FFF2-40B4-BE49-F238E27FC236}">
                <a16:creationId xmlns:a16="http://schemas.microsoft.com/office/drawing/2014/main" id="{2B66DA06-F14D-4641-A2E2-FC1FD7F85B96}"/>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1D8BD707-D9CF-40AE-B4C6-C98DA3205C09}" type="datetimeFigureOut">
              <a:t>8/1/2011</a:t>
            </a:fld>
            <a:endParaRPr/>
          </a:p>
        </p:txBody>
      </p:sp>
      <p:sp>
        <p:nvSpPr>
          <p:cNvPr id="5" name="Footer Placeholder 4">
            <a:extLst xmlns:a="http://schemas.openxmlformats.org/drawingml/2006/main">
              <a:ext uri="{FF2B5EF4-FFF2-40B4-BE49-F238E27FC236}">
                <a16:creationId xmlns:a16="http://schemas.microsoft.com/office/drawing/2014/main" id="{1426B404-9010-469C-86D1-711FEB91F347}"/>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6" name="Slide Number Placeholder 5">
            <a:extLst xmlns:a="http://schemas.openxmlformats.org/drawingml/2006/main">
              <a:ext uri="{FF2B5EF4-FFF2-40B4-BE49-F238E27FC236}">
                <a16:creationId xmlns:a16="http://schemas.microsoft.com/office/drawing/2014/main" id="{BEF53369-9227-41B0-B6E5-0EAE7C54F88C}"/>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B6F15528-21DE-4FAA-801E-634DDDAF4B2B}" type="slidenum">
              <a:t>‹#›</a:t>
            </a:fld>
            <a:endParaRPr/>
          </a:p>
        </p:txBody>
      </p:sp>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fcfb42a61d204053" /><Relationship Type="http://schemas.openxmlformats.org/officeDocument/2006/relationships/slideLayout" Target="/ppt/slideLayouts/slideLayout1.xml" Id="Rd542c041d3b54631" /><Relationship Type="http://schemas.openxmlformats.org/officeDocument/2006/relationships/slideLayout" Target="/ppt/slideLayouts/slideLayout2.xml" Id="Ra39d8d5fcbea4dce" /><Relationship Type="http://schemas.openxmlformats.org/officeDocument/2006/relationships/slideLayout" Target="/ppt/slideLayouts/slideLayout3.xml" Id="R30ffd791aa2c48c2" /><Relationship Type="http://schemas.openxmlformats.org/officeDocument/2006/relationships/slideLayout" Target="/ppt/slideLayouts/slideLayout4.xml" Id="Rfd155ed9bfdc495e" /><Relationship Type="http://schemas.openxmlformats.org/officeDocument/2006/relationships/slideLayout" Target="/ppt/slideLayouts/slideLayout5.xml" Id="R46c3d26c6fd44d87" /><Relationship Type="http://schemas.openxmlformats.org/officeDocument/2006/relationships/slideLayout" Target="/ppt/slideLayouts/slideLayout6.xml" Id="R7d336b01be17464a" /><Relationship Type="http://schemas.openxmlformats.org/officeDocument/2006/relationships/slideLayout" Target="/ppt/slideLayouts/slideLayout7.xml" Id="R6fa5ce65dc0842b5" /><Relationship Type="http://schemas.openxmlformats.org/officeDocument/2006/relationships/slideLayout" Target="/ppt/slideLayouts/slideLayout8.xml" Id="R473597f816a140ba" /><Relationship Type="http://schemas.openxmlformats.org/officeDocument/2006/relationships/slideLayout" Target="/ppt/slideLayouts/slideLayout9.xml" Id="Rc6728de021f74392" /><Relationship Type="http://schemas.openxmlformats.org/officeDocument/2006/relationships/slideLayout" Target="/ppt/slideLayouts/slideLayout10.xml" Id="R6647e434f77147b5" /><Relationship Type="http://schemas.openxmlformats.org/officeDocument/2006/relationships/slideLayout" Target="/ppt/slideLayouts/slideLayout11.xml" Id="R587514972bc04fa3" /></Relationships>
</file>

<file path=ppt/slideMasters/slideMaster1.xml><?xml version="1.0" encoding="utf-8"?>
<p:sld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Title Placeholder 1">
            <a:extLst xmlns:a="http://schemas.openxmlformats.org/drawingml/2006/main">
              <a:ext uri="{FF2B5EF4-FFF2-40B4-BE49-F238E27FC236}">
                <a16:creationId xmlns:a16="http://schemas.microsoft.com/office/drawing/2014/main" id="{2A93206B-F7CC-4029-B906-6F6B2EBDF1B4}"/>
              </a:ext>
            </a:extLst>
          </p:cNvPr>
          <p:cNvSpPr>
            <a:spLocks xmlns:a="http://schemas.openxmlformats.org/drawingml/2006/main" noGrp="1"/>
          </p:cNvSpPr>
          <p:nvPr>
            <p:ph type="title" idx="0"/>
          </p:nvPr>
        </p:nvSpPr>
        <p:spPr>
          <a:xfrm xmlns:a="http://schemas.openxmlformats.org/drawingml/2006/main">
            <a:off x="457200" y="274638"/>
            <a:ext cx="8229600" cy="1143000"/>
          </a:xfrm>
          <a:prstGeom xmlns:a="http://schemas.openxmlformats.org/drawingml/2006/main" prst="rect">
            <a:avLst/>
          </a:prstGeom>
        </p:spPr>
        <p:txBody>
          <a:bodyPr xmlns:a="http://schemas.openxmlformats.org/drawingml/2006/main" vert="horz" lIns="91440" tIns="45720" rIns="91440" bIns="45720" anchor="ctr">
            <a:normAutofit/>
          </a:bodyPr>
          <a:lstStyle xmlns:a="http://schemas.openxmlformats.org/drawingml/2006/main"/>
          <a:p xmlns:a="http://schemas.openxmlformats.org/drawingml/2006/main">
            <a:r>
              <a:t>Click to edit Master title style</a:t>
            </a:r>
            <a:endParaRPr/>
          </a:p>
        </p:txBody>
      </p:sp>
      <p:sp>
        <p:nvSpPr>
          <p:cNvPr id="3" name="Text Placeholder 2">
            <a:extLst xmlns:a="http://schemas.openxmlformats.org/drawingml/2006/main">
              <a:ext uri="{FF2B5EF4-FFF2-40B4-BE49-F238E27FC236}">
                <a16:creationId xmlns:a16="http://schemas.microsoft.com/office/drawing/2014/main" id="{A6349DCC-85A7-4E34-ACCB-EACD13B5C9DE}"/>
              </a:ext>
            </a:extLst>
          </p:cNvPr>
          <p:cNvSpPr>
            <a:spLocks xmlns:a="http://schemas.openxmlformats.org/drawingml/2006/main" noGrp="1"/>
          </p:cNvSpPr>
          <p:nvPr>
            <p:ph type="body" idx="1"/>
          </p:nvPr>
        </p:nvSpPr>
        <p:spPr>
          <a:xfrm xmlns:a="http://schemas.openxmlformats.org/drawingml/2006/main">
            <a:off x="457200" y="1600200"/>
            <a:ext cx="8229600" cy="4525963"/>
          </a:xfrm>
          <a:prstGeom xmlns:a="http://schemas.openxmlformats.org/drawingml/2006/main" prst="rect">
            <a:avLst/>
          </a:prstGeom>
        </p:spPr>
        <p:txBody>
          <a:bodyPr xmlns:a="http://schemas.openxmlformats.org/drawingml/2006/main" vert="horz" lIns="91440" tIns="45720" rIns="91440" bIns="45720">
            <a:normAutofit/>
          </a:bodyPr>
          <a:lstStyle xmlns:a="http://schemas.openxmlformats.org/drawingml/2006/main"/>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endParaRPr/>
          </a:p>
        </p:txBody>
      </p:sp>
      <p:sp>
        <p:nvSpPr>
          <p:cNvPr id="4" name="Date Placeholder 3">
            <a:extLst xmlns:a="http://schemas.openxmlformats.org/drawingml/2006/main">
              <a:ext uri="{FF2B5EF4-FFF2-40B4-BE49-F238E27FC236}">
                <a16:creationId xmlns:a16="http://schemas.microsoft.com/office/drawing/2014/main" id="{4B6206A2-2A1D-47B5-825A-EADAAE3D3AFA}"/>
              </a:ext>
            </a:extLst>
          </p:cNvPr>
          <p:cNvSpPr>
            <a:spLocks xmlns:a="http://schemas.openxmlformats.org/drawingml/2006/main" noGrp="1"/>
          </p:cNvSpPr>
          <p:nvPr>
            <p:ph type="dt" idx="2"/>
          </p:nvPr>
        </p:nvSpPr>
        <p:spPr>
          <a:xfrm xmlns:a="http://schemas.openxmlformats.org/drawingml/2006/main">
            <a:off x="457200" y="6356350"/>
            <a:ext cx="2133600" cy="365125"/>
          </a:xfrm>
          <a:prstGeom xmlns:a="http://schemas.openxmlformats.org/drawingml/2006/main" prst="rect">
            <a:avLst/>
          </a:prstGeom>
        </p:spPr>
        <p:txBody>
          <a:bodyPr xmlns:a="http://schemas.openxmlformats.org/drawingml/2006/main" vert="horz" lIns="91440" tIns="45720" rIns="91440" bIns="45720" anchor="ctr"/>
          <a:lstStyle xmlns:a="http://schemas.openxmlformats.org/drawingml/2006/main">
            <a:lvl1pPr algn="l">
              <a:buNone/>
              <a:defRPr sz="1200">
                <a:solidFill>
                  <a:schemeClr val="tx1">
                    <a:tint val="75000"/>
                  </a:schemeClr>
                </a:solidFill>
              </a:defRPr>
            </a:lvl1pPr>
          </a:lstStyle>
          <a:p xmlns:a="http://schemas.openxmlformats.org/drawingml/2006/main">
            <a:fld id="{1D8BD707-D9CF-40AE-B4C6-C98DA3205C09}" type="datetimeFigureOut">
              <a:t>8/1/2011</a:t>
            </a:fld>
            <a:endParaRPr/>
          </a:p>
        </p:txBody>
      </p:sp>
      <p:sp>
        <p:nvSpPr>
          <p:cNvPr id="5" name="Footer Placeholder 4">
            <a:extLst xmlns:a="http://schemas.openxmlformats.org/drawingml/2006/main">
              <a:ext uri="{FF2B5EF4-FFF2-40B4-BE49-F238E27FC236}">
                <a16:creationId xmlns:a16="http://schemas.microsoft.com/office/drawing/2014/main" id="{95408E8F-D713-4EE1-9984-8A81AE6AAA85}"/>
              </a:ext>
            </a:extLst>
          </p:cNvPr>
          <p:cNvSpPr>
            <a:spLocks xmlns:a="http://schemas.openxmlformats.org/drawingml/2006/main" noGrp="1"/>
          </p:cNvSpPr>
          <p:nvPr>
            <p:ph type="ftr" idx="3"/>
          </p:nvPr>
        </p:nvSpPr>
        <p:spPr>
          <a:xfrm xmlns:a="http://schemas.openxmlformats.org/drawingml/2006/main">
            <a:off x="3124200" y="6356350"/>
            <a:ext cx="2895600" cy="365125"/>
          </a:xfrm>
          <a:prstGeom xmlns:a="http://schemas.openxmlformats.org/drawingml/2006/main" prst="rect">
            <a:avLst/>
          </a:prstGeom>
        </p:spPr>
        <p:txBody>
          <a:bodyPr xmlns:a="http://schemas.openxmlformats.org/drawingml/2006/main" vert="horz" lIns="91440" tIns="45720" rIns="91440" bIns="45720" anchor="ctr"/>
          <a:lstStyle xmlns:a="http://schemas.openxmlformats.org/drawingml/2006/main">
            <a:lvl1pPr algn="ctr">
              <a:buNone/>
              <a:defRPr sz="1200">
                <a:solidFill>
                  <a:schemeClr val="tx1">
                    <a:tint val="75000"/>
                  </a:schemeClr>
                </a:solidFill>
              </a:defRPr>
            </a:lvl1pPr>
          </a:lstStyle>
          <a:p xmlns:a="http://schemas.openxmlformats.org/drawingml/2006/main">
            <a:endParaRPr/>
          </a:p>
        </p:txBody>
      </p:sp>
      <p:sp>
        <p:nvSpPr>
          <p:cNvPr id="6" name="Slide Number Placeholder 5">
            <a:extLst xmlns:a="http://schemas.openxmlformats.org/drawingml/2006/main">
              <a:ext uri="{FF2B5EF4-FFF2-40B4-BE49-F238E27FC236}">
                <a16:creationId xmlns:a16="http://schemas.microsoft.com/office/drawing/2014/main" id="{486F7C55-DF47-4580-809B-BA188D9A6491}"/>
              </a:ext>
            </a:extLst>
          </p:cNvPr>
          <p:cNvSpPr>
            <a:spLocks xmlns:a="http://schemas.openxmlformats.org/drawingml/2006/main" noGrp="1"/>
          </p:cNvSpPr>
          <p:nvPr>
            <p:ph type="sldNum" idx="4"/>
          </p:nvPr>
        </p:nvSpPr>
        <p:spPr>
          <a:xfrm xmlns:a="http://schemas.openxmlformats.org/drawingml/2006/main">
            <a:off x="6553200" y="6356350"/>
            <a:ext cx="2133600" cy="365125"/>
          </a:xfrm>
          <a:prstGeom xmlns:a="http://schemas.openxmlformats.org/drawingml/2006/main" prst="rect">
            <a:avLst/>
          </a:prstGeom>
        </p:spPr>
        <p:txBody>
          <a:bodyPr xmlns:a="http://schemas.openxmlformats.org/drawingml/2006/main" vert="horz" lIns="91440" tIns="45720" rIns="91440" bIns="45720" anchor="ctr"/>
          <a:lstStyle xmlns:a="http://schemas.openxmlformats.org/drawingml/2006/main">
            <a:lvl1pPr algn="r">
              <a:buNone/>
              <a:defRPr sz="1200">
                <a:solidFill>
                  <a:schemeClr val="tx1">
                    <a:tint val="75000"/>
                  </a:schemeClr>
                </a:solidFill>
              </a:defRPr>
            </a:lvl1pPr>
          </a:lstStyle>
          <a:p xmlns:a="http://schemas.openxmlformats.org/drawingml/2006/main">
            <a:fld id="{B6F15528-21DE-4FAA-801E-634DDDAF4B2B}" type="slidenum">
              <a:t>‹#›</a:t>
            </a:fld>
            <a:endParaRPr/>
          </a:p>
        </p:txBody>
      </p:sp>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d542c041d3b54631"/>
    <p:sldLayoutId xmlns:r="http://schemas.openxmlformats.org/officeDocument/2006/relationships" id="2147483650" r:id="Ra39d8d5fcbea4dce"/>
    <p:sldLayoutId xmlns:r="http://schemas.openxmlformats.org/officeDocument/2006/relationships" id="2147483651" r:id="R30ffd791aa2c48c2"/>
    <p:sldLayoutId xmlns:r="http://schemas.openxmlformats.org/officeDocument/2006/relationships" id="2147483652" r:id="Rfd155ed9bfdc495e"/>
    <p:sldLayoutId xmlns:r="http://schemas.openxmlformats.org/officeDocument/2006/relationships" id="2147483653" r:id="R46c3d26c6fd44d87"/>
    <p:sldLayoutId xmlns:r="http://schemas.openxmlformats.org/officeDocument/2006/relationships" id="2147483654" r:id="R7d336b01be17464a"/>
    <p:sldLayoutId xmlns:r="http://schemas.openxmlformats.org/officeDocument/2006/relationships" id="2147483655" r:id="R6fa5ce65dc0842b5"/>
    <p:sldLayoutId xmlns:r="http://schemas.openxmlformats.org/officeDocument/2006/relationships" id="2147483656" r:id="R473597f816a140ba"/>
    <p:sldLayoutId xmlns:r="http://schemas.openxmlformats.org/officeDocument/2006/relationships" id="2147483657" r:id="Rc6728de021f74392"/>
    <p:sldLayoutId xmlns:r="http://schemas.openxmlformats.org/officeDocument/2006/relationships" id="2147483658" r:id="R6647e434f77147b5"/>
    <p:sldLayoutId xmlns:r="http://schemas.openxmlformats.org/officeDocument/2006/relationships" id="2147483659" r:id="R587514972bc04fa3"/>
  </p:sldLayoutIdLst>
  <p:txStyles>
    <p:titleStyle>
      <a:lvl1pPr xmlns:a="http://schemas.openxmlformats.org/drawingml/2006/main" algn="ctr" defTabSz="914400">
        <a:spcBef>
          <a:spcPct val="0"/>
        </a:spcBef>
        <a:buNone/>
        <a:defRPr sz="4400" kern="1200">
          <a:solidFill>
            <a:schemeClr val="tx1"/>
          </a:solidFill>
          <a:latin typeface="+mj-lt"/>
          <a:ea typeface="+mj-lt"/>
          <a:cs typeface="+mj-lt"/>
        </a:defRPr>
      </a:lvl1pPr>
    </p:titleStyle>
    <p:bodyStyle>
      <a:lvl1pPr xmlns:a="http://schemas.openxmlformats.org/drawingml/2006/main" marL="342900" indent="-342900" algn="l" defTabSz="914400">
        <a:spcBef>
          <a:spcPct val="20000"/>
        </a:spcBef>
        <a:buFont typeface="Arial"/>
        <a:buChar char="•"/>
        <a:defRPr sz="3200" kern="1200">
          <a:solidFill>
            <a:schemeClr val="tx1"/>
          </a:solidFill>
          <a:latin typeface="+mn-lt"/>
          <a:ea typeface="+mn-lt"/>
          <a:cs typeface="+mn-lt"/>
        </a:defRPr>
      </a:lvl1pPr>
      <a:lvl2pPr xmlns:a="http://schemas.openxmlformats.org/drawingml/2006/main" marL="742950" indent="-285750" algn="l" defTabSz="914400">
        <a:spcBef>
          <a:spcPct val="20000"/>
        </a:spcBef>
        <a:buFont typeface="Arial"/>
        <a:buChar char="–"/>
        <a:defRPr sz="2800" kern="1200">
          <a:solidFill>
            <a:schemeClr val="tx1"/>
          </a:solidFill>
          <a:latin typeface="+mn-lt"/>
          <a:ea typeface="+mn-lt"/>
          <a:cs typeface="+mn-lt"/>
        </a:defRPr>
      </a:lvl2pPr>
      <a:lvl3pPr xmlns:a="http://schemas.openxmlformats.org/drawingml/2006/main" marL="1143000" indent="-228600" algn="l" defTabSz="914400">
        <a:spcBef>
          <a:spcPct val="20000"/>
        </a:spcBef>
        <a:buFont typeface="Arial"/>
        <a:buChar char="•"/>
        <a:defRPr sz="2400" kern="1200">
          <a:solidFill>
            <a:schemeClr val="tx1"/>
          </a:solidFill>
          <a:latin typeface="+mn-lt"/>
          <a:ea typeface="+mn-lt"/>
          <a:cs typeface="+mn-lt"/>
        </a:defRPr>
      </a:lvl3pPr>
      <a:lvl4pPr xmlns:a="http://schemas.openxmlformats.org/drawingml/2006/main" marL="1600200" indent="-228600" algn="l" defTabSz="914400">
        <a:spcBef>
          <a:spcPct val="20000"/>
        </a:spcBef>
        <a:buFont typeface="Arial"/>
        <a:buChar char="–"/>
        <a:defRPr sz="2000" kern="1200">
          <a:solidFill>
            <a:schemeClr val="tx1"/>
          </a:solidFill>
          <a:latin typeface="+mn-lt"/>
          <a:ea typeface="+mn-lt"/>
          <a:cs typeface="+mn-lt"/>
        </a:defRPr>
      </a:lvl4pPr>
      <a:lvl5pPr xmlns:a="http://schemas.openxmlformats.org/drawingml/2006/main" marL="2057400" indent="-228600" algn="l" defTabSz="914400">
        <a:spcBef>
          <a:spcPct val="20000"/>
        </a:spcBef>
        <a:buFont typeface="Arial"/>
        <a:buChar char="»"/>
        <a:defRPr sz="2000" kern="1200">
          <a:solidFill>
            <a:schemeClr val="tx1"/>
          </a:solidFill>
          <a:latin typeface="+mn-lt"/>
          <a:ea typeface="+mn-lt"/>
          <a:cs typeface="+mn-lt"/>
        </a:defRPr>
      </a:lvl5pPr>
      <a:lvl6pPr xmlns:a="http://schemas.openxmlformats.org/drawingml/2006/main" marL="2514600" indent="-228600" algn="l" defTabSz="914400">
        <a:spcBef>
          <a:spcPct val="20000"/>
        </a:spcBef>
        <a:buFont typeface="Arial"/>
        <a:buChar char="•"/>
        <a:defRPr sz="2000" kern="1200">
          <a:solidFill>
            <a:schemeClr val="tx1"/>
          </a:solidFill>
          <a:latin typeface="+mn-lt"/>
          <a:ea typeface="+mn-lt"/>
          <a:cs typeface="+mn-lt"/>
        </a:defRPr>
      </a:lvl6pPr>
      <a:lvl7pPr xmlns:a="http://schemas.openxmlformats.org/drawingml/2006/main" marL="2971800" indent="-228600" algn="l" defTabSz="914400">
        <a:spcBef>
          <a:spcPct val="20000"/>
        </a:spcBef>
        <a:buFont typeface="Arial"/>
        <a:buChar char="•"/>
        <a:defRPr sz="2000" kern="1200">
          <a:solidFill>
            <a:schemeClr val="tx1"/>
          </a:solidFill>
          <a:latin typeface="+mn-lt"/>
          <a:ea typeface="+mn-lt"/>
          <a:cs typeface="+mn-lt"/>
        </a:defRPr>
      </a:lvl7pPr>
      <a:lvl8pPr xmlns:a="http://schemas.openxmlformats.org/drawingml/2006/main" marL="3429000" indent="-228600" algn="l" defTabSz="914400">
        <a:spcBef>
          <a:spcPct val="20000"/>
        </a:spcBef>
        <a:buFont typeface="Arial"/>
        <a:buChar char="•"/>
        <a:defRPr sz="2000" kern="1200">
          <a:solidFill>
            <a:schemeClr val="tx1"/>
          </a:solidFill>
          <a:latin typeface="+mn-lt"/>
          <a:ea typeface="+mn-lt"/>
          <a:cs typeface="+mn-lt"/>
        </a:defRPr>
      </a:lvl8pPr>
      <a:lvl9pPr xmlns:a="http://schemas.openxmlformats.org/drawingml/2006/main" marL="3886200" indent="-228600" algn="l" defTabSz="914400">
        <a:spcBef>
          <a:spcPct val="20000"/>
        </a:spcBef>
        <a:buFont typeface="Arial"/>
        <a:buChar char="•"/>
        <a:defRPr sz="2000" kern="1200">
          <a:solidFill>
            <a:schemeClr val="tx1"/>
          </a:solidFill>
          <a:latin typeface="+mn-lt"/>
          <a:ea typeface="+mn-lt"/>
          <a:cs typeface="+mn-lt"/>
        </a:defRPr>
      </a:lvl9pPr>
    </p:bodyStyle>
    <p:otherStyle>
      <a:lvl1pPr xmlns:a="http://schemas.openxmlformats.org/drawingml/2006/main" marL="0" algn="l" defTabSz="914400">
        <a:buNone/>
        <a:defRPr sz="1800" kern="1200">
          <a:solidFill>
            <a:schemeClr val="tx1"/>
          </a:solidFill>
          <a:latin typeface="+mn-lt"/>
          <a:ea typeface="+mn-lt"/>
          <a:cs typeface="+mn-lt"/>
        </a:defRPr>
      </a:lvl1pPr>
      <a:lvl2pPr xmlns:a="http://schemas.openxmlformats.org/drawingml/2006/main" marL="457200" algn="l" defTabSz="914400">
        <a:buNone/>
        <a:defRPr sz="1800" kern="1200">
          <a:solidFill>
            <a:schemeClr val="tx1"/>
          </a:solidFill>
          <a:latin typeface="+mn-lt"/>
          <a:ea typeface="+mn-lt"/>
          <a:cs typeface="+mn-lt"/>
        </a:defRPr>
      </a:lvl2pPr>
      <a:lvl3pPr xmlns:a="http://schemas.openxmlformats.org/drawingml/2006/main" marL="914400" algn="l" defTabSz="914400">
        <a:buNone/>
        <a:defRPr sz="1800" kern="1200">
          <a:solidFill>
            <a:schemeClr val="tx1"/>
          </a:solidFill>
          <a:latin typeface="+mn-lt"/>
          <a:ea typeface="+mn-lt"/>
          <a:cs typeface="+mn-lt"/>
        </a:defRPr>
      </a:lvl3pPr>
      <a:lvl4pPr xmlns:a="http://schemas.openxmlformats.org/drawingml/2006/main" marL="1371600" algn="l" defTabSz="914400">
        <a:buNone/>
        <a:defRPr sz="1800" kern="1200">
          <a:solidFill>
            <a:schemeClr val="tx1"/>
          </a:solidFill>
          <a:latin typeface="+mn-lt"/>
          <a:ea typeface="+mn-lt"/>
          <a:cs typeface="+mn-lt"/>
        </a:defRPr>
      </a:lvl4pPr>
      <a:lvl5pPr xmlns:a="http://schemas.openxmlformats.org/drawingml/2006/main" marL="1828800" algn="l" defTabSz="914400">
        <a:buNone/>
        <a:defRPr sz="1800" kern="1200">
          <a:solidFill>
            <a:schemeClr val="tx1"/>
          </a:solidFill>
          <a:latin typeface="+mn-lt"/>
          <a:ea typeface="+mn-lt"/>
          <a:cs typeface="+mn-lt"/>
        </a:defRPr>
      </a:lvl5pPr>
      <a:lvl6pPr xmlns:a="http://schemas.openxmlformats.org/drawingml/2006/main" marL="2286000" algn="l" defTabSz="914400">
        <a:buNone/>
        <a:defRPr sz="1800" kern="1200">
          <a:solidFill>
            <a:schemeClr val="tx1"/>
          </a:solidFill>
          <a:latin typeface="+mn-lt"/>
          <a:ea typeface="+mn-lt"/>
          <a:cs typeface="+mn-lt"/>
        </a:defRPr>
      </a:lvl6pPr>
      <a:lvl7pPr xmlns:a="http://schemas.openxmlformats.org/drawingml/2006/main" marL="2743200" algn="l" defTabSz="914400">
        <a:buNone/>
        <a:defRPr sz="1800" kern="1200">
          <a:solidFill>
            <a:schemeClr val="tx1"/>
          </a:solidFill>
          <a:latin typeface="+mn-lt"/>
          <a:ea typeface="+mn-lt"/>
          <a:cs typeface="+mn-lt"/>
        </a:defRPr>
      </a:lvl7pPr>
      <a:lvl8pPr xmlns:a="http://schemas.openxmlformats.org/drawingml/2006/main" marL="3200400" algn="l" defTabSz="914400">
        <a:buNone/>
        <a:defRPr sz="1800" kern="1200">
          <a:solidFill>
            <a:schemeClr val="tx1"/>
          </a:solidFill>
          <a:latin typeface="+mn-lt"/>
          <a:ea typeface="+mn-lt"/>
          <a:cs typeface="+mn-lt"/>
        </a:defRPr>
      </a:lvl8pPr>
      <a:lvl9pPr xmlns:a="http://schemas.openxmlformats.org/drawingml/2006/main" marL="3657600" algn="l" defTabSz="914400">
        <a:buNone/>
        <a:defRPr sz="1800" kern="12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7.xml" Id="Rf3f30f09322c4795" /><Relationship Type="http://schemas.openxmlformats.org/officeDocument/2006/relationships/image" Target="/ppt/media/image.jpeg" Id="Rf6b5652f27b4404b" /><Relationship Type="http://schemas.openxmlformats.org/officeDocument/2006/relationships/notesSlide" Target="/ppt/notesSlides/notesSlide1.xml" Id="R4708f5d32d784d9b" /></Relationships>
</file>

<file path=ppt/slides/_rels/slide2.xml.rels>&#65279;<?xml version="1.0" encoding="utf-8"?><Relationships xmlns="http://schemas.openxmlformats.org/package/2006/relationships"><Relationship Type="http://schemas.openxmlformats.org/officeDocument/2006/relationships/slideLayout" Target="/ppt/slideLayouts/slideLayout7.xml" Id="R030170390ab64c62" /><Relationship Type="http://schemas.openxmlformats.org/officeDocument/2006/relationships/notesSlide" Target="/ppt/notesSlides/notesSlide2.xml" Id="R4edf379c574f4e06" /></Relationships>
</file>

<file path=ppt/slides/_rels/slide3.xml.rels>&#65279;<?xml version="1.0" encoding="utf-8"?><Relationships xmlns="http://schemas.openxmlformats.org/package/2006/relationships"><Relationship Type="http://schemas.openxmlformats.org/officeDocument/2006/relationships/slideLayout" Target="/ppt/slideLayouts/slideLayout7.xml" Id="Redc12d5f32aa4747" /><Relationship Type="http://schemas.openxmlformats.org/officeDocument/2006/relationships/notesSlide" Target="/ppt/notesSlides/notesSlide3.xml" Id="R931887f13b0d4605" /></Relationships>
</file>

<file path=ppt/slides/_rels/slide4.xml.rels>&#65279;<?xml version="1.0" encoding="utf-8"?><Relationships xmlns="http://schemas.openxmlformats.org/package/2006/relationships"><Relationship Type="http://schemas.openxmlformats.org/officeDocument/2006/relationships/slideLayout" Target="/ppt/slideLayouts/slideLayout7.xml" Id="R26232c5757f84b32" /><Relationship Type="http://schemas.openxmlformats.org/officeDocument/2006/relationships/image" Target="/ppt/media/image2.jpeg" Id="R30a29eb5736e4517" /><Relationship Type="http://schemas.openxmlformats.org/officeDocument/2006/relationships/notesSlide" Target="/ppt/notesSlides/notesSlide4.xml" Id="Rfbb9fc2164a645cb" /></Relationships>
</file>

<file path=ppt/slides/_rels/slide5.xml.rels>&#65279;<?xml version="1.0" encoding="utf-8"?><Relationships xmlns="http://schemas.openxmlformats.org/package/2006/relationships"><Relationship Type="http://schemas.openxmlformats.org/officeDocument/2006/relationships/slideLayout" Target="/ppt/slideLayouts/slideLayout7.xml" Id="R8d5e9cb1cdee4dde" /><Relationship Type="http://schemas.openxmlformats.org/officeDocument/2006/relationships/notesSlide" Target="/ppt/notesSlides/notesSlide5.xml" Id="R1f1569ef292b45f4" /></Relationships>
</file>

<file path=ppt/slides/_rels/slide6.xml.rels>&#65279;<?xml version="1.0" encoding="utf-8"?><Relationships xmlns="http://schemas.openxmlformats.org/package/2006/relationships"><Relationship Type="http://schemas.openxmlformats.org/officeDocument/2006/relationships/slideLayout" Target="/ppt/slideLayouts/slideLayout7.xml" Id="R088a04fa9a6d48e8" /><Relationship Type="http://schemas.openxmlformats.org/officeDocument/2006/relationships/notesSlide" Target="/ppt/notesSlides/notesSlide6.xml" Id="R938b169b860a4453" /></Relationships>
</file>

<file path=ppt/slides/_rels/slide7.xml.rels>&#65279;<?xml version="1.0" encoding="utf-8"?><Relationships xmlns="http://schemas.openxmlformats.org/package/2006/relationships"><Relationship Type="http://schemas.openxmlformats.org/officeDocument/2006/relationships/slideLayout" Target="/ppt/slideLayouts/slideLayout7.xml" Id="R38c6a9aa29cc408b" /><Relationship Type="http://schemas.openxmlformats.org/officeDocument/2006/relationships/notesSlide" Target="/ppt/notesSlides/notesSlide7.xml" Id="Ree63e39e73a6474f" /></Relationships>
</file>

<file path=ppt/slides/_rels/slide8.xml.rels>&#65279;<?xml version="1.0" encoding="utf-8"?><Relationships xmlns="http://schemas.openxmlformats.org/package/2006/relationships"><Relationship Type="http://schemas.openxmlformats.org/officeDocument/2006/relationships/slideLayout" Target="/ppt/slideLayouts/slideLayout7.xml" Id="R6640a93270df4a6a" /><Relationship Type="http://schemas.openxmlformats.org/officeDocument/2006/relationships/notesSlide" Target="/ppt/notesSlides/notesSlide8.xml" Id="R6b9dbeee13684c69" /></Relationships>
</file>

<file path=ppt/slides/slide1.xml><?xml version="1.0" encoding="utf-8"?>
<p:sld xmlns:p="http://schemas.openxmlformats.org/presentationml/2006/main">
  <p:cSld>
    <p:bg>
      <p:bgPr>
        <a:solidFill xmlns:a="http://schemas.openxmlformats.org/drawingml/2006/main">
          <a:srgbClr val="112840"/>
        </a:solidFill>
      </p:bgPr>
    </p:bg>
    <p:spTree>
      <p:nvGrpSpPr>
        <p:cNvPr id="1" name=""/>
        <p:cNvGrpSpPr/>
        <p:nvPr/>
      </p:nvGrpSpPr>
      <p:grpSpPr>
        <a:xfrm xmlns:a="http://schemas.openxmlformats.org/drawingml/2006/main"/>
      </p:grpSpPr>
      <p:sp>
        <p:nvSpPr>
          <p:cNvPr id="10" name="cover-kicker">
            <a:extLst xmlns:a="http://schemas.openxmlformats.org/drawingml/2006/main">
              <a:ext uri="{FF2B5EF4-FFF2-40B4-BE49-F238E27FC236}">
                <a16:creationId xmlns:a16="http://schemas.microsoft.com/office/drawing/2014/main" id="{F4F470A1-6FF1-4330-8763-4B2C58125CF6}"/>
              </a:ext>
            </a:extLst>
          </p:cNvPr>
          <p:cNvSpPr>
            <a:spLocks xmlns:a="http://schemas.openxmlformats.org/drawingml/2006/main" noGrp="1"/>
          </p:cNvSpPr>
          <p:nvPr/>
        </p:nvSpPr>
        <p:spPr>
          <a:xfrm xmlns:a="http://schemas.openxmlformats.org/drawingml/2006/main">
            <a:off x="1143000" y="762000"/>
            <a:ext cx="119062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025" b="1">
                <a:solidFill>
                  <a:srgbClr val="8ADCD2"/>
                </a:solidFill>
                <a:latin typeface="Noto Sans Bold"/>
                <a:ea typeface="Noto Sans Bold"/>
                <a:cs typeface="Noto Sans Bold"/>
              </a:defRPr>
            </a:defPPr>
            <a:lvl1pPr algn="l">
              <a:buNone/>
              <a:defRPr sz="2025" b="1">
                <a:solidFill>
                  <a:srgbClr val="8ADCD2"/>
                </a:solidFill>
                <a:latin typeface="Noto Sans Bold"/>
                <a:ea typeface="Noto Sans Bold"/>
                <a:cs typeface="Noto Sans Bold"/>
              </a:defRPr>
            </a:lvl1pPr>
            <a:lvl2pPr algn="l">
              <a:buNone/>
              <a:defRPr sz="2025" b="1">
                <a:solidFill>
                  <a:srgbClr val="8ADCD2"/>
                </a:solidFill>
                <a:latin typeface="Noto Sans Bold"/>
                <a:ea typeface="Noto Sans Bold"/>
                <a:cs typeface="Noto Sans Bold"/>
              </a:defRPr>
            </a:lvl2pPr>
            <a:lvl3pPr algn="l">
              <a:buNone/>
              <a:defRPr sz="2025" b="1">
                <a:solidFill>
                  <a:srgbClr val="8ADCD2"/>
                </a:solidFill>
                <a:latin typeface="Noto Sans Bold"/>
                <a:ea typeface="Noto Sans Bold"/>
                <a:cs typeface="Noto Sans Bold"/>
              </a:defRPr>
            </a:lvl3pPr>
            <a:lvl4pPr algn="l">
              <a:buNone/>
              <a:defRPr sz="2025" b="1">
                <a:solidFill>
                  <a:srgbClr val="8ADCD2"/>
                </a:solidFill>
                <a:latin typeface="Noto Sans Bold"/>
                <a:ea typeface="Noto Sans Bold"/>
                <a:cs typeface="Noto Sans Bold"/>
              </a:defRPr>
            </a:lvl4pPr>
            <a:lvl5pPr algn="l">
              <a:buNone/>
              <a:defRPr sz="2025" b="1">
                <a:solidFill>
                  <a:srgbClr val="8ADCD2"/>
                </a:solidFill>
                <a:latin typeface="Noto Sans Bold"/>
                <a:ea typeface="Noto Sans Bold"/>
                <a:cs typeface="Noto Sans Bold"/>
              </a:defRPr>
            </a:lvl5pPr>
            <a:lvl6pPr algn="l">
              <a:buNone/>
              <a:defRPr sz="2025" b="1">
                <a:solidFill>
                  <a:srgbClr val="8ADCD2"/>
                </a:solidFill>
                <a:latin typeface="Noto Sans Bold"/>
                <a:ea typeface="Noto Sans Bold"/>
                <a:cs typeface="Noto Sans Bold"/>
              </a:defRPr>
            </a:lvl6pPr>
            <a:lvl7pPr algn="l">
              <a:buNone/>
              <a:defRPr sz="2025" b="1">
                <a:solidFill>
                  <a:srgbClr val="8ADCD2"/>
                </a:solidFill>
                <a:latin typeface="Noto Sans Bold"/>
                <a:ea typeface="Noto Sans Bold"/>
                <a:cs typeface="Noto Sans Bold"/>
              </a:defRPr>
            </a:lvl7pPr>
            <a:lvl8pPr algn="l">
              <a:buNone/>
              <a:defRPr sz="2025" b="1">
                <a:solidFill>
                  <a:srgbClr val="8ADCD2"/>
                </a:solidFill>
                <a:latin typeface="Noto Sans Bold"/>
                <a:ea typeface="Noto Sans Bold"/>
                <a:cs typeface="Noto Sans Bold"/>
              </a:defRPr>
            </a:lvl8pPr>
            <a:lvl9pPr algn="l">
              <a:buNone/>
              <a:defRPr sz="2025" b="1">
                <a:solidFill>
                  <a:srgbClr val="8ADCD2"/>
                </a:solidFill>
                <a:latin typeface="Noto Sans Bold"/>
                <a:ea typeface="Noto Sans Bold"/>
                <a:cs typeface="Noto Sans Bold"/>
              </a:defRPr>
            </a:lvl9pPr>
          </a:lstStyle>
          <a:p xmlns:a="http://schemas.openxmlformats.org/drawingml/2006/main">
            <a:pPr algn="l">
              <a:buNone/>
              <a:defRPr sz="2025" b="1">
                <a:solidFill>
                  <a:srgbClr val="8ADCD2"/>
                </a:solidFill>
                <a:latin typeface="Noto Sans Bold"/>
                <a:ea typeface="Noto Sans Bold"/>
                <a:cs typeface="Noto Sans Bold"/>
              </a:defRPr>
            </a:pPr>
            <a:r>
              <a:rPr sz="2025" b="1">
                <a:solidFill>
                  <a:srgbClr val="8ADCD2"/>
                </a:solidFill>
                <a:latin typeface="Noto Sans Bold"/>
                <a:ea typeface="Noto Sans Bold"/>
                <a:cs typeface="Noto Sans Bold"/>
              </a:rPr>
              <a:t>SKALA MINI PROJECT</a:t>
            </a:r>
          </a:p>
        </p:txBody>
      </p:sp>
      <p:sp>
        <p:nvSpPr>
          <p:cNvPr id="2" name="cover-date">
            <a:extLst xmlns:a="http://schemas.openxmlformats.org/drawingml/2006/main">
              <a:ext uri="{FF2B5EF4-FFF2-40B4-BE49-F238E27FC236}">
                <a16:creationId xmlns:a16="http://schemas.microsoft.com/office/drawing/2014/main" id="{CB81A0BA-77C6-4761-A874-618FF21FADF4}"/>
              </a:ext>
            </a:extLst>
          </p:cNvPr>
          <p:cNvSpPr>
            <a:spLocks xmlns:a="http://schemas.openxmlformats.org/drawingml/2006/main" noGrp="1"/>
          </p:cNvSpPr>
          <p:nvPr/>
        </p:nvSpPr>
        <p:spPr>
          <a:xfrm xmlns:a="http://schemas.openxmlformats.org/drawingml/2006/main">
            <a:off x="15240000" y="762000"/>
            <a:ext cx="19050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r">
              <a:defRPr sz="2025" b="0">
                <a:solidFill>
                  <a:srgbClr val="AFBED0"/>
                </a:solidFill>
                <a:latin typeface="Noto Sans Kr"/>
                <a:ea typeface="Noto Sans Kr"/>
                <a:cs typeface="Noto Sans Kr"/>
              </a:defRPr>
            </a:defPPr>
            <a:lvl1pPr algn="r">
              <a:buNone/>
              <a:defRPr sz="2025" b="0">
                <a:solidFill>
                  <a:srgbClr val="AFBED0"/>
                </a:solidFill>
                <a:latin typeface="Noto Sans Kr"/>
                <a:ea typeface="Noto Sans Kr"/>
                <a:cs typeface="Noto Sans Kr"/>
              </a:defRPr>
            </a:lvl1pPr>
            <a:lvl2pPr algn="r">
              <a:buNone/>
              <a:defRPr sz="2025" b="0">
                <a:solidFill>
                  <a:srgbClr val="AFBED0"/>
                </a:solidFill>
                <a:latin typeface="Noto Sans Kr"/>
                <a:ea typeface="Noto Sans Kr"/>
                <a:cs typeface="Noto Sans Kr"/>
              </a:defRPr>
            </a:lvl2pPr>
            <a:lvl3pPr algn="r">
              <a:buNone/>
              <a:defRPr sz="2025" b="0">
                <a:solidFill>
                  <a:srgbClr val="AFBED0"/>
                </a:solidFill>
                <a:latin typeface="Noto Sans Kr"/>
                <a:ea typeface="Noto Sans Kr"/>
                <a:cs typeface="Noto Sans Kr"/>
              </a:defRPr>
            </a:lvl3pPr>
            <a:lvl4pPr algn="r">
              <a:buNone/>
              <a:defRPr sz="2025" b="0">
                <a:solidFill>
                  <a:srgbClr val="AFBED0"/>
                </a:solidFill>
                <a:latin typeface="Noto Sans Kr"/>
                <a:ea typeface="Noto Sans Kr"/>
                <a:cs typeface="Noto Sans Kr"/>
              </a:defRPr>
            </a:lvl4pPr>
            <a:lvl5pPr algn="r">
              <a:buNone/>
              <a:defRPr sz="2025" b="0">
                <a:solidFill>
                  <a:srgbClr val="AFBED0"/>
                </a:solidFill>
                <a:latin typeface="Noto Sans Kr"/>
                <a:ea typeface="Noto Sans Kr"/>
                <a:cs typeface="Noto Sans Kr"/>
              </a:defRPr>
            </a:lvl5pPr>
            <a:lvl6pPr algn="r">
              <a:buNone/>
              <a:defRPr sz="2025" b="0">
                <a:solidFill>
                  <a:srgbClr val="AFBED0"/>
                </a:solidFill>
                <a:latin typeface="Noto Sans Kr"/>
                <a:ea typeface="Noto Sans Kr"/>
                <a:cs typeface="Noto Sans Kr"/>
              </a:defRPr>
            </a:lvl6pPr>
            <a:lvl7pPr algn="r">
              <a:buNone/>
              <a:defRPr sz="2025" b="0">
                <a:solidFill>
                  <a:srgbClr val="AFBED0"/>
                </a:solidFill>
                <a:latin typeface="Noto Sans Kr"/>
                <a:ea typeface="Noto Sans Kr"/>
                <a:cs typeface="Noto Sans Kr"/>
              </a:defRPr>
            </a:lvl7pPr>
            <a:lvl8pPr algn="r">
              <a:buNone/>
              <a:defRPr sz="2025" b="0">
                <a:solidFill>
                  <a:srgbClr val="AFBED0"/>
                </a:solidFill>
                <a:latin typeface="Noto Sans Kr"/>
                <a:ea typeface="Noto Sans Kr"/>
                <a:cs typeface="Noto Sans Kr"/>
              </a:defRPr>
            </a:lvl8pPr>
            <a:lvl9pPr algn="r">
              <a:buNone/>
              <a:defRPr sz="2025" b="0">
                <a:solidFill>
                  <a:srgbClr val="AFBED0"/>
                </a:solidFill>
                <a:latin typeface="Noto Sans Kr"/>
                <a:ea typeface="Noto Sans Kr"/>
                <a:cs typeface="Noto Sans Kr"/>
              </a:defRPr>
            </a:lvl9pPr>
          </a:lstStyle>
          <a:p xmlns:a="http://schemas.openxmlformats.org/drawingml/2006/main">
            <a:pPr algn="r">
              <a:buNone/>
              <a:defRPr sz="2025" b="0">
                <a:solidFill>
                  <a:srgbClr val="AFBED0"/>
                </a:solidFill>
                <a:latin typeface="Noto Sans Kr"/>
                <a:ea typeface="Noto Sans Kr"/>
                <a:cs typeface="Noto Sans Kr"/>
              </a:defRPr>
            </a:pPr>
            <a:r>
              <a:rPr sz="2025" b="0">
                <a:solidFill>
                  <a:srgbClr val="AFBED0"/>
                </a:solidFill>
                <a:latin typeface="Noto Sans Kr"/>
                <a:ea typeface="Noto Sans Kr"/>
                <a:cs typeface="Noto Sans Kr"/>
              </a:rPr>
              <a:t>2026.10</a:t>
            </a:r>
          </a:p>
        </p:txBody>
      </p:sp>
      <p:sp>
        <p:nvSpPr>
          <p:cNvPr id="3" name="cover-title">
            <a:extLst xmlns:a="http://schemas.openxmlformats.org/drawingml/2006/main">
              <a:ext uri="{FF2B5EF4-FFF2-40B4-BE49-F238E27FC236}">
                <a16:creationId xmlns:a16="http://schemas.microsoft.com/office/drawing/2014/main" id="{CD2BD379-237A-4D72-A6E9-EF39FF662554}"/>
              </a:ext>
            </a:extLst>
          </p:cNvPr>
          <p:cNvSpPr>
            <a:spLocks xmlns:a="http://schemas.openxmlformats.org/drawingml/2006/main" noGrp="1"/>
          </p:cNvSpPr>
          <p:nvPr/>
        </p:nvSpPr>
        <p:spPr>
          <a:xfrm xmlns:a="http://schemas.openxmlformats.org/drawingml/2006/main">
            <a:off x="1143000" y="2047875"/>
            <a:ext cx="7715250" cy="414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7800" b="1">
                <a:solidFill>
                  <a:srgbClr val="FFFFFF"/>
                </a:solidFill>
                <a:latin typeface="Noto Sans Bold"/>
                <a:ea typeface="Noto Sans Bold"/>
                <a:cs typeface="Noto Sans Bold"/>
              </a:defRPr>
            </a:defPPr>
            <a:lvl1pPr algn="l">
              <a:buNone/>
              <a:defRPr sz="7800" b="1">
                <a:solidFill>
                  <a:srgbClr val="FFFFFF"/>
                </a:solidFill>
                <a:latin typeface="Noto Sans Bold"/>
                <a:ea typeface="Noto Sans Bold"/>
                <a:cs typeface="Noto Sans Bold"/>
              </a:defRPr>
            </a:lvl1pPr>
            <a:lvl2pPr algn="l">
              <a:buNone/>
              <a:defRPr sz="7800" b="1">
                <a:solidFill>
                  <a:srgbClr val="FFFFFF"/>
                </a:solidFill>
                <a:latin typeface="Noto Sans Bold"/>
                <a:ea typeface="Noto Sans Bold"/>
                <a:cs typeface="Noto Sans Bold"/>
              </a:defRPr>
            </a:lvl2pPr>
            <a:lvl3pPr algn="l">
              <a:buNone/>
              <a:defRPr sz="7800" b="1">
                <a:solidFill>
                  <a:srgbClr val="FFFFFF"/>
                </a:solidFill>
                <a:latin typeface="Noto Sans Bold"/>
                <a:ea typeface="Noto Sans Bold"/>
                <a:cs typeface="Noto Sans Bold"/>
              </a:defRPr>
            </a:lvl3pPr>
            <a:lvl4pPr algn="l">
              <a:buNone/>
              <a:defRPr sz="7800" b="1">
                <a:solidFill>
                  <a:srgbClr val="FFFFFF"/>
                </a:solidFill>
                <a:latin typeface="Noto Sans Bold"/>
                <a:ea typeface="Noto Sans Bold"/>
                <a:cs typeface="Noto Sans Bold"/>
              </a:defRPr>
            </a:lvl4pPr>
            <a:lvl5pPr algn="l">
              <a:buNone/>
              <a:defRPr sz="7800" b="1">
                <a:solidFill>
                  <a:srgbClr val="FFFFFF"/>
                </a:solidFill>
                <a:latin typeface="Noto Sans Bold"/>
                <a:ea typeface="Noto Sans Bold"/>
                <a:cs typeface="Noto Sans Bold"/>
              </a:defRPr>
            </a:lvl5pPr>
            <a:lvl6pPr algn="l">
              <a:buNone/>
              <a:defRPr sz="7800" b="1">
                <a:solidFill>
                  <a:srgbClr val="FFFFFF"/>
                </a:solidFill>
                <a:latin typeface="Noto Sans Bold"/>
                <a:ea typeface="Noto Sans Bold"/>
                <a:cs typeface="Noto Sans Bold"/>
              </a:defRPr>
            </a:lvl6pPr>
            <a:lvl7pPr algn="l">
              <a:buNone/>
              <a:defRPr sz="7800" b="1">
                <a:solidFill>
                  <a:srgbClr val="FFFFFF"/>
                </a:solidFill>
                <a:latin typeface="Noto Sans Bold"/>
                <a:ea typeface="Noto Sans Bold"/>
                <a:cs typeface="Noto Sans Bold"/>
              </a:defRPr>
            </a:lvl7pPr>
            <a:lvl8pPr algn="l">
              <a:buNone/>
              <a:defRPr sz="7800" b="1">
                <a:solidFill>
                  <a:srgbClr val="FFFFFF"/>
                </a:solidFill>
                <a:latin typeface="Noto Sans Bold"/>
                <a:ea typeface="Noto Sans Bold"/>
                <a:cs typeface="Noto Sans Bold"/>
              </a:defRPr>
            </a:lvl8pPr>
            <a:lvl9pPr algn="l">
              <a:buNone/>
              <a:defRPr sz="7800" b="1">
                <a:solidFill>
                  <a:srgbClr val="FFFFFF"/>
                </a:solidFill>
                <a:latin typeface="Noto Sans Bold"/>
                <a:ea typeface="Noto Sans Bold"/>
                <a:cs typeface="Noto Sans Bold"/>
              </a:defRPr>
            </a:lvl9pPr>
          </a:lstStyle>
          <a:p xmlns:a="http://schemas.openxmlformats.org/drawingml/2006/main">
            <a:pPr algn="l">
              <a:buNone/>
              <a:defRPr sz="7800" b="1">
                <a:solidFill>
                  <a:srgbClr val="FFFFFF"/>
                </a:solidFill>
                <a:latin typeface="Noto Sans Bold"/>
                <a:ea typeface="Noto Sans Bold"/>
                <a:cs typeface="Noto Sans Bold"/>
              </a:defRPr>
            </a:pPr>
            <a:r>
              <a:rPr sz="7800" b="1">
                <a:solidFill>
                  <a:srgbClr val="FFFFFF"/>
                </a:solidFill>
                <a:latin typeface="Noto Sans Bold"/>
                <a:ea typeface="Noto Sans Bold"/>
                <a:cs typeface="Noto Sans Bold"/>
              </a:rPr>
              <a:t>가설 기반</a:t>
            </a:r>
          </a:p>
          <a:p xmlns:a="http://schemas.openxmlformats.org/drawingml/2006/main">
            <a:pPr algn="l">
              <a:buNone/>
              <a:defRPr sz="7800" b="1">
                <a:solidFill>
                  <a:srgbClr val="FFFFFF"/>
                </a:solidFill>
                <a:latin typeface="Noto Sans Bold"/>
                <a:ea typeface="Noto Sans Bold"/>
                <a:cs typeface="Noto Sans Bold"/>
              </a:defRPr>
            </a:pPr>
            <a:r>
              <a:rPr sz="7800" b="1">
                <a:solidFill>
                  <a:srgbClr val="FFFFFF"/>
                </a:solidFill>
                <a:latin typeface="Noto Sans Bold"/>
                <a:ea typeface="Noto Sans Bold"/>
                <a:cs typeface="Noto Sans Bold"/>
              </a:rPr>
              <a:t>운영 진단</a:t>
            </a:r>
          </a:p>
          <a:p xmlns:a="http://schemas.openxmlformats.org/drawingml/2006/main">
            <a:pPr algn="l">
              <a:buNone/>
              <a:defRPr sz="7800" b="1">
                <a:solidFill>
                  <a:srgbClr val="FFFFFF"/>
                </a:solidFill>
                <a:latin typeface="Noto Sans Bold"/>
                <a:ea typeface="Noto Sans Bold"/>
                <a:cs typeface="Noto Sans Bold"/>
              </a:defRPr>
            </a:pPr>
            <a:r>
              <a:rPr sz="7800" b="1">
                <a:solidFill>
                  <a:srgbClr val="FFFFFF"/>
                </a:solidFill>
                <a:latin typeface="Noto Sans Bold"/>
                <a:ea typeface="Noto Sans Bold"/>
                <a:cs typeface="Noto Sans Bold"/>
              </a:rPr>
              <a:t>에이전트</a:t>
            </a:r>
          </a:p>
        </p:txBody>
      </p:sp>
      <p:sp>
        <p:nvSpPr>
          <p:cNvPr id="4" name="cover-subtitle">
            <a:extLst xmlns:a="http://schemas.openxmlformats.org/drawingml/2006/main">
              <a:ext uri="{FF2B5EF4-FFF2-40B4-BE49-F238E27FC236}">
                <a16:creationId xmlns:a16="http://schemas.microsoft.com/office/drawing/2014/main" id="{6C4D2DC7-E818-4EFA-A523-1C96F80AA515}"/>
              </a:ext>
            </a:extLst>
          </p:cNvPr>
          <p:cNvSpPr>
            <a:spLocks xmlns:a="http://schemas.openxmlformats.org/drawingml/2006/main" noGrp="1"/>
          </p:cNvSpPr>
          <p:nvPr/>
        </p:nvSpPr>
        <p:spPr>
          <a:xfrm xmlns:a="http://schemas.openxmlformats.org/drawingml/2006/main">
            <a:off x="1143000" y="7000875"/>
            <a:ext cx="7715250" cy="1143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700" b="0">
                <a:solidFill>
                  <a:srgbClr val="D6E1EE"/>
                </a:solidFill>
                <a:latin typeface="Noto Sans Kr"/>
                <a:ea typeface="Noto Sans Kr"/>
                <a:cs typeface="Noto Sans Kr"/>
              </a:defRPr>
            </a:defPPr>
            <a:lvl1pPr algn="l">
              <a:buNone/>
              <a:defRPr sz="2700" b="0">
                <a:solidFill>
                  <a:srgbClr val="D6E1EE"/>
                </a:solidFill>
                <a:latin typeface="Noto Sans Kr"/>
                <a:ea typeface="Noto Sans Kr"/>
                <a:cs typeface="Noto Sans Kr"/>
              </a:defRPr>
            </a:lvl1pPr>
            <a:lvl2pPr algn="l">
              <a:buNone/>
              <a:defRPr sz="2700" b="0">
                <a:solidFill>
                  <a:srgbClr val="D6E1EE"/>
                </a:solidFill>
                <a:latin typeface="Noto Sans Kr"/>
                <a:ea typeface="Noto Sans Kr"/>
                <a:cs typeface="Noto Sans Kr"/>
              </a:defRPr>
            </a:lvl2pPr>
            <a:lvl3pPr algn="l">
              <a:buNone/>
              <a:defRPr sz="2700" b="0">
                <a:solidFill>
                  <a:srgbClr val="D6E1EE"/>
                </a:solidFill>
                <a:latin typeface="Noto Sans Kr"/>
                <a:ea typeface="Noto Sans Kr"/>
                <a:cs typeface="Noto Sans Kr"/>
              </a:defRPr>
            </a:lvl3pPr>
            <a:lvl4pPr algn="l">
              <a:buNone/>
              <a:defRPr sz="2700" b="0">
                <a:solidFill>
                  <a:srgbClr val="D6E1EE"/>
                </a:solidFill>
                <a:latin typeface="Noto Sans Kr"/>
                <a:ea typeface="Noto Sans Kr"/>
                <a:cs typeface="Noto Sans Kr"/>
              </a:defRPr>
            </a:lvl4pPr>
            <a:lvl5pPr algn="l">
              <a:buNone/>
              <a:defRPr sz="2700" b="0">
                <a:solidFill>
                  <a:srgbClr val="D6E1EE"/>
                </a:solidFill>
                <a:latin typeface="Noto Sans Kr"/>
                <a:ea typeface="Noto Sans Kr"/>
                <a:cs typeface="Noto Sans Kr"/>
              </a:defRPr>
            </a:lvl5pPr>
            <a:lvl6pPr algn="l">
              <a:buNone/>
              <a:defRPr sz="2700" b="0">
                <a:solidFill>
                  <a:srgbClr val="D6E1EE"/>
                </a:solidFill>
                <a:latin typeface="Noto Sans Kr"/>
                <a:ea typeface="Noto Sans Kr"/>
                <a:cs typeface="Noto Sans Kr"/>
              </a:defRPr>
            </a:lvl6pPr>
            <a:lvl7pPr algn="l">
              <a:buNone/>
              <a:defRPr sz="2700" b="0">
                <a:solidFill>
                  <a:srgbClr val="D6E1EE"/>
                </a:solidFill>
                <a:latin typeface="Noto Sans Kr"/>
                <a:ea typeface="Noto Sans Kr"/>
                <a:cs typeface="Noto Sans Kr"/>
              </a:defRPr>
            </a:lvl7pPr>
            <a:lvl8pPr algn="l">
              <a:buNone/>
              <a:defRPr sz="2700" b="0">
                <a:solidFill>
                  <a:srgbClr val="D6E1EE"/>
                </a:solidFill>
                <a:latin typeface="Noto Sans Kr"/>
                <a:ea typeface="Noto Sans Kr"/>
                <a:cs typeface="Noto Sans Kr"/>
              </a:defRPr>
            </a:lvl8pPr>
            <a:lvl9pPr algn="l">
              <a:buNone/>
              <a:defRPr sz="2700" b="0">
                <a:solidFill>
                  <a:srgbClr val="D6E1EE"/>
                </a:solidFill>
                <a:latin typeface="Noto Sans Kr"/>
                <a:ea typeface="Noto Sans Kr"/>
                <a:cs typeface="Noto Sans Kr"/>
              </a:defRPr>
            </a:lvl9pPr>
          </a:lstStyle>
          <a:p xmlns:a="http://schemas.openxmlformats.org/drawingml/2006/main">
            <a:pPr algn="l">
              <a:buNone/>
              <a:defRPr sz="2700" b="0">
                <a:solidFill>
                  <a:srgbClr val="D6E1EE"/>
                </a:solidFill>
                <a:latin typeface="Noto Sans Kr"/>
                <a:ea typeface="Noto Sans Kr"/>
                <a:cs typeface="Noto Sans Kr"/>
              </a:defRPr>
            </a:pPr>
            <a:r>
              <a:rPr sz="2700" b="0">
                <a:solidFill>
                  <a:srgbClr val="D6E1EE"/>
                </a:solidFill>
                <a:latin typeface="Noto Sans Kr"/>
                <a:ea typeface="Noto Sans Kr"/>
                <a:cs typeface="Noto Sans Kr"/>
              </a:rPr>
              <a:t>추가 관측과 가설 검증으로</a:t>
            </a:r>
          </a:p>
          <a:p xmlns:a="http://schemas.openxmlformats.org/drawingml/2006/main">
            <a:pPr algn="l">
              <a:buNone/>
              <a:defRPr sz="2700" b="0">
                <a:solidFill>
                  <a:srgbClr val="D6E1EE"/>
                </a:solidFill>
                <a:latin typeface="Noto Sans Kr"/>
                <a:ea typeface="Noto Sans Kr"/>
                <a:cs typeface="Noto Sans Kr"/>
              </a:defRPr>
            </a:pPr>
            <a:r>
              <a:rPr sz="2700" b="0">
                <a:solidFill>
                  <a:srgbClr val="D6E1EE"/>
                </a:solidFill>
                <a:latin typeface="Noto Sans Kr"/>
                <a:ea typeface="Noto Sans Kr"/>
                <a:cs typeface="Noto Sans Kr"/>
              </a:rPr>
              <a:t>진단의 근거를 확인합니다</a:t>
            </a:r>
          </a:p>
        </p:txBody>
      </p:sp>
      <p:sp>
        <p:nvSpPr>
          <p:cNvPr id="5" name="cover-affiliation">
            <a:extLst xmlns:a="http://schemas.openxmlformats.org/drawingml/2006/main">
              <a:ext uri="{FF2B5EF4-FFF2-40B4-BE49-F238E27FC236}">
                <a16:creationId xmlns:a16="http://schemas.microsoft.com/office/drawing/2014/main" id="{15DB9C57-03F9-4B49-A62E-AC223A6CE294}"/>
              </a:ext>
            </a:extLst>
          </p:cNvPr>
          <p:cNvSpPr>
            <a:spLocks xmlns:a="http://schemas.openxmlformats.org/drawingml/2006/main" noGrp="1"/>
          </p:cNvSpPr>
          <p:nvPr/>
        </p:nvSpPr>
        <p:spPr>
          <a:xfrm xmlns:a="http://schemas.openxmlformats.org/drawingml/2006/main">
            <a:off x="1143000" y="8810625"/>
            <a:ext cx="104775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400" b="1">
                <a:solidFill>
                  <a:srgbClr val="FFFFFF"/>
                </a:solidFill>
                <a:latin typeface="Noto Sans Bold"/>
                <a:ea typeface="Noto Sans Bold"/>
                <a:cs typeface="Noto Sans Bold"/>
              </a:defRPr>
            </a:defPPr>
            <a:lvl1pPr algn="l">
              <a:buNone/>
              <a:defRPr sz="2400" b="1">
                <a:solidFill>
                  <a:srgbClr val="FFFFFF"/>
                </a:solidFill>
                <a:latin typeface="Noto Sans Bold"/>
                <a:ea typeface="Noto Sans Bold"/>
                <a:cs typeface="Noto Sans Bold"/>
              </a:defRPr>
            </a:lvl1pPr>
            <a:lvl2pPr algn="l">
              <a:buNone/>
              <a:defRPr sz="2400" b="1">
                <a:solidFill>
                  <a:srgbClr val="FFFFFF"/>
                </a:solidFill>
                <a:latin typeface="Noto Sans Bold"/>
                <a:ea typeface="Noto Sans Bold"/>
                <a:cs typeface="Noto Sans Bold"/>
              </a:defRPr>
            </a:lvl2pPr>
            <a:lvl3pPr algn="l">
              <a:buNone/>
              <a:defRPr sz="2400" b="1">
                <a:solidFill>
                  <a:srgbClr val="FFFFFF"/>
                </a:solidFill>
                <a:latin typeface="Noto Sans Bold"/>
                <a:ea typeface="Noto Sans Bold"/>
                <a:cs typeface="Noto Sans Bold"/>
              </a:defRPr>
            </a:lvl3pPr>
            <a:lvl4pPr algn="l">
              <a:buNone/>
              <a:defRPr sz="2400" b="1">
                <a:solidFill>
                  <a:srgbClr val="FFFFFF"/>
                </a:solidFill>
                <a:latin typeface="Noto Sans Bold"/>
                <a:ea typeface="Noto Sans Bold"/>
                <a:cs typeface="Noto Sans Bold"/>
              </a:defRPr>
            </a:lvl4pPr>
            <a:lvl5pPr algn="l">
              <a:buNone/>
              <a:defRPr sz="2400" b="1">
                <a:solidFill>
                  <a:srgbClr val="FFFFFF"/>
                </a:solidFill>
                <a:latin typeface="Noto Sans Bold"/>
                <a:ea typeface="Noto Sans Bold"/>
                <a:cs typeface="Noto Sans Bold"/>
              </a:defRPr>
            </a:lvl5pPr>
            <a:lvl6pPr algn="l">
              <a:buNone/>
              <a:defRPr sz="2400" b="1">
                <a:solidFill>
                  <a:srgbClr val="FFFFFF"/>
                </a:solidFill>
                <a:latin typeface="Noto Sans Bold"/>
                <a:ea typeface="Noto Sans Bold"/>
                <a:cs typeface="Noto Sans Bold"/>
              </a:defRPr>
            </a:lvl6pPr>
            <a:lvl7pPr algn="l">
              <a:buNone/>
              <a:defRPr sz="2400" b="1">
                <a:solidFill>
                  <a:srgbClr val="FFFFFF"/>
                </a:solidFill>
                <a:latin typeface="Noto Sans Bold"/>
                <a:ea typeface="Noto Sans Bold"/>
                <a:cs typeface="Noto Sans Bold"/>
              </a:defRPr>
            </a:lvl7pPr>
            <a:lvl8pPr algn="l">
              <a:buNone/>
              <a:defRPr sz="2400" b="1">
                <a:solidFill>
                  <a:srgbClr val="FFFFFF"/>
                </a:solidFill>
                <a:latin typeface="Noto Sans Bold"/>
                <a:ea typeface="Noto Sans Bold"/>
                <a:cs typeface="Noto Sans Bold"/>
              </a:defRPr>
            </a:lvl8pPr>
            <a:lvl9pPr algn="l">
              <a:buNone/>
              <a:defRPr sz="2400" b="1">
                <a:solidFill>
                  <a:srgbClr val="FFFFFF"/>
                </a:solidFill>
                <a:latin typeface="Noto Sans Bold"/>
                <a:ea typeface="Noto Sans Bold"/>
                <a:cs typeface="Noto Sans Bold"/>
              </a:defRPr>
            </a:lvl9pPr>
          </a:lstStyle>
          <a:p xmlns:a="http://schemas.openxmlformats.org/drawingml/2006/main">
            <a:pPr algn="l">
              <a:buNone/>
              <a:defRPr sz="2400" b="1">
                <a:solidFill>
                  <a:srgbClr val="FFFFFF"/>
                </a:solidFill>
                <a:latin typeface="Noto Sans Bold"/>
                <a:ea typeface="Noto Sans Bold"/>
                <a:cs typeface="Noto Sans Bold"/>
              </a:defRPr>
            </a:pPr>
            <a:r>
              <a:rPr sz="2400" b="1">
                <a:solidFill>
                  <a:srgbClr val="FFFFFF"/>
                </a:solidFill>
                <a:latin typeface="Noto Sans Bold"/>
                <a:ea typeface="Noto Sans Bold"/>
                <a:cs typeface="Noto Sans Bold"/>
              </a:rPr>
              <a:t>SKALA 광주 2반   G066 정준용</a:t>
            </a:r>
          </a:p>
        </p:txBody>
      </p:sp>
      <p:sp>
        <p:nvSpPr>
          <p:cNvPr id="6" name="cover-image-label">
            <a:extLst xmlns:a="http://schemas.openxmlformats.org/drawingml/2006/main">
              <a:ext uri="{FF2B5EF4-FFF2-40B4-BE49-F238E27FC236}">
                <a16:creationId xmlns:a16="http://schemas.microsoft.com/office/drawing/2014/main" id="{88C76C9E-FEDB-4C5F-93C9-0615ADED750A}"/>
              </a:ext>
            </a:extLst>
          </p:cNvPr>
          <p:cNvSpPr>
            <a:spLocks xmlns:a="http://schemas.openxmlformats.org/drawingml/2006/main" noGrp="1"/>
          </p:cNvSpPr>
          <p:nvPr/>
        </p:nvSpPr>
        <p:spPr>
          <a:xfrm xmlns:a="http://schemas.openxmlformats.org/drawingml/2006/main">
            <a:off x="9525000" y="2190750"/>
            <a:ext cx="76200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025" b="1">
                <a:solidFill>
                  <a:srgbClr val="8ADCD2"/>
                </a:solidFill>
                <a:latin typeface="Noto Sans Bold"/>
                <a:ea typeface="Noto Sans Bold"/>
                <a:cs typeface="Noto Sans Bold"/>
              </a:defRPr>
            </a:defPPr>
            <a:lvl1pPr algn="l">
              <a:buNone/>
              <a:defRPr sz="2025" b="1">
                <a:solidFill>
                  <a:srgbClr val="8ADCD2"/>
                </a:solidFill>
                <a:latin typeface="Noto Sans Bold"/>
                <a:ea typeface="Noto Sans Bold"/>
                <a:cs typeface="Noto Sans Bold"/>
              </a:defRPr>
            </a:lvl1pPr>
            <a:lvl2pPr algn="l">
              <a:buNone/>
              <a:defRPr sz="2025" b="1">
                <a:solidFill>
                  <a:srgbClr val="8ADCD2"/>
                </a:solidFill>
                <a:latin typeface="Noto Sans Bold"/>
                <a:ea typeface="Noto Sans Bold"/>
                <a:cs typeface="Noto Sans Bold"/>
              </a:defRPr>
            </a:lvl2pPr>
            <a:lvl3pPr algn="l">
              <a:buNone/>
              <a:defRPr sz="2025" b="1">
                <a:solidFill>
                  <a:srgbClr val="8ADCD2"/>
                </a:solidFill>
                <a:latin typeface="Noto Sans Bold"/>
                <a:ea typeface="Noto Sans Bold"/>
                <a:cs typeface="Noto Sans Bold"/>
              </a:defRPr>
            </a:lvl3pPr>
            <a:lvl4pPr algn="l">
              <a:buNone/>
              <a:defRPr sz="2025" b="1">
                <a:solidFill>
                  <a:srgbClr val="8ADCD2"/>
                </a:solidFill>
                <a:latin typeface="Noto Sans Bold"/>
                <a:ea typeface="Noto Sans Bold"/>
                <a:cs typeface="Noto Sans Bold"/>
              </a:defRPr>
            </a:lvl4pPr>
            <a:lvl5pPr algn="l">
              <a:buNone/>
              <a:defRPr sz="2025" b="1">
                <a:solidFill>
                  <a:srgbClr val="8ADCD2"/>
                </a:solidFill>
                <a:latin typeface="Noto Sans Bold"/>
                <a:ea typeface="Noto Sans Bold"/>
                <a:cs typeface="Noto Sans Bold"/>
              </a:defRPr>
            </a:lvl5pPr>
            <a:lvl6pPr algn="l">
              <a:buNone/>
              <a:defRPr sz="2025" b="1">
                <a:solidFill>
                  <a:srgbClr val="8ADCD2"/>
                </a:solidFill>
                <a:latin typeface="Noto Sans Bold"/>
                <a:ea typeface="Noto Sans Bold"/>
                <a:cs typeface="Noto Sans Bold"/>
              </a:defRPr>
            </a:lvl6pPr>
            <a:lvl7pPr algn="l">
              <a:buNone/>
              <a:defRPr sz="2025" b="1">
                <a:solidFill>
                  <a:srgbClr val="8ADCD2"/>
                </a:solidFill>
                <a:latin typeface="Noto Sans Bold"/>
                <a:ea typeface="Noto Sans Bold"/>
                <a:cs typeface="Noto Sans Bold"/>
              </a:defRPr>
            </a:lvl7pPr>
            <a:lvl8pPr algn="l">
              <a:buNone/>
              <a:defRPr sz="2025" b="1">
                <a:solidFill>
                  <a:srgbClr val="8ADCD2"/>
                </a:solidFill>
                <a:latin typeface="Noto Sans Bold"/>
                <a:ea typeface="Noto Sans Bold"/>
                <a:cs typeface="Noto Sans Bold"/>
              </a:defRPr>
            </a:lvl8pPr>
            <a:lvl9pPr algn="l">
              <a:buNone/>
              <a:defRPr sz="2025" b="1">
                <a:solidFill>
                  <a:srgbClr val="8ADCD2"/>
                </a:solidFill>
                <a:latin typeface="Noto Sans Bold"/>
                <a:ea typeface="Noto Sans Bold"/>
                <a:cs typeface="Noto Sans Bold"/>
              </a:defRPr>
            </a:lvl9pPr>
          </a:lstStyle>
          <a:p xmlns:a="http://schemas.openxmlformats.org/drawingml/2006/main">
            <a:pPr algn="l">
              <a:buNone/>
              <a:defRPr sz="2025" b="1">
                <a:solidFill>
                  <a:srgbClr val="8ADCD2"/>
                </a:solidFill>
                <a:latin typeface="Noto Sans Bold"/>
                <a:ea typeface="Noto Sans Bold"/>
                <a:cs typeface="Noto Sans Bold"/>
              </a:defRPr>
            </a:pPr>
            <a:r>
              <a:rPr sz="2025" b="1">
                <a:solidFill>
                  <a:srgbClr val="8ADCD2"/>
                </a:solidFill>
                <a:latin typeface="Noto Sans Bold"/>
                <a:ea typeface="Noto Sans Bold"/>
                <a:cs typeface="Noto Sans Bold"/>
              </a:rPr>
              <a:t>실제 Ollama 실행 화면</a:t>
            </a:r>
          </a:p>
        </p:txBody>
      </p:sp>
      <p:pic>
        <p:nvPicPr>
          <p:cNvPr id="7" name="">
            <a:extLst xmlns:a="http://schemas.openxmlformats.org/drawingml/2006/main">
              <a:ext uri="{FF2B5EF4-FFF2-40B4-BE49-F238E27FC236}">
                <a16:creationId xmlns:a16="http://schemas.microsoft.com/office/drawing/2014/main" id="{E826F215-58EA-4F78-BF5C-A16CFCAE449A}"/>
              </a:ext>
            </a:extLst>
          </p:cNvPr>
          <p:cNvPicPr>
            <a:picLocks xmlns:a="http://schemas.openxmlformats.org/drawingml/2006/main" noChangeAspect="1"/>
          </p:cNvPicPr>
          <p:nvPr/>
        </p:nvPicPr>
        <p:blipFill>
          <a:blip xmlns:r="http://schemas.openxmlformats.org/officeDocument/2006/relationships" xmlns:a="http://schemas.openxmlformats.org/drawingml/2006/main" r:embed="Rf6b5652f27b4404b"/>
          <a:stretch xmlns:a="http://schemas.openxmlformats.org/drawingml/2006/main"/>
        </p:blipFill>
        <p:spPr>
          <a:xfrm xmlns:a="http://schemas.openxmlformats.org/drawingml/2006/main">
            <a:off x="9525000" y="2857500"/>
            <a:ext cx="7620000" cy="4286250"/>
          </a:xfrm>
          <a:prstGeom xmlns:a="http://schemas.openxmlformats.org/drawingml/2006/main" prst="rect">
            <a:avLst/>
          </a:prstGeom>
        </p:spPr>
      </p:pic>
      <p:sp>
        <p:nvSpPr>
          <p:cNvPr id="8" name="cover-caption">
            <a:extLst xmlns:a="http://schemas.openxmlformats.org/drawingml/2006/main">
              <a:ext uri="{FF2B5EF4-FFF2-40B4-BE49-F238E27FC236}">
                <a16:creationId xmlns:a16="http://schemas.microsoft.com/office/drawing/2014/main" id="{23015C5F-C687-45C6-B058-063FB4B9A5CE}"/>
              </a:ext>
            </a:extLst>
          </p:cNvPr>
          <p:cNvSpPr>
            <a:spLocks xmlns:a="http://schemas.openxmlformats.org/drawingml/2006/main" noGrp="1"/>
          </p:cNvSpPr>
          <p:nvPr/>
        </p:nvSpPr>
        <p:spPr>
          <a:xfrm xmlns:a="http://schemas.openxmlformats.org/drawingml/2006/main">
            <a:off x="9525000" y="7477125"/>
            <a:ext cx="76200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025" b="0">
                <a:solidFill>
                  <a:srgbClr val="D6E1EE"/>
                </a:solidFill>
                <a:latin typeface="Noto Sans Kr"/>
                <a:ea typeface="Noto Sans Kr"/>
                <a:cs typeface="Noto Sans Kr"/>
              </a:defRPr>
            </a:defPPr>
            <a:lvl1pPr algn="l">
              <a:buNone/>
              <a:defRPr sz="2025" b="0">
                <a:solidFill>
                  <a:srgbClr val="D6E1EE"/>
                </a:solidFill>
                <a:latin typeface="Noto Sans Kr"/>
                <a:ea typeface="Noto Sans Kr"/>
                <a:cs typeface="Noto Sans Kr"/>
              </a:defRPr>
            </a:lvl1pPr>
            <a:lvl2pPr algn="l">
              <a:buNone/>
              <a:defRPr sz="2025" b="0">
                <a:solidFill>
                  <a:srgbClr val="D6E1EE"/>
                </a:solidFill>
                <a:latin typeface="Noto Sans Kr"/>
                <a:ea typeface="Noto Sans Kr"/>
                <a:cs typeface="Noto Sans Kr"/>
              </a:defRPr>
            </a:lvl2pPr>
            <a:lvl3pPr algn="l">
              <a:buNone/>
              <a:defRPr sz="2025" b="0">
                <a:solidFill>
                  <a:srgbClr val="D6E1EE"/>
                </a:solidFill>
                <a:latin typeface="Noto Sans Kr"/>
                <a:ea typeface="Noto Sans Kr"/>
                <a:cs typeface="Noto Sans Kr"/>
              </a:defRPr>
            </a:lvl3pPr>
            <a:lvl4pPr algn="l">
              <a:buNone/>
              <a:defRPr sz="2025" b="0">
                <a:solidFill>
                  <a:srgbClr val="D6E1EE"/>
                </a:solidFill>
                <a:latin typeface="Noto Sans Kr"/>
                <a:ea typeface="Noto Sans Kr"/>
                <a:cs typeface="Noto Sans Kr"/>
              </a:defRPr>
            </a:lvl4pPr>
            <a:lvl5pPr algn="l">
              <a:buNone/>
              <a:defRPr sz="2025" b="0">
                <a:solidFill>
                  <a:srgbClr val="D6E1EE"/>
                </a:solidFill>
                <a:latin typeface="Noto Sans Kr"/>
                <a:ea typeface="Noto Sans Kr"/>
                <a:cs typeface="Noto Sans Kr"/>
              </a:defRPr>
            </a:lvl5pPr>
            <a:lvl6pPr algn="l">
              <a:buNone/>
              <a:defRPr sz="2025" b="0">
                <a:solidFill>
                  <a:srgbClr val="D6E1EE"/>
                </a:solidFill>
                <a:latin typeface="Noto Sans Kr"/>
                <a:ea typeface="Noto Sans Kr"/>
                <a:cs typeface="Noto Sans Kr"/>
              </a:defRPr>
            </a:lvl6pPr>
            <a:lvl7pPr algn="l">
              <a:buNone/>
              <a:defRPr sz="2025" b="0">
                <a:solidFill>
                  <a:srgbClr val="D6E1EE"/>
                </a:solidFill>
                <a:latin typeface="Noto Sans Kr"/>
                <a:ea typeface="Noto Sans Kr"/>
                <a:cs typeface="Noto Sans Kr"/>
              </a:defRPr>
            </a:lvl7pPr>
            <a:lvl8pPr algn="l">
              <a:buNone/>
              <a:defRPr sz="2025" b="0">
                <a:solidFill>
                  <a:srgbClr val="D6E1EE"/>
                </a:solidFill>
                <a:latin typeface="Noto Sans Kr"/>
                <a:ea typeface="Noto Sans Kr"/>
                <a:cs typeface="Noto Sans Kr"/>
              </a:defRPr>
            </a:lvl8pPr>
            <a:lvl9pPr algn="l">
              <a:buNone/>
              <a:defRPr sz="2025" b="0">
                <a:solidFill>
                  <a:srgbClr val="D6E1EE"/>
                </a:solidFill>
                <a:latin typeface="Noto Sans Kr"/>
                <a:ea typeface="Noto Sans Kr"/>
                <a:cs typeface="Noto Sans Kr"/>
              </a:defRPr>
            </a:lvl9pPr>
          </a:lstStyle>
          <a:p xmlns:a="http://schemas.openxmlformats.org/drawingml/2006/main">
            <a:pPr algn="l">
              <a:buNone/>
              <a:defRPr sz="2025" b="0">
                <a:solidFill>
                  <a:srgbClr val="D6E1EE"/>
                </a:solidFill>
                <a:latin typeface="Noto Sans Kr"/>
                <a:ea typeface="Noto Sans Kr"/>
                <a:cs typeface="Noto Sans Kr"/>
              </a:defRPr>
            </a:pPr>
            <a:r>
              <a:rPr sz="2025" b="0">
                <a:solidFill>
                  <a:srgbClr val="D6E1EE"/>
                </a:solidFill>
                <a:latin typeface="Noto Sans Kr"/>
                <a:ea typeface="Noto Sans Kr"/>
                <a:cs typeface="Noto Sans Kr"/>
              </a:rPr>
              <a:t>질문에서 조사 근거와 보고서까지</a:t>
            </a:r>
          </a:p>
        </p:txBody>
      </p:sp>
      <p:cxnSp>
        <p:nvCxnSpPr>
          <p:cNvPr id="9" name="cover-rule">
            <a:extLst xmlns:a="http://schemas.openxmlformats.org/drawingml/2006/main">
              <a:ext uri="{FF2B5EF4-FFF2-40B4-BE49-F238E27FC236}">
                <a16:creationId xmlns:a16="http://schemas.microsoft.com/office/drawing/2014/main" id="{4909386D-A3B7-43CD-B3B5-72B076CBBC9D}"/>
              </a:ext>
            </a:extLst>
          </p:cNvPr>
          <p:cNvCxnSpPr/>
          <p:nvPr/>
        </p:nvCxnSpPr>
        <p:spPr>
          <a:xfrm xmlns:a="http://schemas.openxmlformats.org/drawingml/2006/main">
            <a:off x="1143000" y="9620250"/>
            <a:ext cx="16002000" cy="0"/>
          </a:xfrm>
          <a:prstGeom xmlns:a="http://schemas.openxmlformats.org/drawingml/2006/main" prst="straightConnector1">
            <a:avLst/>
          </a:prstGeom>
          <a:ln xmlns:a="http://schemas.openxmlformats.org/drawingml/2006/main" w="28575">
            <a:solidFill>
              <a:srgbClr val="385068"/>
            </a:solidFill>
          </a:ln>
        </p:spPr>
      </p:cxnSp>
    </p:spTree>
    <p:extLst>
      <p:ext uri="{BB962C8B-B14F-4D97-AF65-F5344CB8AC3E}">
        <p14:creationId xmlns:p14="http://schemas.microsoft.com/office/powerpoint/2010/main" val="2025309462"/>
      </p:ext>
    </p:extLst>
  </p:cSld>
</p:sld>
</file>

<file path=ppt/slides/slide2.xml><?xml version="1.0" encoding="utf-8"?>
<p:sld xmlns:p="http://schemas.openxmlformats.org/presentationml/2006/main">
  <p:cSld>
    <p:bg>
      <p:bgPr>
        <a:solidFill xmlns:a="http://schemas.openxmlformats.org/drawingml/2006/main">
          <a:srgbClr val="F7F8FC"/>
        </a:solidFill>
      </p:bgPr>
    </p:bg>
    <p:spTree>
      <p:nvGrpSpPr>
        <p:cNvPr id="1" name=""/>
        <p:cNvGrpSpPr/>
        <p:nvPr/>
      </p:nvGrpSpPr>
      <p:grpSpPr>
        <a:xfrm xmlns:a="http://schemas.openxmlformats.org/drawingml/2006/main"/>
      </p:grpSpPr>
      <p:sp>
        <p:nvSpPr>
          <p:cNvPr id="11" name="section-label">
            <a:extLst xmlns:a="http://schemas.openxmlformats.org/drawingml/2006/main">
              <a:ext uri="{FF2B5EF4-FFF2-40B4-BE49-F238E27FC236}">
                <a16:creationId xmlns:a16="http://schemas.microsoft.com/office/drawing/2014/main" id="{417707A7-22EC-4728-9FDC-568E079100BA}"/>
              </a:ext>
            </a:extLst>
          </p:cNvPr>
          <p:cNvSpPr>
            <a:spLocks xmlns:a="http://schemas.openxmlformats.org/drawingml/2006/main" noGrp="1"/>
          </p:cNvSpPr>
          <p:nvPr/>
        </p:nvSpPr>
        <p:spPr>
          <a:xfrm xmlns:a="http://schemas.openxmlformats.org/drawingml/2006/main">
            <a:off x="1143000" y="723900"/>
            <a:ext cx="13335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1950" b="1">
                <a:solidFill>
                  <a:srgbClr val="2B5BEB"/>
                </a:solidFill>
                <a:latin typeface="Noto Sans Bold"/>
                <a:ea typeface="Noto Sans Bold"/>
                <a:cs typeface="Noto Sans Bold"/>
              </a:defRPr>
            </a:defPPr>
            <a:lvl1pPr algn="l">
              <a:buNone/>
              <a:defRPr sz="1950" b="1">
                <a:solidFill>
                  <a:srgbClr val="2B5BEB"/>
                </a:solidFill>
                <a:latin typeface="Noto Sans Bold"/>
                <a:ea typeface="Noto Sans Bold"/>
                <a:cs typeface="Noto Sans Bold"/>
              </a:defRPr>
            </a:lvl1pPr>
            <a:lvl2pPr algn="l">
              <a:buNone/>
              <a:defRPr sz="1950" b="1">
                <a:solidFill>
                  <a:srgbClr val="2B5BEB"/>
                </a:solidFill>
                <a:latin typeface="Noto Sans Bold"/>
                <a:ea typeface="Noto Sans Bold"/>
                <a:cs typeface="Noto Sans Bold"/>
              </a:defRPr>
            </a:lvl2pPr>
            <a:lvl3pPr algn="l">
              <a:buNone/>
              <a:defRPr sz="1950" b="1">
                <a:solidFill>
                  <a:srgbClr val="2B5BEB"/>
                </a:solidFill>
                <a:latin typeface="Noto Sans Bold"/>
                <a:ea typeface="Noto Sans Bold"/>
                <a:cs typeface="Noto Sans Bold"/>
              </a:defRPr>
            </a:lvl3pPr>
            <a:lvl4pPr algn="l">
              <a:buNone/>
              <a:defRPr sz="1950" b="1">
                <a:solidFill>
                  <a:srgbClr val="2B5BEB"/>
                </a:solidFill>
                <a:latin typeface="Noto Sans Bold"/>
                <a:ea typeface="Noto Sans Bold"/>
                <a:cs typeface="Noto Sans Bold"/>
              </a:defRPr>
            </a:lvl4pPr>
            <a:lvl5pPr algn="l">
              <a:buNone/>
              <a:defRPr sz="1950" b="1">
                <a:solidFill>
                  <a:srgbClr val="2B5BEB"/>
                </a:solidFill>
                <a:latin typeface="Noto Sans Bold"/>
                <a:ea typeface="Noto Sans Bold"/>
                <a:cs typeface="Noto Sans Bold"/>
              </a:defRPr>
            </a:lvl5pPr>
            <a:lvl6pPr algn="l">
              <a:buNone/>
              <a:defRPr sz="1950" b="1">
                <a:solidFill>
                  <a:srgbClr val="2B5BEB"/>
                </a:solidFill>
                <a:latin typeface="Noto Sans Bold"/>
                <a:ea typeface="Noto Sans Bold"/>
                <a:cs typeface="Noto Sans Bold"/>
              </a:defRPr>
            </a:lvl6pPr>
            <a:lvl7pPr algn="l">
              <a:buNone/>
              <a:defRPr sz="1950" b="1">
                <a:solidFill>
                  <a:srgbClr val="2B5BEB"/>
                </a:solidFill>
                <a:latin typeface="Noto Sans Bold"/>
                <a:ea typeface="Noto Sans Bold"/>
                <a:cs typeface="Noto Sans Bold"/>
              </a:defRPr>
            </a:lvl7pPr>
            <a:lvl8pPr algn="l">
              <a:buNone/>
              <a:defRPr sz="1950" b="1">
                <a:solidFill>
                  <a:srgbClr val="2B5BEB"/>
                </a:solidFill>
                <a:latin typeface="Noto Sans Bold"/>
                <a:ea typeface="Noto Sans Bold"/>
                <a:cs typeface="Noto Sans Bold"/>
              </a:defRPr>
            </a:lvl8pPr>
            <a:lvl9pPr algn="l">
              <a:buNone/>
              <a:defRPr sz="1950" b="1">
                <a:solidFill>
                  <a:srgbClr val="2B5BEB"/>
                </a:solidFill>
                <a:latin typeface="Noto Sans Bold"/>
                <a:ea typeface="Noto Sans Bold"/>
                <a:cs typeface="Noto Sans Bold"/>
              </a:defRPr>
            </a:lvl9pPr>
          </a:lstStyle>
          <a:p xmlns:a="http://schemas.openxmlformats.org/drawingml/2006/main">
            <a:pPr algn="l">
              <a:buNone/>
              <a:defRPr sz="1950" b="1">
                <a:solidFill>
                  <a:srgbClr val="2B5BEB"/>
                </a:solidFill>
                <a:latin typeface="Noto Sans Bold"/>
                <a:ea typeface="Noto Sans Bold"/>
                <a:cs typeface="Noto Sans Bold"/>
              </a:defRPr>
            </a:pPr>
            <a:r>
              <a:rPr sz="1950" b="1">
                <a:solidFill>
                  <a:srgbClr val="2B5BEB"/>
                </a:solidFill>
                <a:latin typeface="Noto Sans Bold"/>
                <a:ea typeface="Noto Sans Bold"/>
                <a:cs typeface="Noto Sans Bold"/>
              </a:rPr>
              <a:t>문제와 핵심 개선</a:t>
            </a:r>
          </a:p>
        </p:txBody>
      </p:sp>
      <p:sp>
        <p:nvSpPr>
          <p:cNvPr id="2" name="page-number">
            <a:extLst xmlns:a="http://schemas.openxmlformats.org/drawingml/2006/main">
              <a:ext uri="{FF2B5EF4-FFF2-40B4-BE49-F238E27FC236}">
                <a16:creationId xmlns:a16="http://schemas.microsoft.com/office/drawing/2014/main" id="{9119994B-7D0E-4541-93F4-24A9FB881725}"/>
              </a:ext>
            </a:extLst>
          </p:cNvPr>
          <p:cNvSpPr>
            <a:spLocks xmlns:a="http://schemas.openxmlformats.org/drawingml/2006/main" noGrp="1"/>
          </p:cNvSpPr>
          <p:nvPr/>
        </p:nvSpPr>
        <p:spPr>
          <a:xfrm xmlns:a="http://schemas.openxmlformats.org/drawingml/2006/main">
            <a:off x="15621000" y="723900"/>
            <a:ext cx="1524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r">
              <a:defRPr sz="1950" b="0">
                <a:solidFill>
                  <a:srgbClr val="566A80"/>
                </a:solidFill>
                <a:latin typeface="Noto Sans Kr"/>
                <a:ea typeface="Noto Sans Kr"/>
                <a:cs typeface="Noto Sans Kr"/>
              </a:defRPr>
            </a:defPPr>
            <a:lvl1pPr algn="r">
              <a:buNone/>
              <a:defRPr sz="1950" b="0">
                <a:solidFill>
                  <a:srgbClr val="566A80"/>
                </a:solidFill>
                <a:latin typeface="Noto Sans Kr"/>
                <a:ea typeface="Noto Sans Kr"/>
                <a:cs typeface="Noto Sans Kr"/>
              </a:defRPr>
            </a:lvl1pPr>
            <a:lvl2pPr algn="r">
              <a:buNone/>
              <a:defRPr sz="1950" b="0">
                <a:solidFill>
                  <a:srgbClr val="566A80"/>
                </a:solidFill>
                <a:latin typeface="Noto Sans Kr"/>
                <a:ea typeface="Noto Sans Kr"/>
                <a:cs typeface="Noto Sans Kr"/>
              </a:defRPr>
            </a:lvl2pPr>
            <a:lvl3pPr algn="r">
              <a:buNone/>
              <a:defRPr sz="1950" b="0">
                <a:solidFill>
                  <a:srgbClr val="566A80"/>
                </a:solidFill>
                <a:latin typeface="Noto Sans Kr"/>
                <a:ea typeface="Noto Sans Kr"/>
                <a:cs typeface="Noto Sans Kr"/>
              </a:defRPr>
            </a:lvl3pPr>
            <a:lvl4pPr algn="r">
              <a:buNone/>
              <a:defRPr sz="1950" b="0">
                <a:solidFill>
                  <a:srgbClr val="566A80"/>
                </a:solidFill>
                <a:latin typeface="Noto Sans Kr"/>
                <a:ea typeface="Noto Sans Kr"/>
                <a:cs typeface="Noto Sans Kr"/>
              </a:defRPr>
            </a:lvl4pPr>
            <a:lvl5pPr algn="r">
              <a:buNone/>
              <a:defRPr sz="1950" b="0">
                <a:solidFill>
                  <a:srgbClr val="566A80"/>
                </a:solidFill>
                <a:latin typeface="Noto Sans Kr"/>
                <a:ea typeface="Noto Sans Kr"/>
                <a:cs typeface="Noto Sans Kr"/>
              </a:defRPr>
            </a:lvl5pPr>
            <a:lvl6pPr algn="r">
              <a:buNone/>
              <a:defRPr sz="1950" b="0">
                <a:solidFill>
                  <a:srgbClr val="566A80"/>
                </a:solidFill>
                <a:latin typeface="Noto Sans Kr"/>
                <a:ea typeface="Noto Sans Kr"/>
                <a:cs typeface="Noto Sans Kr"/>
              </a:defRPr>
            </a:lvl6pPr>
            <a:lvl7pPr algn="r">
              <a:buNone/>
              <a:defRPr sz="1950" b="0">
                <a:solidFill>
                  <a:srgbClr val="566A80"/>
                </a:solidFill>
                <a:latin typeface="Noto Sans Kr"/>
                <a:ea typeface="Noto Sans Kr"/>
                <a:cs typeface="Noto Sans Kr"/>
              </a:defRPr>
            </a:lvl7pPr>
            <a:lvl8pPr algn="r">
              <a:buNone/>
              <a:defRPr sz="1950" b="0">
                <a:solidFill>
                  <a:srgbClr val="566A80"/>
                </a:solidFill>
                <a:latin typeface="Noto Sans Kr"/>
                <a:ea typeface="Noto Sans Kr"/>
                <a:cs typeface="Noto Sans Kr"/>
              </a:defRPr>
            </a:lvl8pPr>
            <a:lvl9pPr algn="r">
              <a:buNone/>
              <a:defRPr sz="1950" b="0">
                <a:solidFill>
                  <a:srgbClr val="566A80"/>
                </a:solidFill>
                <a:latin typeface="Noto Sans Kr"/>
                <a:ea typeface="Noto Sans Kr"/>
                <a:cs typeface="Noto Sans Kr"/>
              </a:defRPr>
            </a:lvl9pPr>
          </a:lstStyle>
          <a:p xmlns:a="http://schemas.openxmlformats.org/drawingml/2006/main">
            <a:pPr algn="r">
              <a:buNone/>
              <a:defRPr sz="1950" b="0">
                <a:solidFill>
                  <a:srgbClr val="566A80"/>
                </a:solidFill>
                <a:latin typeface="Noto Sans Kr"/>
                <a:ea typeface="Noto Sans Kr"/>
                <a:cs typeface="Noto Sans Kr"/>
              </a:defRPr>
            </a:pPr>
            <a:r>
              <a:rPr sz="1950" b="0">
                <a:solidFill>
                  <a:srgbClr val="566A80"/>
                </a:solidFill>
                <a:latin typeface="Noto Sans Kr"/>
                <a:ea typeface="Noto Sans Kr"/>
                <a:cs typeface="Noto Sans Kr"/>
              </a:rPr>
              <a:t>02 / 08</a:t>
            </a:r>
          </a:p>
        </p:txBody>
      </p:sp>
      <p:sp>
        <p:nvSpPr>
          <p:cNvPr id="3" name="slide-title">
            <a:extLst xmlns:a="http://schemas.openxmlformats.org/drawingml/2006/main">
              <a:ext uri="{FF2B5EF4-FFF2-40B4-BE49-F238E27FC236}">
                <a16:creationId xmlns:a16="http://schemas.microsoft.com/office/drawing/2014/main" id="{6A81AC6A-B036-432D-AC8D-439EA2C8E4B7}"/>
              </a:ext>
            </a:extLst>
          </p:cNvPr>
          <p:cNvSpPr>
            <a:spLocks xmlns:a="http://schemas.openxmlformats.org/drawingml/2006/main" noGrp="1"/>
          </p:cNvSpPr>
          <p:nvPr/>
        </p:nvSpPr>
        <p:spPr>
          <a:xfrm xmlns:a="http://schemas.openxmlformats.org/drawingml/2006/main">
            <a:off x="1143000" y="1381125"/>
            <a:ext cx="16002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5100" b="1">
                <a:solidFill>
                  <a:srgbClr val="122C46"/>
                </a:solidFill>
                <a:latin typeface="Noto Sans Bold"/>
                <a:ea typeface="Noto Sans Bold"/>
                <a:cs typeface="Noto Sans Bold"/>
              </a:defRPr>
            </a:defPPr>
            <a:lvl1pPr algn="l">
              <a:buNone/>
              <a:defRPr sz="5100" b="1">
                <a:solidFill>
                  <a:srgbClr val="122C46"/>
                </a:solidFill>
                <a:latin typeface="Noto Sans Bold"/>
                <a:ea typeface="Noto Sans Bold"/>
                <a:cs typeface="Noto Sans Bold"/>
              </a:defRPr>
            </a:lvl1pPr>
            <a:lvl2pPr algn="l">
              <a:buNone/>
              <a:defRPr sz="5100" b="1">
                <a:solidFill>
                  <a:srgbClr val="122C46"/>
                </a:solidFill>
                <a:latin typeface="Noto Sans Bold"/>
                <a:ea typeface="Noto Sans Bold"/>
                <a:cs typeface="Noto Sans Bold"/>
              </a:defRPr>
            </a:lvl2pPr>
            <a:lvl3pPr algn="l">
              <a:buNone/>
              <a:defRPr sz="5100" b="1">
                <a:solidFill>
                  <a:srgbClr val="122C46"/>
                </a:solidFill>
                <a:latin typeface="Noto Sans Bold"/>
                <a:ea typeface="Noto Sans Bold"/>
                <a:cs typeface="Noto Sans Bold"/>
              </a:defRPr>
            </a:lvl3pPr>
            <a:lvl4pPr algn="l">
              <a:buNone/>
              <a:defRPr sz="5100" b="1">
                <a:solidFill>
                  <a:srgbClr val="122C46"/>
                </a:solidFill>
                <a:latin typeface="Noto Sans Bold"/>
                <a:ea typeface="Noto Sans Bold"/>
                <a:cs typeface="Noto Sans Bold"/>
              </a:defRPr>
            </a:lvl4pPr>
            <a:lvl5pPr algn="l">
              <a:buNone/>
              <a:defRPr sz="5100" b="1">
                <a:solidFill>
                  <a:srgbClr val="122C46"/>
                </a:solidFill>
                <a:latin typeface="Noto Sans Bold"/>
                <a:ea typeface="Noto Sans Bold"/>
                <a:cs typeface="Noto Sans Bold"/>
              </a:defRPr>
            </a:lvl5pPr>
            <a:lvl6pPr algn="l">
              <a:buNone/>
              <a:defRPr sz="5100" b="1">
                <a:solidFill>
                  <a:srgbClr val="122C46"/>
                </a:solidFill>
                <a:latin typeface="Noto Sans Bold"/>
                <a:ea typeface="Noto Sans Bold"/>
                <a:cs typeface="Noto Sans Bold"/>
              </a:defRPr>
            </a:lvl6pPr>
            <a:lvl7pPr algn="l">
              <a:buNone/>
              <a:defRPr sz="5100" b="1">
                <a:solidFill>
                  <a:srgbClr val="122C46"/>
                </a:solidFill>
                <a:latin typeface="Noto Sans Bold"/>
                <a:ea typeface="Noto Sans Bold"/>
                <a:cs typeface="Noto Sans Bold"/>
              </a:defRPr>
            </a:lvl7pPr>
            <a:lvl8pPr algn="l">
              <a:buNone/>
              <a:defRPr sz="5100" b="1">
                <a:solidFill>
                  <a:srgbClr val="122C46"/>
                </a:solidFill>
                <a:latin typeface="Noto Sans Bold"/>
                <a:ea typeface="Noto Sans Bold"/>
                <a:cs typeface="Noto Sans Bold"/>
              </a:defRPr>
            </a:lvl8pPr>
            <a:lvl9pPr algn="l">
              <a:buNone/>
              <a:defRPr sz="5100" b="1">
                <a:solidFill>
                  <a:srgbClr val="122C46"/>
                </a:solidFill>
                <a:latin typeface="Noto Sans Bold"/>
                <a:ea typeface="Noto Sans Bold"/>
                <a:cs typeface="Noto Sans Bold"/>
              </a:defRPr>
            </a:lvl9pPr>
          </a:lstStyle>
          <a:p xmlns:a="http://schemas.openxmlformats.org/drawingml/2006/main">
            <a:pPr algn="l">
              <a:buNone/>
              <a:defRPr sz="5100" b="1">
                <a:solidFill>
                  <a:srgbClr val="122C46"/>
                </a:solidFill>
                <a:latin typeface="Noto Sans Bold"/>
                <a:ea typeface="Noto Sans Bold"/>
                <a:cs typeface="Noto Sans Bold"/>
              </a:defRPr>
            </a:pPr>
            <a:r>
              <a:rPr sz="5100" b="1">
                <a:solidFill>
                  <a:srgbClr val="122C46"/>
                </a:solidFill>
                <a:latin typeface="Noto Sans Bold"/>
                <a:ea typeface="Noto Sans Bold"/>
                <a:cs typeface="Noto Sans Bold"/>
              </a:rPr>
              <a:t>핵심 개선: 추가 조사와 근거 검증</a:t>
            </a:r>
          </a:p>
        </p:txBody>
      </p:sp>
      <p:sp>
        <p:nvSpPr>
          <p:cNvPr id="4" name="slide-subtitle">
            <a:extLst xmlns:a="http://schemas.openxmlformats.org/drawingml/2006/main">
              <a:ext uri="{FF2B5EF4-FFF2-40B4-BE49-F238E27FC236}">
                <a16:creationId xmlns:a16="http://schemas.microsoft.com/office/drawing/2014/main" id="{F340EA74-8EDB-4785-9263-0F3E096E3429}"/>
              </a:ext>
            </a:extLst>
          </p:cNvPr>
          <p:cNvSpPr>
            <a:spLocks xmlns:a="http://schemas.openxmlformats.org/drawingml/2006/main" noGrp="1"/>
          </p:cNvSpPr>
          <p:nvPr/>
        </p:nvSpPr>
        <p:spPr>
          <a:xfrm xmlns:a="http://schemas.openxmlformats.org/drawingml/2006/main">
            <a:off x="1143000" y="2505075"/>
            <a:ext cx="16002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400" b="0">
                <a:solidFill>
                  <a:srgbClr val="566A80"/>
                </a:solidFill>
                <a:latin typeface="Noto Sans Kr"/>
                <a:ea typeface="Noto Sans Kr"/>
                <a:cs typeface="Noto Sans Kr"/>
              </a:defRPr>
            </a:defPPr>
            <a:lvl1pPr algn="l">
              <a:buNone/>
              <a:defRPr sz="2400" b="0">
                <a:solidFill>
                  <a:srgbClr val="566A80"/>
                </a:solidFill>
                <a:latin typeface="Noto Sans Kr"/>
                <a:ea typeface="Noto Sans Kr"/>
                <a:cs typeface="Noto Sans Kr"/>
              </a:defRPr>
            </a:lvl1pPr>
            <a:lvl2pPr algn="l">
              <a:buNone/>
              <a:defRPr sz="2400" b="0">
                <a:solidFill>
                  <a:srgbClr val="566A80"/>
                </a:solidFill>
                <a:latin typeface="Noto Sans Kr"/>
                <a:ea typeface="Noto Sans Kr"/>
                <a:cs typeface="Noto Sans Kr"/>
              </a:defRPr>
            </a:lvl2pPr>
            <a:lvl3pPr algn="l">
              <a:buNone/>
              <a:defRPr sz="2400" b="0">
                <a:solidFill>
                  <a:srgbClr val="566A80"/>
                </a:solidFill>
                <a:latin typeface="Noto Sans Kr"/>
                <a:ea typeface="Noto Sans Kr"/>
                <a:cs typeface="Noto Sans Kr"/>
              </a:defRPr>
            </a:lvl3pPr>
            <a:lvl4pPr algn="l">
              <a:buNone/>
              <a:defRPr sz="2400" b="0">
                <a:solidFill>
                  <a:srgbClr val="566A80"/>
                </a:solidFill>
                <a:latin typeface="Noto Sans Kr"/>
                <a:ea typeface="Noto Sans Kr"/>
                <a:cs typeface="Noto Sans Kr"/>
              </a:defRPr>
            </a:lvl4pPr>
            <a:lvl5pPr algn="l">
              <a:buNone/>
              <a:defRPr sz="2400" b="0">
                <a:solidFill>
                  <a:srgbClr val="566A80"/>
                </a:solidFill>
                <a:latin typeface="Noto Sans Kr"/>
                <a:ea typeface="Noto Sans Kr"/>
                <a:cs typeface="Noto Sans Kr"/>
              </a:defRPr>
            </a:lvl5pPr>
            <a:lvl6pPr algn="l">
              <a:buNone/>
              <a:defRPr sz="2400" b="0">
                <a:solidFill>
                  <a:srgbClr val="566A80"/>
                </a:solidFill>
                <a:latin typeface="Noto Sans Kr"/>
                <a:ea typeface="Noto Sans Kr"/>
                <a:cs typeface="Noto Sans Kr"/>
              </a:defRPr>
            </a:lvl6pPr>
            <a:lvl7pPr algn="l">
              <a:buNone/>
              <a:defRPr sz="2400" b="0">
                <a:solidFill>
                  <a:srgbClr val="566A80"/>
                </a:solidFill>
                <a:latin typeface="Noto Sans Kr"/>
                <a:ea typeface="Noto Sans Kr"/>
                <a:cs typeface="Noto Sans Kr"/>
              </a:defRPr>
            </a:lvl7pPr>
            <a:lvl8pPr algn="l">
              <a:buNone/>
              <a:defRPr sz="2400" b="0">
                <a:solidFill>
                  <a:srgbClr val="566A80"/>
                </a:solidFill>
                <a:latin typeface="Noto Sans Kr"/>
                <a:ea typeface="Noto Sans Kr"/>
                <a:cs typeface="Noto Sans Kr"/>
              </a:defRPr>
            </a:lvl8pPr>
            <a:lvl9pPr algn="l">
              <a:buNone/>
              <a:defRPr sz="2400" b="0">
                <a:solidFill>
                  <a:srgbClr val="566A80"/>
                </a:solidFill>
                <a:latin typeface="Noto Sans Kr"/>
                <a:ea typeface="Noto Sans Kr"/>
                <a:cs typeface="Noto Sans Kr"/>
              </a:defRPr>
            </a:lvl9pPr>
          </a:lstStyle>
          <a:p xmlns:a="http://schemas.openxmlformats.org/drawingml/2006/main">
            <a:pPr algn="l">
              <a:buNone/>
              <a:defRPr sz="2400" b="0">
                <a:solidFill>
                  <a:srgbClr val="566A80"/>
                </a:solidFill>
                <a:latin typeface="Noto Sans Kr"/>
                <a:ea typeface="Noto Sans Kr"/>
                <a:cs typeface="Noto Sans Kr"/>
              </a:defRPr>
            </a:pPr>
            <a:r>
              <a:rPr sz="2400" b="0">
                <a:solidFill>
                  <a:srgbClr val="566A80"/>
                </a:solidFill>
                <a:latin typeface="Noto Sans Kr"/>
                <a:ea typeface="Noto Sans Kr"/>
                <a:cs typeface="Noto Sans Kr"/>
              </a:rPr>
              <a:t>가설을 구별할 관측을 수집하고, 근거로 확인한 내용을 보고합니다.</a:t>
            </a:r>
          </a:p>
        </p:txBody>
      </p:sp>
      <p:sp>
        <p:nvSpPr>
          <p:cNvPr id="5" name="scope-note">
            <a:extLst xmlns:a="http://schemas.openxmlformats.org/drawingml/2006/main">
              <a:ext uri="{FF2B5EF4-FFF2-40B4-BE49-F238E27FC236}">
                <a16:creationId xmlns:a16="http://schemas.microsoft.com/office/drawing/2014/main" id="{E58FD673-79AC-4DD0-94CE-820895C1E3CB}"/>
              </a:ext>
            </a:extLst>
          </p:cNvPr>
          <p:cNvSpPr>
            <a:spLocks xmlns:a="http://schemas.openxmlformats.org/drawingml/2006/main" noGrp="1"/>
          </p:cNvSpPr>
          <p:nvPr/>
        </p:nvSpPr>
        <p:spPr>
          <a:xfrm xmlns:a="http://schemas.openxmlformats.org/drawingml/2006/main">
            <a:off x="1143000" y="8820150"/>
            <a:ext cx="16002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1800" b="0">
                <a:solidFill>
                  <a:srgbClr val="566A80"/>
                </a:solidFill>
                <a:latin typeface="Noto Sans Kr"/>
                <a:ea typeface="Noto Sans Kr"/>
                <a:cs typeface="Noto Sans Kr"/>
              </a:defRPr>
            </a:defPPr>
            <a:lvl1pPr algn="l">
              <a:buNone/>
              <a:defRPr sz="1800" b="0">
                <a:solidFill>
                  <a:srgbClr val="566A80"/>
                </a:solidFill>
                <a:latin typeface="Noto Sans Kr"/>
                <a:ea typeface="Noto Sans Kr"/>
                <a:cs typeface="Noto Sans Kr"/>
              </a:defRPr>
            </a:lvl1pPr>
            <a:lvl2pPr algn="l">
              <a:buNone/>
              <a:defRPr sz="1800" b="0">
                <a:solidFill>
                  <a:srgbClr val="566A80"/>
                </a:solidFill>
                <a:latin typeface="Noto Sans Kr"/>
                <a:ea typeface="Noto Sans Kr"/>
                <a:cs typeface="Noto Sans Kr"/>
              </a:defRPr>
            </a:lvl2pPr>
            <a:lvl3pPr algn="l">
              <a:buNone/>
              <a:defRPr sz="1800" b="0">
                <a:solidFill>
                  <a:srgbClr val="566A80"/>
                </a:solidFill>
                <a:latin typeface="Noto Sans Kr"/>
                <a:ea typeface="Noto Sans Kr"/>
                <a:cs typeface="Noto Sans Kr"/>
              </a:defRPr>
            </a:lvl3pPr>
            <a:lvl4pPr algn="l">
              <a:buNone/>
              <a:defRPr sz="1800" b="0">
                <a:solidFill>
                  <a:srgbClr val="566A80"/>
                </a:solidFill>
                <a:latin typeface="Noto Sans Kr"/>
                <a:ea typeface="Noto Sans Kr"/>
                <a:cs typeface="Noto Sans Kr"/>
              </a:defRPr>
            </a:lvl4pPr>
            <a:lvl5pPr algn="l">
              <a:buNone/>
              <a:defRPr sz="1800" b="0">
                <a:solidFill>
                  <a:srgbClr val="566A80"/>
                </a:solidFill>
                <a:latin typeface="Noto Sans Kr"/>
                <a:ea typeface="Noto Sans Kr"/>
                <a:cs typeface="Noto Sans Kr"/>
              </a:defRPr>
            </a:lvl5pPr>
            <a:lvl6pPr algn="l">
              <a:buNone/>
              <a:defRPr sz="1800" b="0">
                <a:solidFill>
                  <a:srgbClr val="566A80"/>
                </a:solidFill>
                <a:latin typeface="Noto Sans Kr"/>
                <a:ea typeface="Noto Sans Kr"/>
                <a:cs typeface="Noto Sans Kr"/>
              </a:defRPr>
            </a:lvl6pPr>
            <a:lvl7pPr algn="l">
              <a:buNone/>
              <a:defRPr sz="1800" b="0">
                <a:solidFill>
                  <a:srgbClr val="566A80"/>
                </a:solidFill>
                <a:latin typeface="Noto Sans Kr"/>
                <a:ea typeface="Noto Sans Kr"/>
                <a:cs typeface="Noto Sans Kr"/>
              </a:defRPr>
            </a:lvl7pPr>
            <a:lvl8pPr algn="l">
              <a:buNone/>
              <a:defRPr sz="1800" b="0">
                <a:solidFill>
                  <a:srgbClr val="566A80"/>
                </a:solidFill>
                <a:latin typeface="Noto Sans Kr"/>
                <a:ea typeface="Noto Sans Kr"/>
                <a:cs typeface="Noto Sans Kr"/>
              </a:defRPr>
            </a:lvl8pPr>
            <a:lvl9pPr algn="l">
              <a:buNone/>
              <a:defRPr sz="1800" b="0">
                <a:solidFill>
                  <a:srgbClr val="566A80"/>
                </a:solidFill>
                <a:latin typeface="Noto Sans Kr"/>
                <a:ea typeface="Noto Sans Kr"/>
                <a:cs typeface="Noto Sans Kr"/>
              </a:defRPr>
            </a:lvl9pPr>
          </a:lstStyle>
          <a:p xmlns:a="http://schemas.openxmlformats.org/drawingml/2006/main">
            <a:pPr algn="l">
              <a:buNone/>
              <a:defRPr sz="1800" b="0">
                <a:solidFill>
                  <a:srgbClr val="566A80"/>
                </a:solidFill>
                <a:latin typeface="Noto Sans Kr"/>
                <a:ea typeface="Noto Sans Kr"/>
                <a:cs typeface="Noto Sans Kr"/>
              </a:defRPr>
            </a:pPr>
            <a:r>
              <a:rPr sz="1800" b="0">
                <a:solidFill>
                  <a:srgbClr val="566A80"/>
                </a:solidFill>
                <a:latin typeface="Noto Sans Kr"/>
                <a:ea typeface="Noto Sans Kr"/>
                <a:cs typeface="Noto Sans Kr"/>
              </a:rPr>
              <a:t>원인 판단과 보고서의 근거를 코드·관측 기록으로 확인합니다.</a:t>
            </a:r>
          </a:p>
        </p:txBody>
      </p:sp>
      <p:cxnSp>
        <p:nvCxnSpPr>
          <p:cNvPr id="6" name="footer-rule">
            <a:extLst xmlns:a="http://schemas.openxmlformats.org/drawingml/2006/main">
              <a:ext uri="{FF2B5EF4-FFF2-40B4-BE49-F238E27FC236}">
                <a16:creationId xmlns:a16="http://schemas.microsoft.com/office/drawing/2014/main" id="{C1CEFBFC-2FDA-4EE3-96B0-4D26EDCB718A}"/>
              </a:ext>
            </a:extLst>
          </p:cNvPr>
          <p:cNvCxnSpPr/>
          <p:nvPr/>
        </p:nvCxnSpPr>
        <p:spPr>
          <a:xfrm xmlns:a="http://schemas.openxmlformats.org/drawingml/2006/main">
            <a:off x="1143000" y="9353550"/>
            <a:ext cx="16002000" cy="0"/>
          </a:xfrm>
          <a:prstGeom xmlns:a="http://schemas.openxmlformats.org/drawingml/2006/main" prst="straightConnector1">
            <a:avLst/>
          </a:prstGeom>
          <a:ln xmlns:a="http://schemas.openxmlformats.org/drawingml/2006/main" w="28575">
            <a:solidFill>
              <a:srgbClr val="DDE5EE"/>
            </a:solidFill>
          </a:ln>
        </p:spPr>
      </p:cxnSp>
      <p:sp>
        <p:nvSpPr>
          <p:cNvPr id="7" name="footer">
            <a:extLst xmlns:a="http://schemas.openxmlformats.org/drawingml/2006/main">
              <a:ext uri="{FF2B5EF4-FFF2-40B4-BE49-F238E27FC236}">
                <a16:creationId xmlns:a16="http://schemas.microsoft.com/office/drawing/2014/main" id="{C7BD6933-C451-4CAD-85B8-EB7B55E9625C}"/>
              </a:ext>
            </a:extLst>
          </p:cNvPr>
          <p:cNvSpPr>
            <a:spLocks xmlns:a="http://schemas.openxmlformats.org/drawingml/2006/main" noGrp="1"/>
          </p:cNvSpPr>
          <p:nvPr/>
        </p:nvSpPr>
        <p:spPr>
          <a:xfrm xmlns:a="http://schemas.openxmlformats.org/drawingml/2006/main">
            <a:off x="1143000" y="9553575"/>
            <a:ext cx="12382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1650" b="0">
                <a:solidFill>
                  <a:srgbClr val="566A80"/>
                </a:solidFill>
                <a:latin typeface="Noto Sans Kr"/>
                <a:ea typeface="Noto Sans Kr"/>
                <a:cs typeface="Noto Sans Kr"/>
              </a:defRPr>
            </a:defPPr>
            <a:lvl1pPr algn="l">
              <a:buNone/>
              <a:defRPr sz="1650" b="0">
                <a:solidFill>
                  <a:srgbClr val="566A80"/>
                </a:solidFill>
                <a:latin typeface="Noto Sans Kr"/>
                <a:ea typeface="Noto Sans Kr"/>
                <a:cs typeface="Noto Sans Kr"/>
              </a:defRPr>
            </a:lvl1pPr>
            <a:lvl2pPr algn="l">
              <a:buNone/>
              <a:defRPr sz="1650" b="0">
                <a:solidFill>
                  <a:srgbClr val="566A80"/>
                </a:solidFill>
                <a:latin typeface="Noto Sans Kr"/>
                <a:ea typeface="Noto Sans Kr"/>
                <a:cs typeface="Noto Sans Kr"/>
              </a:defRPr>
            </a:lvl2pPr>
            <a:lvl3pPr algn="l">
              <a:buNone/>
              <a:defRPr sz="1650" b="0">
                <a:solidFill>
                  <a:srgbClr val="566A80"/>
                </a:solidFill>
                <a:latin typeface="Noto Sans Kr"/>
                <a:ea typeface="Noto Sans Kr"/>
                <a:cs typeface="Noto Sans Kr"/>
              </a:defRPr>
            </a:lvl3pPr>
            <a:lvl4pPr algn="l">
              <a:buNone/>
              <a:defRPr sz="1650" b="0">
                <a:solidFill>
                  <a:srgbClr val="566A80"/>
                </a:solidFill>
                <a:latin typeface="Noto Sans Kr"/>
                <a:ea typeface="Noto Sans Kr"/>
                <a:cs typeface="Noto Sans Kr"/>
              </a:defRPr>
            </a:lvl4pPr>
            <a:lvl5pPr algn="l">
              <a:buNone/>
              <a:defRPr sz="1650" b="0">
                <a:solidFill>
                  <a:srgbClr val="566A80"/>
                </a:solidFill>
                <a:latin typeface="Noto Sans Kr"/>
                <a:ea typeface="Noto Sans Kr"/>
                <a:cs typeface="Noto Sans Kr"/>
              </a:defRPr>
            </a:lvl5pPr>
            <a:lvl6pPr algn="l">
              <a:buNone/>
              <a:defRPr sz="1650" b="0">
                <a:solidFill>
                  <a:srgbClr val="566A80"/>
                </a:solidFill>
                <a:latin typeface="Noto Sans Kr"/>
                <a:ea typeface="Noto Sans Kr"/>
                <a:cs typeface="Noto Sans Kr"/>
              </a:defRPr>
            </a:lvl6pPr>
            <a:lvl7pPr algn="l">
              <a:buNone/>
              <a:defRPr sz="1650" b="0">
                <a:solidFill>
                  <a:srgbClr val="566A80"/>
                </a:solidFill>
                <a:latin typeface="Noto Sans Kr"/>
                <a:ea typeface="Noto Sans Kr"/>
                <a:cs typeface="Noto Sans Kr"/>
              </a:defRPr>
            </a:lvl7pPr>
            <a:lvl8pPr algn="l">
              <a:buNone/>
              <a:defRPr sz="1650" b="0">
                <a:solidFill>
                  <a:srgbClr val="566A80"/>
                </a:solidFill>
                <a:latin typeface="Noto Sans Kr"/>
                <a:ea typeface="Noto Sans Kr"/>
                <a:cs typeface="Noto Sans Kr"/>
              </a:defRPr>
            </a:lvl8pPr>
            <a:lvl9pPr algn="l">
              <a:buNone/>
              <a:defRPr sz="1650" b="0">
                <a:solidFill>
                  <a:srgbClr val="566A80"/>
                </a:solidFill>
                <a:latin typeface="Noto Sans Kr"/>
                <a:ea typeface="Noto Sans Kr"/>
                <a:cs typeface="Noto Sans Kr"/>
              </a:defRPr>
            </a:lvl9pPr>
          </a:lstStyle>
          <a:p xmlns:a="http://schemas.openxmlformats.org/drawingml/2006/main">
            <a:pPr algn="l">
              <a:buNone/>
              <a:defRPr sz="1650" b="0">
                <a:solidFill>
                  <a:srgbClr val="566A80"/>
                </a:solidFill>
                <a:latin typeface="Noto Sans Kr"/>
                <a:ea typeface="Noto Sans Kr"/>
                <a:cs typeface="Noto Sans Kr"/>
              </a:defRPr>
            </a:pPr>
            <a:r>
              <a:rPr sz="1650" b="0">
                <a:solidFill>
                  <a:srgbClr val="566A80"/>
                </a:solidFill>
                <a:latin typeface="Noto Sans Kr"/>
                <a:ea typeface="Noto Sans Kr"/>
                <a:cs typeface="Noto Sans Kr"/>
              </a:rPr>
              <a:t>SKALA 광주 2반   G066 정준용</a:t>
            </a:r>
          </a:p>
        </p:txBody>
      </p:sp>
      <p:graphicFrame>
        <p:nvGraphicFramePr>
          <p:cNvPr id="8" name="">
            <a:extLst xmlns:a="http://schemas.openxmlformats.org/drawingml/2006/main">
              <a:ext uri="{FF2B5EF4-FFF2-40B4-BE49-F238E27FC236}">
                <a16:creationId xmlns:a16="http://schemas.microsoft.com/office/drawing/2014/main" id="{782070D2-FC48-432D-B520-89B466D4FA01}"/>
              </a:ext>
            </a:extLst>
          </p:cNvPr>
          <p:cNvGraphicFramePr/>
          <p:nvPr/>
        </p:nvGraphicFramePr>
        <p:xfrm>
          <a:off xmlns:a="http://schemas.openxmlformats.org/drawingml/2006/main" x="1143000" y="3429000"/>
          <a:ext xmlns:a="http://schemas.openxmlformats.org/drawingml/2006/main" cx="16002000" cy="3962400"/>
        </p:xfrm>
        <a:graphic xmlns:a="http://schemas.openxmlformats.org/drawingml/2006/main">
          <a:graphicData uri="http://schemas.openxmlformats.org/drawingml/2006/table">
            <a:tbl>
              <a:tblPr firstRow="0" bandRow="0"/>
              <a:tblGrid>
                <a:gridCol w="7239000"/>
                <a:gridCol w="8763000"/>
              </a:tblGrid>
              <a:tr h="609600">
                <a:tc>
                  <a:txBody>
                    <a:bodyPr/>
                    <a:lstStyle/>
                    <a:p>
                      <a:r>
                        <a:rPr sz="2175" b="1">
                          <a:solidFill>
                            <a:srgbClr val="FFFFFF"/>
                          </a:solidFill>
                          <a:latin typeface="Noto Sans Bold"/>
                          <a:ea typeface="Noto Sans Bold"/>
                          <a:cs typeface="Noto Sans Bold"/>
                        </a:rPr>
                        <a:t>기존 한계</a:t>
                      </a:r>
                    </a:p>
                  </a:txBody>
                  <a:tcPr marL="266700" marR="228600" marT="114300" marB="114300" anchor="ctr">
                    <a:lnL w="9525">
                      <a:solidFill>
                        <a:srgbClr val="DDE5EE"/>
                      </a:solidFill>
                      <a:prstDash val="solid"/>
                    </a:lnL>
                    <a:lnR w="9525">
                      <a:solidFill>
                        <a:srgbClr val="DDE5EE"/>
                      </a:solidFill>
                      <a:prstDash val="solid"/>
                    </a:lnR>
                    <a:lnT w="9525">
                      <a:solidFill>
                        <a:srgbClr val="DDE5EE"/>
                      </a:solidFill>
                      <a:prstDash val="solid"/>
                    </a:lnT>
                    <a:lnB w="9525">
                      <a:solidFill>
                        <a:srgbClr val="DDE5EE"/>
                      </a:solidFill>
                      <a:prstDash val="solid"/>
                    </a:lnB>
                    <a:solidFill>
                      <a:srgbClr val="112840"/>
                    </a:solidFill>
                  </a:tcPr>
                </a:tc>
                <a:tc>
                  <a:txBody>
                    <a:bodyPr/>
                    <a:lstStyle/>
                    <a:p>
                      <a:r>
                        <a:rPr sz="2175" b="1">
                          <a:solidFill>
                            <a:srgbClr val="FFFFFF"/>
                          </a:solidFill>
                          <a:latin typeface="Noto Sans Bold"/>
                          <a:ea typeface="Noto Sans Bold"/>
                          <a:cs typeface="Noto Sans Bold"/>
                        </a:rPr>
                        <a:t>핵심 개선</a:t>
                      </a:r>
                    </a:p>
                  </a:txBody>
                  <a:tcPr marL="266700" marR="228600" marT="114300" marB="114300" anchor="ctr">
                    <a:lnR w="9525">
                      <a:solidFill>
                        <a:srgbClr val="DDE5EE"/>
                      </a:solidFill>
                      <a:prstDash val="solid"/>
                    </a:lnR>
                    <a:lnT w="9525">
                      <a:solidFill>
                        <a:srgbClr val="DDE5EE"/>
                      </a:solidFill>
                      <a:prstDash val="solid"/>
                    </a:lnT>
                    <a:lnB w="9525">
                      <a:solidFill>
                        <a:srgbClr val="DDE5EE"/>
                      </a:solidFill>
                      <a:prstDash val="solid"/>
                    </a:lnB>
                    <a:solidFill>
                      <a:srgbClr val="112840"/>
                    </a:solidFill>
                  </a:tcPr>
                </a:tc>
              </a:tr>
              <a:tr h="1676400">
                <a:tc>
                  <a:txBody>
                    <a:bodyPr/>
                    <a:lstStyle/>
                    <a:p>
                      <a:r>
                        <a:rPr sz="2400">
                          <a:solidFill>
                            <a:srgbClr val="122C46"/>
                          </a:solidFill>
                          <a:latin typeface="Noto Sans Kr"/>
                          <a:ea typeface="Noto Sans Kr"/>
                          <a:cs typeface="Noto Sans Kr"/>
                        </a:rPr>
                        <a:t>경고·초기 지표만으로 원인 추정</a:t>
                      </a:r>
                    </a:p>
                    <a:p>
                      <a:r>
                        <a:rPr sz="2400">
                          <a:solidFill>
                            <a:srgbClr val="122C46"/>
                          </a:solidFill>
                          <a:latin typeface="Noto Sans Kr"/>
                          <a:ea typeface="Noto Sans Kr"/>
                          <a:cs typeface="Noto Sans Kr"/>
                        </a:rPr>
                        <a:t>가설을 구별할 근거가 부족</a:t>
                      </a:r>
                    </a:p>
                  </a:txBody>
                  <a:tcPr marL="266700" marR="228600" marT="114300" marB="114300" anchor="ctr">
                    <a:lnL w="9525">
                      <a:solidFill>
                        <a:srgbClr val="DDE5EE"/>
                      </a:solidFill>
                      <a:prstDash val="solid"/>
                    </a:lnL>
                    <a:lnR w="9525">
                      <a:solidFill>
                        <a:srgbClr val="DDE5EE"/>
                      </a:solidFill>
                      <a:prstDash val="solid"/>
                    </a:lnR>
                    <a:lnB w="9525">
                      <a:solidFill>
                        <a:srgbClr val="DDE5EE"/>
                      </a:solidFill>
                      <a:prstDash val="solid"/>
                    </a:lnB>
                    <a:solidFill>
                      <a:srgbClr val="FFFFFF"/>
                    </a:solidFill>
                  </a:tcPr>
                </a:tc>
                <a:tc>
                  <a:txBody>
                    <a:bodyPr/>
                    <a:lstStyle/>
                    <a:p>
                      <a:r>
                        <a:rPr sz="2400">
                          <a:solidFill>
                            <a:srgbClr val="122C46"/>
                          </a:solidFill>
                          <a:latin typeface="Noto Sans Kr"/>
                          <a:ea typeface="Noto Sans Kr"/>
                          <a:cs typeface="Noto Sans Kr"/>
                        </a:rPr>
                        <a:t>가설 기반 추가 조사</a:t>
                      </a:r>
                    </a:p>
                    <a:p>
                      <a:r>
                        <a:rPr sz="2400">
                          <a:solidFill>
                            <a:srgbClr val="122C46"/>
                          </a:solidFill>
                          <a:latin typeface="Noto Sans Kr"/>
                          <a:ea typeface="Noto Sans Kr"/>
                          <a:cs typeface="Noto Sans Kr"/>
                        </a:rPr>
                        <a:t>질문 선택·추가 관측·가설 갱신</a:t>
                      </a:r>
                    </a:p>
                  </a:txBody>
                  <a:tcPr marL="266700" marR="228600" marT="114300" marB="114300" anchor="ctr">
                    <a:lnR w="9525">
                      <a:solidFill>
                        <a:srgbClr val="DDE5EE"/>
                      </a:solidFill>
                      <a:prstDash val="solid"/>
                    </a:lnR>
                    <a:lnB w="9525">
                      <a:solidFill>
                        <a:srgbClr val="DDE5EE"/>
                      </a:solidFill>
                      <a:prstDash val="solid"/>
                    </a:lnB>
                    <a:solidFill>
                      <a:srgbClr val="FFFFFF"/>
                    </a:solidFill>
                  </a:tcPr>
                </a:tc>
              </a:tr>
              <a:tr h="1676400">
                <a:tc>
                  <a:txBody>
                    <a:bodyPr/>
                    <a:lstStyle/>
                    <a:p>
                      <a:r>
                        <a:rPr sz="2400">
                          <a:solidFill>
                            <a:srgbClr val="122C46"/>
                          </a:solidFill>
                          <a:latin typeface="Noto Sans Kr"/>
                          <a:ea typeface="Noto Sans Kr"/>
                          <a:cs typeface="Noto Sans Kr"/>
                        </a:rPr>
                        <a:t>답변의 사실 여부를 확인하기 어려움</a:t>
                      </a:r>
                    </a:p>
                    <a:p>
                      <a:r>
                        <a:rPr sz="2400">
                          <a:solidFill>
                            <a:srgbClr val="122C46"/>
                          </a:solidFill>
                          <a:latin typeface="Noto Sans Kr"/>
                          <a:ea typeface="Noto Sans Kr"/>
                          <a:cs typeface="Noto Sans Kr"/>
                        </a:rPr>
                        <a:t>조회값·출처·조치 조건 확인이 필요</a:t>
                      </a:r>
                    </a:p>
                  </a:txBody>
                  <a:tcPr marL="266700" marR="228600" marT="114300" marB="114300" anchor="ctr">
                    <a:lnL w="9525">
                      <a:solidFill>
                        <a:srgbClr val="DDE5EE"/>
                      </a:solidFill>
                      <a:prstDash val="solid"/>
                    </a:lnL>
                    <a:lnR w="9525">
                      <a:solidFill>
                        <a:srgbClr val="DDE5EE"/>
                      </a:solidFill>
                      <a:prstDash val="solid"/>
                    </a:lnR>
                    <a:lnB w="9525">
                      <a:solidFill>
                        <a:srgbClr val="DDE5EE"/>
                      </a:solidFill>
                      <a:prstDash val="solid"/>
                    </a:lnB>
                    <a:solidFill>
                      <a:srgbClr val="FFFFFF"/>
                    </a:solidFill>
                  </a:tcPr>
                </a:tc>
                <a:tc>
                  <a:txBody>
                    <a:bodyPr/>
                    <a:lstStyle/>
                    <a:p>
                      <a:r>
                        <a:rPr sz="2400">
                          <a:solidFill>
                            <a:srgbClr val="122C46"/>
                          </a:solidFill>
                          <a:latin typeface="Noto Sans Kr"/>
                          <a:ea typeface="Noto Sans Kr"/>
                          <a:cs typeface="Noto Sans Kr"/>
                        </a:rPr>
                        <a:t>관측 수치·출처·조치 조건 검증</a:t>
                      </a:r>
                    </a:p>
                    <a:p>
                      <a:r>
                        <a:rPr sz="2400">
                          <a:solidFill>
                            <a:srgbClr val="122C46"/>
                          </a:solidFill>
                          <a:latin typeface="Noto Sans Kr"/>
                          <a:ea typeface="Noto Sans Kr"/>
                          <a:cs typeface="Noto Sans Kr"/>
                        </a:rPr>
                        <a:t>반복 검증 실패 시 관측만 안내</a:t>
                      </a:r>
                    </a:p>
                  </a:txBody>
                  <a:tcPr marL="266700" marR="228600" marT="114300" marB="114300" anchor="ctr">
                    <a:lnR w="9525">
                      <a:solidFill>
                        <a:srgbClr val="DDE5EE"/>
                      </a:solidFill>
                      <a:prstDash val="solid"/>
                    </a:lnR>
                    <a:lnB w="9525">
                      <a:solidFill>
                        <a:srgbClr val="DDE5EE"/>
                      </a:solidFill>
                      <a:prstDash val="solid"/>
                    </a:lnB>
                    <a:solidFill>
                      <a:srgbClr val="FFFFFF"/>
                    </a:solidFill>
                  </a:tcPr>
                </a:tc>
              </a:tr>
            </a:tbl>
          </a:graphicData>
        </a:graphic>
      </p:graphicFrame>
      <p:sp>
        <p:nvSpPr>
          <p:cNvPr id="9" name="supporting-features-label">
            <a:extLst xmlns:a="http://schemas.openxmlformats.org/drawingml/2006/main">
              <a:ext uri="{FF2B5EF4-FFF2-40B4-BE49-F238E27FC236}">
                <a16:creationId xmlns:a16="http://schemas.microsoft.com/office/drawing/2014/main" id="{492BD73D-590C-4F3D-927A-258F1DD35067}"/>
              </a:ext>
            </a:extLst>
          </p:cNvPr>
          <p:cNvSpPr>
            <a:spLocks xmlns:a="http://schemas.openxmlformats.org/drawingml/2006/main" noGrp="1"/>
          </p:cNvSpPr>
          <p:nvPr/>
        </p:nvSpPr>
        <p:spPr>
          <a:xfrm xmlns:a="http://schemas.openxmlformats.org/drawingml/2006/main">
            <a:off x="1143000" y="7981950"/>
            <a:ext cx="23812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250" b="1">
                <a:solidFill>
                  <a:srgbClr val="2B5BEB"/>
                </a:solidFill>
                <a:latin typeface="Noto Sans Bold"/>
                <a:ea typeface="Noto Sans Bold"/>
                <a:cs typeface="Noto Sans Bold"/>
              </a:defRPr>
            </a:defPPr>
            <a:lvl1pPr algn="l">
              <a:buNone/>
              <a:defRPr sz="2250" b="1">
                <a:solidFill>
                  <a:srgbClr val="2B5BEB"/>
                </a:solidFill>
                <a:latin typeface="Noto Sans Bold"/>
                <a:ea typeface="Noto Sans Bold"/>
                <a:cs typeface="Noto Sans Bold"/>
              </a:defRPr>
            </a:lvl1pPr>
            <a:lvl2pPr algn="l">
              <a:buNone/>
              <a:defRPr sz="2250" b="1">
                <a:solidFill>
                  <a:srgbClr val="2B5BEB"/>
                </a:solidFill>
                <a:latin typeface="Noto Sans Bold"/>
                <a:ea typeface="Noto Sans Bold"/>
                <a:cs typeface="Noto Sans Bold"/>
              </a:defRPr>
            </a:lvl2pPr>
            <a:lvl3pPr algn="l">
              <a:buNone/>
              <a:defRPr sz="2250" b="1">
                <a:solidFill>
                  <a:srgbClr val="2B5BEB"/>
                </a:solidFill>
                <a:latin typeface="Noto Sans Bold"/>
                <a:ea typeface="Noto Sans Bold"/>
                <a:cs typeface="Noto Sans Bold"/>
              </a:defRPr>
            </a:lvl3pPr>
            <a:lvl4pPr algn="l">
              <a:buNone/>
              <a:defRPr sz="2250" b="1">
                <a:solidFill>
                  <a:srgbClr val="2B5BEB"/>
                </a:solidFill>
                <a:latin typeface="Noto Sans Bold"/>
                <a:ea typeface="Noto Sans Bold"/>
                <a:cs typeface="Noto Sans Bold"/>
              </a:defRPr>
            </a:lvl4pPr>
            <a:lvl5pPr algn="l">
              <a:buNone/>
              <a:defRPr sz="2250" b="1">
                <a:solidFill>
                  <a:srgbClr val="2B5BEB"/>
                </a:solidFill>
                <a:latin typeface="Noto Sans Bold"/>
                <a:ea typeface="Noto Sans Bold"/>
                <a:cs typeface="Noto Sans Bold"/>
              </a:defRPr>
            </a:lvl5pPr>
            <a:lvl6pPr algn="l">
              <a:buNone/>
              <a:defRPr sz="2250" b="1">
                <a:solidFill>
                  <a:srgbClr val="2B5BEB"/>
                </a:solidFill>
                <a:latin typeface="Noto Sans Bold"/>
                <a:ea typeface="Noto Sans Bold"/>
                <a:cs typeface="Noto Sans Bold"/>
              </a:defRPr>
            </a:lvl6pPr>
            <a:lvl7pPr algn="l">
              <a:buNone/>
              <a:defRPr sz="2250" b="1">
                <a:solidFill>
                  <a:srgbClr val="2B5BEB"/>
                </a:solidFill>
                <a:latin typeface="Noto Sans Bold"/>
                <a:ea typeface="Noto Sans Bold"/>
                <a:cs typeface="Noto Sans Bold"/>
              </a:defRPr>
            </a:lvl7pPr>
            <a:lvl8pPr algn="l">
              <a:buNone/>
              <a:defRPr sz="2250" b="1">
                <a:solidFill>
                  <a:srgbClr val="2B5BEB"/>
                </a:solidFill>
                <a:latin typeface="Noto Sans Bold"/>
                <a:ea typeface="Noto Sans Bold"/>
                <a:cs typeface="Noto Sans Bold"/>
              </a:defRPr>
            </a:lvl8pPr>
            <a:lvl9pPr algn="l">
              <a:buNone/>
              <a:defRPr sz="2250" b="1">
                <a:solidFill>
                  <a:srgbClr val="2B5BEB"/>
                </a:solidFill>
                <a:latin typeface="Noto Sans Bold"/>
                <a:ea typeface="Noto Sans Bold"/>
                <a:cs typeface="Noto Sans Bold"/>
              </a:defRPr>
            </a:lvl9pPr>
          </a:lstStyle>
          <a:p xmlns:a="http://schemas.openxmlformats.org/drawingml/2006/main">
            <a:pPr algn="l">
              <a:buNone/>
              <a:defRPr sz="2250" b="1">
                <a:solidFill>
                  <a:srgbClr val="2B5BEB"/>
                </a:solidFill>
                <a:latin typeface="Noto Sans Bold"/>
                <a:ea typeface="Noto Sans Bold"/>
                <a:cs typeface="Noto Sans Bold"/>
              </a:defRPr>
            </a:pPr>
            <a:r>
              <a:rPr sz="2250" b="1">
                <a:solidFill>
                  <a:srgbClr val="2B5BEB"/>
                </a:solidFill>
                <a:latin typeface="Noto Sans Bold"/>
                <a:ea typeface="Noto Sans Bold"/>
                <a:cs typeface="Noto Sans Bold"/>
              </a:rPr>
              <a:t>보조 안정성</a:t>
            </a:r>
          </a:p>
        </p:txBody>
      </p:sp>
      <p:sp>
        <p:nvSpPr>
          <p:cNvPr id="10" name="supporting-features">
            <a:extLst xmlns:a="http://schemas.openxmlformats.org/drawingml/2006/main">
              <a:ext uri="{FF2B5EF4-FFF2-40B4-BE49-F238E27FC236}">
                <a16:creationId xmlns:a16="http://schemas.microsoft.com/office/drawing/2014/main" id="{5B869E42-4EA3-4191-A1EF-DD2613351976}"/>
              </a:ext>
            </a:extLst>
          </p:cNvPr>
          <p:cNvSpPr>
            <a:spLocks xmlns:a="http://schemas.openxmlformats.org/drawingml/2006/main" noGrp="1"/>
          </p:cNvSpPr>
          <p:nvPr/>
        </p:nvSpPr>
        <p:spPr>
          <a:xfrm xmlns:a="http://schemas.openxmlformats.org/drawingml/2006/main">
            <a:off x="3905250" y="7981950"/>
            <a:ext cx="132397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250" b="0">
                <a:solidFill>
                  <a:srgbClr val="566A80"/>
                </a:solidFill>
                <a:latin typeface="Noto Sans Kr"/>
                <a:ea typeface="Noto Sans Kr"/>
                <a:cs typeface="Noto Sans Kr"/>
              </a:defRPr>
            </a:defPPr>
            <a:lvl1pPr algn="l">
              <a:buNone/>
              <a:defRPr sz="2250" b="0">
                <a:solidFill>
                  <a:srgbClr val="566A80"/>
                </a:solidFill>
                <a:latin typeface="Noto Sans Kr"/>
                <a:ea typeface="Noto Sans Kr"/>
                <a:cs typeface="Noto Sans Kr"/>
              </a:defRPr>
            </a:lvl1pPr>
            <a:lvl2pPr algn="l">
              <a:buNone/>
              <a:defRPr sz="2250" b="0">
                <a:solidFill>
                  <a:srgbClr val="566A80"/>
                </a:solidFill>
                <a:latin typeface="Noto Sans Kr"/>
                <a:ea typeface="Noto Sans Kr"/>
                <a:cs typeface="Noto Sans Kr"/>
              </a:defRPr>
            </a:lvl2pPr>
            <a:lvl3pPr algn="l">
              <a:buNone/>
              <a:defRPr sz="2250" b="0">
                <a:solidFill>
                  <a:srgbClr val="566A80"/>
                </a:solidFill>
                <a:latin typeface="Noto Sans Kr"/>
                <a:ea typeface="Noto Sans Kr"/>
                <a:cs typeface="Noto Sans Kr"/>
              </a:defRPr>
            </a:lvl3pPr>
            <a:lvl4pPr algn="l">
              <a:buNone/>
              <a:defRPr sz="2250" b="0">
                <a:solidFill>
                  <a:srgbClr val="566A80"/>
                </a:solidFill>
                <a:latin typeface="Noto Sans Kr"/>
                <a:ea typeface="Noto Sans Kr"/>
                <a:cs typeface="Noto Sans Kr"/>
              </a:defRPr>
            </a:lvl4pPr>
            <a:lvl5pPr algn="l">
              <a:buNone/>
              <a:defRPr sz="2250" b="0">
                <a:solidFill>
                  <a:srgbClr val="566A80"/>
                </a:solidFill>
                <a:latin typeface="Noto Sans Kr"/>
                <a:ea typeface="Noto Sans Kr"/>
                <a:cs typeface="Noto Sans Kr"/>
              </a:defRPr>
            </a:lvl5pPr>
            <a:lvl6pPr algn="l">
              <a:buNone/>
              <a:defRPr sz="2250" b="0">
                <a:solidFill>
                  <a:srgbClr val="566A80"/>
                </a:solidFill>
                <a:latin typeface="Noto Sans Kr"/>
                <a:ea typeface="Noto Sans Kr"/>
                <a:cs typeface="Noto Sans Kr"/>
              </a:defRPr>
            </a:lvl6pPr>
            <a:lvl7pPr algn="l">
              <a:buNone/>
              <a:defRPr sz="2250" b="0">
                <a:solidFill>
                  <a:srgbClr val="566A80"/>
                </a:solidFill>
                <a:latin typeface="Noto Sans Kr"/>
                <a:ea typeface="Noto Sans Kr"/>
                <a:cs typeface="Noto Sans Kr"/>
              </a:defRPr>
            </a:lvl7pPr>
            <a:lvl8pPr algn="l">
              <a:buNone/>
              <a:defRPr sz="2250" b="0">
                <a:solidFill>
                  <a:srgbClr val="566A80"/>
                </a:solidFill>
                <a:latin typeface="Noto Sans Kr"/>
                <a:ea typeface="Noto Sans Kr"/>
                <a:cs typeface="Noto Sans Kr"/>
              </a:defRPr>
            </a:lvl8pPr>
            <a:lvl9pPr algn="l">
              <a:buNone/>
              <a:defRPr sz="2250" b="0">
                <a:solidFill>
                  <a:srgbClr val="566A80"/>
                </a:solidFill>
                <a:latin typeface="Noto Sans Kr"/>
                <a:ea typeface="Noto Sans Kr"/>
                <a:cs typeface="Noto Sans Kr"/>
              </a:defRPr>
            </a:lvl9pPr>
          </a:lstStyle>
          <a:p xmlns:a="http://schemas.openxmlformats.org/drawingml/2006/main">
            <a:pPr algn="l">
              <a:buNone/>
              <a:defRPr sz="2250" b="0">
                <a:solidFill>
                  <a:srgbClr val="566A80"/>
                </a:solidFill>
                <a:latin typeface="Noto Sans Kr"/>
                <a:ea typeface="Noto Sans Kr"/>
                <a:cs typeface="Noto Sans Kr"/>
              </a:defRPr>
            </a:pPr>
            <a:r>
              <a:rPr sz="2250" b="0">
                <a:solidFill>
                  <a:srgbClr val="566A80"/>
                </a:solidFill>
                <a:latin typeface="Noto Sans Kr"/>
                <a:ea typeface="Noto Sans Kr"/>
                <a:cs typeface="Noto Sans Kr"/>
              </a:rPr>
              <a:t>입력 검사·대상 확인·부분 실패 격리·기록 복원</a:t>
            </a:r>
          </a:p>
        </p:txBody>
      </p:sp>
    </p:spTree>
    <p:extLst>
      <p:ext uri="{BB962C8B-B14F-4D97-AF65-F5344CB8AC3E}">
        <p14:creationId xmlns:p14="http://schemas.microsoft.com/office/powerpoint/2010/main" val="1538496829"/>
      </p:ext>
    </p:extLst>
  </p:cSld>
</p:sld>
</file>

<file path=ppt/slides/slide3.xml><?xml version="1.0" encoding="utf-8"?>
<p:sld xmlns:p="http://schemas.openxmlformats.org/presentationml/2006/main">
  <p:cSld>
    <p:bg>
      <p:bgPr>
        <a:solidFill xmlns:a="http://schemas.openxmlformats.org/drawingml/2006/main">
          <a:srgbClr val="F7F8FC"/>
        </a:solidFill>
      </p:bgPr>
    </p:bg>
    <p:spTree>
      <p:nvGrpSpPr>
        <p:cNvPr id="1" name=""/>
        <p:cNvGrpSpPr/>
        <p:nvPr/>
      </p:nvGrpSpPr>
      <p:grpSpPr>
        <a:xfrm xmlns:a="http://schemas.openxmlformats.org/drawingml/2006/main"/>
      </p:grpSpPr>
      <p:sp>
        <p:nvSpPr>
          <p:cNvPr id="12" name="section-label">
            <a:extLst xmlns:a="http://schemas.openxmlformats.org/drawingml/2006/main">
              <a:ext uri="{FF2B5EF4-FFF2-40B4-BE49-F238E27FC236}">
                <a16:creationId xmlns:a16="http://schemas.microsoft.com/office/drawing/2014/main" id="{766E3C5C-B749-40D1-92CA-CDD4690A843A}"/>
              </a:ext>
            </a:extLst>
          </p:cNvPr>
          <p:cNvSpPr>
            <a:spLocks xmlns:a="http://schemas.openxmlformats.org/drawingml/2006/main" noGrp="1"/>
          </p:cNvSpPr>
          <p:nvPr/>
        </p:nvSpPr>
        <p:spPr>
          <a:xfrm xmlns:a="http://schemas.openxmlformats.org/drawingml/2006/main">
            <a:off x="1143000" y="723900"/>
            <a:ext cx="13335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1950" b="1">
                <a:solidFill>
                  <a:srgbClr val="2B5BEB"/>
                </a:solidFill>
                <a:latin typeface="Noto Sans Bold"/>
                <a:ea typeface="Noto Sans Bold"/>
                <a:cs typeface="Noto Sans Bold"/>
              </a:defRPr>
            </a:defPPr>
            <a:lvl1pPr algn="l">
              <a:defRPr sz="1950" b="1">
                <a:solidFill>
                  <a:srgbClr val="2B5BEB"/>
                </a:solidFill>
                <a:latin typeface="Noto Sans Bold"/>
                <a:ea typeface="Noto Sans Bold"/>
                <a:cs typeface="Noto Sans Bold"/>
              </a:defRPr>
            </a:lvl1pPr>
            <a:lvl2pPr algn="l">
              <a:defRPr sz="1950" b="1">
                <a:solidFill>
                  <a:srgbClr val="2B5BEB"/>
                </a:solidFill>
                <a:latin typeface="Noto Sans Bold"/>
                <a:ea typeface="Noto Sans Bold"/>
                <a:cs typeface="Noto Sans Bold"/>
              </a:defRPr>
            </a:lvl2pPr>
            <a:lvl3pPr algn="l">
              <a:defRPr sz="1950" b="1">
                <a:solidFill>
                  <a:srgbClr val="2B5BEB"/>
                </a:solidFill>
                <a:latin typeface="Noto Sans Bold"/>
                <a:ea typeface="Noto Sans Bold"/>
                <a:cs typeface="Noto Sans Bold"/>
              </a:defRPr>
            </a:lvl3pPr>
            <a:lvl4pPr algn="l">
              <a:defRPr sz="1950" b="1">
                <a:solidFill>
                  <a:srgbClr val="2B5BEB"/>
                </a:solidFill>
                <a:latin typeface="Noto Sans Bold"/>
                <a:ea typeface="Noto Sans Bold"/>
                <a:cs typeface="Noto Sans Bold"/>
              </a:defRPr>
            </a:lvl4pPr>
            <a:lvl5pPr algn="l">
              <a:defRPr sz="1950" b="1">
                <a:solidFill>
                  <a:srgbClr val="2B5BEB"/>
                </a:solidFill>
                <a:latin typeface="Noto Sans Bold"/>
                <a:ea typeface="Noto Sans Bold"/>
                <a:cs typeface="Noto Sans Bold"/>
              </a:defRPr>
            </a:lvl5pPr>
            <a:lvl6pPr algn="l">
              <a:defRPr sz="1950" b="1">
                <a:solidFill>
                  <a:srgbClr val="2B5BEB"/>
                </a:solidFill>
                <a:latin typeface="Noto Sans Bold"/>
                <a:ea typeface="Noto Sans Bold"/>
                <a:cs typeface="Noto Sans Bold"/>
              </a:defRPr>
            </a:lvl6pPr>
            <a:lvl7pPr algn="l">
              <a:defRPr sz="1950" b="1">
                <a:solidFill>
                  <a:srgbClr val="2B5BEB"/>
                </a:solidFill>
                <a:latin typeface="Noto Sans Bold"/>
                <a:ea typeface="Noto Sans Bold"/>
                <a:cs typeface="Noto Sans Bold"/>
              </a:defRPr>
            </a:lvl7pPr>
            <a:lvl8pPr algn="l">
              <a:defRPr sz="1950" b="1">
                <a:solidFill>
                  <a:srgbClr val="2B5BEB"/>
                </a:solidFill>
                <a:latin typeface="Noto Sans Bold"/>
                <a:ea typeface="Noto Sans Bold"/>
                <a:cs typeface="Noto Sans Bold"/>
              </a:defRPr>
            </a:lvl8pPr>
            <a:lvl9pPr algn="l">
              <a:defRPr sz="1950" b="1">
                <a:solidFill>
                  <a:srgbClr val="2B5BEB"/>
                </a:solidFill>
                <a:latin typeface="Noto Sans Bold"/>
                <a:ea typeface="Noto Sans Bold"/>
                <a:cs typeface="Noto Sans Bold"/>
              </a:defRPr>
            </a:lvl9pPr>
          </a:lstStyle>
          <a:p xmlns:a="http://schemas.openxmlformats.org/drawingml/2006/main">
            <a:pPr algn="l">
              <a:defRPr sz="1950" b="1">
                <a:solidFill>
                  <a:srgbClr val="2B5BEB"/>
                </a:solidFill>
                <a:latin typeface="Noto Sans Bold"/>
                <a:ea typeface="Noto Sans Bold"/>
                <a:cs typeface="Noto Sans Bold"/>
              </a:defRPr>
            </a:pPr>
            <a:r>
              <a:rPr sz="1950" b="1">
                <a:solidFill>
                  <a:srgbClr val="2B5BEB"/>
                </a:solidFill>
                <a:latin typeface="Noto Sans Bold"/>
                <a:ea typeface="Noto Sans Bold"/>
                <a:cs typeface="Noto Sans Bold"/>
              </a:rPr>
              <a:t>실행 결과: 가설별 판단</a:t>
            </a:r>
          </a:p>
        </p:txBody>
      </p:sp>
      <p:sp>
        <p:nvSpPr>
          <p:cNvPr id="2" name="page-number">
            <a:extLst xmlns:a="http://schemas.openxmlformats.org/drawingml/2006/main">
              <a:ext uri="{FF2B5EF4-FFF2-40B4-BE49-F238E27FC236}">
                <a16:creationId xmlns:a16="http://schemas.microsoft.com/office/drawing/2014/main" id="{64E629FF-FCE1-40DF-9B44-93C568F62D59}"/>
              </a:ext>
            </a:extLst>
          </p:cNvPr>
          <p:cNvSpPr>
            <a:spLocks xmlns:a="http://schemas.openxmlformats.org/drawingml/2006/main" noGrp="1"/>
          </p:cNvSpPr>
          <p:nvPr/>
        </p:nvSpPr>
        <p:spPr>
          <a:xfrm xmlns:a="http://schemas.openxmlformats.org/drawingml/2006/main">
            <a:off x="15621000" y="723900"/>
            <a:ext cx="1524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r">
              <a:defRPr sz="1950" b="0">
                <a:solidFill>
                  <a:srgbClr val="566A80"/>
                </a:solidFill>
                <a:latin typeface="Noto Sans Kr"/>
                <a:ea typeface="Noto Sans Kr"/>
                <a:cs typeface="Noto Sans Kr"/>
              </a:defRPr>
            </a:defPPr>
            <a:lvl1pPr algn="r">
              <a:defRPr sz="1950" b="0">
                <a:solidFill>
                  <a:srgbClr val="566A80"/>
                </a:solidFill>
                <a:latin typeface="Noto Sans Kr"/>
                <a:ea typeface="Noto Sans Kr"/>
                <a:cs typeface="Noto Sans Kr"/>
              </a:defRPr>
            </a:lvl1pPr>
            <a:lvl2pPr algn="r">
              <a:defRPr sz="1950" b="0">
                <a:solidFill>
                  <a:srgbClr val="566A80"/>
                </a:solidFill>
                <a:latin typeface="Noto Sans Kr"/>
                <a:ea typeface="Noto Sans Kr"/>
                <a:cs typeface="Noto Sans Kr"/>
              </a:defRPr>
            </a:lvl2pPr>
            <a:lvl3pPr algn="r">
              <a:defRPr sz="1950" b="0">
                <a:solidFill>
                  <a:srgbClr val="566A80"/>
                </a:solidFill>
                <a:latin typeface="Noto Sans Kr"/>
                <a:ea typeface="Noto Sans Kr"/>
                <a:cs typeface="Noto Sans Kr"/>
              </a:defRPr>
            </a:lvl3pPr>
            <a:lvl4pPr algn="r">
              <a:defRPr sz="1950" b="0">
                <a:solidFill>
                  <a:srgbClr val="566A80"/>
                </a:solidFill>
                <a:latin typeface="Noto Sans Kr"/>
                <a:ea typeface="Noto Sans Kr"/>
                <a:cs typeface="Noto Sans Kr"/>
              </a:defRPr>
            </a:lvl4pPr>
            <a:lvl5pPr algn="r">
              <a:defRPr sz="1950" b="0">
                <a:solidFill>
                  <a:srgbClr val="566A80"/>
                </a:solidFill>
                <a:latin typeface="Noto Sans Kr"/>
                <a:ea typeface="Noto Sans Kr"/>
                <a:cs typeface="Noto Sans Kr"/>
              </a:defRPr>
            </a:lvl5pPr>
            <a:lvl6pPr algn="r">
              <a:defRPr sz="1950" b="0">
                <a:solidFill>
                  <a:srgbClr val="566A80"/>
                </a:solidFill>
                <a:latin typeface="Noto Sans Kr"/>
                <a:ea typeface="Noto Sans Kr"/>
                <a:cs typeface="Noto Sans Kr"/>
              </a:defRPr>
            </a:lvl6pPr>
            <a:lvl7pPr algn="r">
              <a:defRPr sz="1950" b="0">
                <a:solidFill>
                  <a:srgbClr val="566A80"/>
                </a:solidFill>
                <a:latin typeface="Noto Sans Kr"/>
                <a:ea typeface="Noto Sans Kr"/>
                <a:cs typeface="Noto Sans Kr"/>
              </a:defRPr>
            </a:lvl7pPr>
            <a:lvl8pPr algn="r">
              <a:defRPr sz="1950" b="0">
                <a:solidFill>
                  <a:srgbClr val="566A80"/>
                </a:solidFill>
                <a:latin typeface="Noto Sans Kr"/>
                <a:ea typeface="Noto Sans Kr"/>
                <a:cs typeface="Noto Sans Kr"/>
              </a:defRPr>
            </a:lvl8pPr>
            <a:lvl9pPr algn="r">
              <a:defRPr sz="1950" b="0">
                <a:solidFill>
                  <a:srgbClr val="566A80"/>
                </a:solidFill>
                <a:latin typeface="Noto Sans Kr"/>
                <a:ea typeface="Noto Sans Kr"/>
                <a:cs typeface="Noto Sans Kr"/>
              </a:defRPr>
            </a:lvl9pPr>
          </a:lstStyle>
          <a:p xmlns:a="http://schemas.openxmlformats.org/drawingml/2006/main">
            <a:pPr algn="r">
              <a:defRPr sz="1950" b="0">
                <a:solidFill>
                  <a:srgbClr val="566A80"/>
                </a:solidFill>
                <a:latin typeface="Noto Sans Kr"/>
                <a:ea typeface="Noto Sans Kr"/>
                <a:cs typeface="Noto Sans Kr"/>
              </a:defRPr>
            </a:pPr>
            <a:r>
              <a:rPr sz="1950" b="0">
                <a:solidFill>
                  <a:srgbClr val="566A80"/>
                </a:solidFill>
                <a:latin typeface="Noto Sans Kr"/>
                <a:ea typeface="Noto Sans Kr"/>
                <a:cs typeface="Noto Sans Kr"/>
              </a:rPr>
              <a:t>03 / 08</a:t>
            </a:r>
          </a:p>
        </p:txBody>
      </p:sp>
      <p:sp>
        <p:nvSpPr>
          <p:cNvPr id="3" name="slide-title">
            <a:extLst xmlns:a="http://schemas.openxmlformats.org/drawingml/2006/main">
              <a:ext uri="{FF2B5EF4-FFF2-40B4-BE49-F238E27FC236}">
                <a16:creationId xmlns:a16="http://schemas.microsoft.com/office/drawing/2014/main" id="{F76294A4-D224-44A7-BBE5-F1163C62A51E}"/>
              </a:ext>
            </a:extLst>
          </p:cNvPr>
          <p:cNvSpPr>
            <a:spLocks xmlns:a="http://schemas.openxmlformats.org/drawingml/2006/main" noGrp="1"/>
          </p:cNvSpPr>
          <p:nvPr/>
        </p:nvSpPr>
        <p:spPr>
          <a:xfrm xmlns:a="http://schemas.openxmlformats.org/drawingml/2006/main">
            <a:off x="1143000" y="1381125"/>
            <a:ext cx="16002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5100" b="1">
                <a:solidFill>
                  <a:srgbClr val="122C46"/>
                </a:solidFill>
                <a:latin typeface="Noto Sans Bold"/>
                <a:ea typeface="Noto Sans Bold"/>
                <a:cs typeface="Noto Sans Bold"/>
              </a:defRPr>
            </a:defPPr>
            <a:lvl1pPr algn="l">
              <a:defRPr sz="5100" b="1">
                <a:solidFill>
                  <a:srgbClr val="122C46"/>
                </a:solidFill>
                <a:latin typeface="Noto Sans Bold"/>
                <a:ea typeface="Noto Sans Bold"/>
                <a:cs typeface="Noto Sans Bold"/>
              </a:defRPr>
            </a:lvl1pPr>
            <a:lvl2pPr algn="l">
              <a:defRPr sz="5100" b="1">
                <a:solidFill>
                  <a:srgbClr val="122C46"/>
                </a:solidFill>
                <a:latin typeface="Noto Sans Bold"/>
                <a:ea typeface="Noto Sans Bold"/>
                <a:cs typeface="Noto Sans Bold"/>
              </a:defRPr>
            </a:lvl2pPr>
            <a:lvl3pPr algn="l">
              <a:defRPr sz="5100" b="1">
                <a:solidFill>
                  <a:srgbClr val="122C46"/>
                </a:solidFill>
                <a:latin typeface="Noto Sans Bold"/>
                <a:ea typeface="Noto Sans Bold"/>
                <a:cs typeface="Noto Sans Bold"/>
              </a:defRPr>
            </a:lvl3pPr>
            <a:lvl4pPr algn="l">
              <a:defRPr sz="5100" b="1">
                <a:solidFill>
                  <a:srgbClr val="122C46"/>
                </a:solidFill>
                <a:latin typeface="Noto Sans Bold"/>
                <a:ea typeface="Noto Sans Bold"/>
                <a:cs typeface="Noto Sans Bold"/>
              </a:defRPr>
            </a:lvl4pPr>
            <a:lvl5pPr algn="l">
              <a:defRPr sz="5100" b="1">
                <a:solidFill>
                  <a:srgbClr val="122C46"/>
                </a:solidFill>
                <a:latin typeface="Noto Sans Bold"/>
                <a:ea typeface="Noto Sans Bold"/>
                <a:cs typeface="Noto Sans Bold"/>
              </a:defRPr>
            </a:lvl5pPr>
            <a:lvl6pPr algn="l">
              <a:defRPr sz="5100" b="1">
                <a:solidFill>
                  <a:srgbClr val="122C46"/>
                </a:solidFill>
                <a:latin typeface="Noto Sans Bold"/>
                <a:ea typeface="Noto Sans Bold"/>
                <a:cs typeface="Noto Sans Bold"/>
              </a:defRPr>
            </a:lvl6pPr>
            <a:lvl7pPr algn="l">
              <a:defRPr sz="5100" b="1">
                <a:solidFill>
                  <a:srgbClr val="122C46"/>
                </a:solidFill>
                <a:latin typeface="Noto Sans Bold"/>
                <a:ea typeface="Noto Sans Bold"/>
                <a:cs typeface="Noto Sans Bold"/>
              </a:defRPr>
            </a:lvl7pPr>
            <a:lvl8pPr algn="l">
              <a:defRPr sz="5100" b="1">
                <a:solidFill>
                  <a:srgbClr val="122C46"/>
                </a:solidFill>
                <a:latin typeface="Noto Sans Bold"/>
                <a:ea typeface="Noto Sans Bold"/>
                <a:cs typeface="Noto Sans Bold"/>
              </a:defRPr>
            </a:lvl8pPr>
            <a:lvl9pPr algn="l">
              <a:defRPr sz="5100" b="1">
                <a:solidFill>
                  <a:srgbClr val="122C46"/>
                </a:solidFill>
                <a:latin typeface="Noto Sans Bold"/>
                <a:ea typeface="Noto Sans Bold"/>
                <a:cs typeface="Noto Sans Bold"/>
              </a:defRPr>
            </a:lvl9pPr>
          </a:lstStyle>
          <a:p xmlns:a="http://schemas.openxmlformats.org/drawingml/2006/main">
            <a:pPr algn="l">
              <a:defRPr sz="5100" b="1">
                <a:solidFill>
                  <a:srgbClr val="122C46"/>
                </a:solidFill>
                <a:latin typeface="Noto Sans Bold"/>
                <a:ea typeface="Noto Sans Bold"/>
                <a:cs typeface="Noto Sans Bold"/>
              </a:defRPr>
            </a:pPr>
            <a:r>
              <a:rPr sz="5100" b="1">
                <a:solidFill>
                  <a:srgbClr val="122C46"/>
                </a:solidFill>
                <a:latin typeface="Noto Sans Bold"/>
                <a:ea typeface="Noto Sans Bold"/>
                <a:cs typeface="Noto Sans Bold"/>
              </a:rPr>
              <a:t>질문과 실제 진단 답변</a:t>
            </a:r>
          </a:p>
        </p:txBody>
      </p:sp>
      <p:sp>
        <p:nvSpPr>
          <p:cNvPr id="4" name="slide-subtitle">
            <a:extLst xmlns:a="http://schemas.openxmlformats.org/drawingml/2006/main">
              <a:ext uri="{FF2B5EF4-FFF2-40B4-BE49-F238E27FC236}">
                <a16:creationId xmlns:a16="http://schemas.microsoft.com/office/drawing/2014/main" id="{CD5B8A17-79FF-4779-8B0B-1AC7BE20ED33}"/>
              </a:ext>
            </a:extLst>
          </p:cNvPr>
          <p:cNvSpPr>
            <a:spLocks xmlns:a="http://schemas.openxmlformats.org/drawingml/2006/main" noGrp="1"/>
          </p:cNvSpPr>
          <p:nvPr/>
        </p:nvSpPr>
        <p:spPr>
          <a:xfrm xmlns:a="http://schemas.openxmlformats.org/drawingml/2006/main">
            <a:off x="1143000" y="2505075"/>
            <a:ext cx="16002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400" b="0">
                <a:solidFill>
                  <a:srgbClr val="566A80"/>
                </a:solidFill>
                <a:latin typeface="Noto Sans Kr"/>
                <a:ea typeface="Noto Sans Kr"/>
                <a:cs typeface="Noto Sans Kr"/>
              </a:defRPr>
            </a:defPPr>
            <a:lvl1pPr algn="l">
              <a:defRPr sz="2400" b="0">
                <a:solidFill>
                  <a:srgbClr val="566A80"/>
                </a:solidFill>
                <a:latin typeface="Noto Sans Kr"/>
                <a:ea typeface="Noto Sans Kr"/>
                <a:cs typeface="Noto Sans Kr"/>
              </a:defRPr>
            </a:lvl1pPr>
            <a:lvl2pPr algn="l">
              <a:defRPr sz="2400" b="0">
                <a:solidFill>
                  <a:srgbClr val="566A80"/>
                </a:solidFill>
                <a:latin typeface="Noto Sans Kr"/>
                <a:ea typeface="Noto Sans Kr"/>
                <a:cs typeface="Noto Sans Kr"/>
              </a:defRPr>
            </a:lvl2pPr>
            <a:lvl3pPr algn="l">
              <a:defRPr sz="2400" b="0">
                <a:solidFill>
                  <a:srgbClr val="566A80"/>
                </a:solidFill>
                <a:latin typeface="Noto Sans Kr"/>
                <a:ea typeface="Noto Sans Kr"/>
                <a:cs typeface="Noto Sans Kr"/>
              </a:defRPr>
            </a:lvl3pPr>
            <a:lvl4pPr algn="l">
              <a:defRPr sz="2400" b="0">
                <a:solidFill>
                  <a:srgbClr val="566A80"/>
                </a:solidFill>
                <a:latin typeface="Noto Sans Kr"/>
                <a:ea typeface="Noto Sans Kr"/>
                <a:cs typeface="Noto Sans Kr"/>
              </a:defRPr>
            </a:lvl4pPr>
            <a:lvl5pPr algn="l">
              <a:defRPr sz="2400" b="0">
                <a:solidFill>
                  <a:srgbClr val="566A80"/>
                </a:solidFill>
                <a:latin typeface="Noto Sans Kr"/>
                <a:ea typeface="Noto Sans Kr"/>
                <a:cs typeface="Noto Sans Kr"/>
              </a:defRPr>
            </a:lvl5pPr>
            <a:lvl6pPr algn="l">
              <a:defRPr sz="2400" b="0">
                <a:solidFill>
                  <a:srgbClr val="566A80"/>
                </a:solidFill>
                <a:latin typeface="Noto Sans Kr"/>
                <a:ea typeface="Noto Sans Kr"/>
                <a:cs typeface="Noto Sans Kr"/>
              </a:defRPr>
            </a:lvl6pPr>
            <a:lvl7pPr algn="l">
              <a:defRPr sz="2400" b="0">
                <a:solidFill>
                  <a:srgbClr val="566A80"/>
                </a:solidFill>
                <a:latin typeface="Noto Sans Kr"/>
                <a:ea typeface="Noto Sans Kr"/>
                <a:cs typeface="Noto Sans Kr"/>
              </a:defRPr>
            </a:lvl7pPr>
            <a:lvl8pPr algn="l">
              <a:defRPr sz="2400" b="0">
                <a:solidFill>
                  <a:srgbClr val="566A80"/>
                </a:solidFill>
                <a:latin typeface="Noto Sans Kr"/>
                <a:ea typeface="Noto Sans Kr"/>
                <a:cs typeface="Noto Sans Kr"/>
              </a:defRPr>
            </a:lvl8pPr>
            <a:lvl9pPr algn="l">
              <a:defRPr sz="2400" b="0">
                <a:solidFill>
                  <a:srgbClr val="566A80"/>
                </a:solidFill>
                <a:latin typeface="Noto Sans Kr"/>
                <a:ea typeface="Noto Sans Kr"/>
                <a:cs typeface="Noto Sans Kr"/>
              </a:defRPr>
            </a:lvl9pPr>
          </a:lstStyle>
          <a:p xmlns:a="http://schemas.openxmlformats.org/drawingml/2006/main">
            <a:pPr algn="l">
              <a:defRPr sz="2400" b="0">
                <a:solidFill>
                  <a:srgbClr val="566A80"/>
                </a:solidFill>
                <a:latin typeface="Noto Sans Kr"/>
                <a:ea typeface="Noto Sans Kr"/>
                <a:cs typeface="Noto Sans Kr"/>
              </a:defRPr>
            </a:pPr>
            <a:r>
              <a:rPr sz="2400" b="0">
                <a:solidFill>
                  <a:srgbClr val="566A80"/>
                </a:solidFill>
                <a:latin typeface="Noto Sans Kr"/>
                <a:ea typeface="Noto Sans Kr"/>
                <a:cs typeface="Noto Sans Kr"/>
              </a:rPr>
              <a:t>같은 최초 증상에서 관측을 달리한 실제 LLM 실행 두 건입니다.</a:t>
            </a:r>
          </a:p>
        </p:txBody>
      </p:sp>
      <p:sp>
        <p:nvSpPr>
          <p:cNvPr id="5" name="scope-note">
            <a:extLst xmlns:a="http://schemas.openxmlformats.org/drawingml/2006/main">
              <a:ext uri="{FF2B5EF4-FFF2-40B4-BE49-F238E27FC236}">
                <a16:creationId xmlns:a16="http://schemas.microsoft.com/office/drawing/2014/main" id="{075D698E-0CCF-4BED-8820-85E1E087AFB6}"/>
              </a:ext>
            </a:extLst>
          </p:cNvPr>
          <p:cNvSpPr>
            <a:spLocks xmlns:a="http://schemas.openxmlformats.org/drawingml/2006/main" noGrp="1"/>
          </p:cNvSpPr>
          <p:nvPr/>
        </p:nvSpPr>
        <p:spPr>
          <a:xfrm xmlns:a="http://schemas.openxmlformats.org/drawingml/2006/main">
            <a:off x="1143000" y="8820150"/>
            <a:ext cx="16002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1800" b="0">
                <a:solidFill>
                  <a:srgbClr val="566A80"/>
                </a:solidFill>
                <a:latin typeface="Noto Sans Kr"/>
                <a:ea typeface="Noto Sans Kr"/>
                <a:cs typeface="Noto Sans Kr"/>
              </a:defRPr>
            </a:defPPr>
            <a:lvl1pPr algn="l">
              <a:defRPr sz="1800" b="0">
                <a:solidFill>
                  <a:srgbClr val="566A80"/>
                </a:solidFill>
                <a:latin typeface="Noto Sans Kr"/>
                <a:ea typeface="Noto Sans Kr"/>
                <a:cs typeface="Noto Sans Kr"/>
              </a:defRPr>
            </a:lvl1pPr>
            <a:lvl2pPr algn="l">
              <a:defRPr sz="1800" b="0">
                <a:solidFill>
                  <a:srgbClr val="566A80"/>
                </a:solidFill>
                <a:latin typeface="Noto Sans Kr"/>
                <a:ea typeface="Noto Sans Kr"/>
                <a:cs typeface="Noto Sans Kr"/>
              </a:defRPr>
            </a:lvl2pPr>
            <a:lvl3pPr algn="l">
              <a:defRPr sz="1800" b="0">
                <a:solidFill>
                  <a:srgbClr val="566A80"/>
                </a:solidFill>
                <a:latin typeface="Noto Sans Kr"/>
                <a:ea typeface="Noto Sans Kr"/>
                <a:cs typeface="Noto Sans Kr"/>
              </a:defRPr>
            </a:lvl3pPr>
            <a:lvl4pPr algn="l">
              <a:defRPr sz="1800" b="0">
                <a:solidFill>
                  <a:srgbClr val="566A80"/>
                </a:solidFill>
                <a:latin typeface="Noto Sans Kr"/>
                <a:ea typeface="Noto Sans Kr"/>
                <a:cs typeface="Noto Sans Kr"/>
              </a:defRPr>
            </a:lvl4pPr>
            <a:lvl5pPr algn="l">
              <a:defRPr sz="1800" b="0">
                <a:solidFill>
                  <a:srgbClr val="566A80"/>
                </a:solidFill>
                <a:latin typeface="Noto Sans Kr"/>
                <a:ea typeface="Noto Sans Kr"/>
                <a:cs typeface="Noto Sans Kr"/>
              </a:defRPr>
            </a:lvl5pPr>
            <a:lvl6pPr algn="l">
              <a:defRPr sz="1800" b="0">
                <a:solidFill>
                  <a:srgbClr val="566A80"/>
                </a:solidFill>
                <a:latin typeface="Noto Sans Kr"/>
                <a:ea typeface="Noto Sans Kr"/>
                <a:cs typeface="Noto Sans Kr"/>
              </a:defRPr>
            </a:lvl6pPr>
            <a:lvl7pPr algn="l">
              <a:defRPr sz="1800" b="0">
                <a:solidFill>
                  <a:srgbClr val="566A80"/>
                </a:solidFill>
                <a:latin typeface="Noto Sans Kr"/>
                <a:ea typeface="Noto Sans Kr"/>
                <a:cs typeface="Noto Sans Kr"/>
              </a:defRPr>
            </a:lvl7pPr>
            <a:lvl8pPr algn="l">
              <a:defRPr sz="1800" b="0">
                <a:solidFill>
                  <a:srgbClr val="566A80"/>
                </a:solidFill>
                <a:latin typeface="Noto Sans Kr"/>
                <a:ea typeface="Noto Sans Kr"/>
                <a:cs typeface="Noto Sans Kr"/>
              </a:defRPr>
            </a:lvl8pPr>
            <a:lvl9pPr algn="l">
              <a:defRPr sz="1800" b="0">
                <a:solidFill>
                  <a:srgbClr val="566A80"/>
                </a:solidFill>
                <a:latin typeface="Noto Sans Kr"/>
                <a:ea typeface="Noto Sans Kr"/>
                <a:cs typeface="Noto Sans Kr"/>
              </a:defRPr>
            </a:lvl9pPr>
          </a:lstStyle>
          <a:p xmlns:a="http://schemas.openxmlformats.org/drawingml/2006/main">
            <a:pPr algn="l">
              <a:defRPr sz="1800" b="0">
                <a:solidFill>
                  <a:srgbClr val="566A80"/>
                </a:solidFill>
                <a:latin typeface="Noto Sans Kr"/>
                <a:ea typeface="Noto Sans Kr"/>
                <a:cs typeface="Noto Sans Kr"/>
              </a:defRPr>
            </a:pPr>
            <a:r>
              <a:rPr sz="1800" b="0">
                <a:solidFill>
                  <a:srgbClr val="566A80"/>
                </a:solidFill>
                <a:latin typeface="Noto Sans Kr"/>
                <a:ea typeface="Noto Sans Kr"/>
                <a:cs typeface="Noto Sans Kr"/>
              </a:rPr>
              <a:t>2026-10-21 보존 실행 발췌 / 교육용 합성 관측 / 교차 지지는 인과 확정과 구분</a:t>
            </a:r>
          </a:p>
        </p:txBody>
      </p:sp>
      <p:cxnSp>
        <p:nvCxnSpPr>
          <p:cNvPr id="6" name="footer-rule">
            <a:extLst xmlns:a="http://schemas.openxmlformats.org/drawingml/2006/main">
              <a:ext uri="{FF2B5EF4-FFF2-40B4-BE49-F238E27FC236}">
                <a16:creationId xmlns:a16="http://schemas.microsoft.com/office/drawing/2014/main" id="{BFC45613-69D0-418C-A250-242E3CBE8AFD}"/>
              </a:ext>
            </a:extLst>
          </p:cNvPr>
          <p:cNvCxnSpPr/>
          <p:nvPr/>
        </p:nvCxnSpPr>
        <p:spPr>
          <a:xfrm xmlns:a="http://schemas.openxmlformats.org/drawingml/2006/main">
            <a:off x="1143000" y="9353550"/>
            <a:ext cx="16002000" cy="0"/>
          </a:xfrm>
          <a:prstGeom xmlns:a="http://schemas.openxmlformats.org/drawingml/2006/main" prst="straightConnector1">
            <a:avLst/>
          </a:prstGeom>
          <a:ln xmlns:a="http://schemas.openxmlformats.org/drawingml/2006/main" w="28575">
            <a:solidFill>
              <a:srgbClr val="DDE5EE"/>
            </a:solidFill>
          </a:ln>
        </p:spPr>
      </p:cxnSp>
      <p:sp>
        <p:nvSpPr>
          <p:cNvPr id="7" name="footer">
            <a:extLst xmlns:a="http://schemas.openxmlformats.org/drawingml/2006/main">
              <a:ext uri="{FF2B5EF4-FFF2-40B4-BE49-F238E27FC236}">
                <a16:creationId xmlns:a16="http://schemas.microsoft.com/office/drawing/2014/main" id="{15AD2417-791D-47CA-B6A7-FB8A3FFED0BE}"/>
              </a:ext>
            </a:extLst>
          </p:cNvPr>
          <p:cNvSpPr>
            <a:spLocks xmlns:a="http://schemas.openxmlformats.org/drawingml/2006/main" noGrp="1"/>
          </p:cNvSpPr>
          <p:nvPr/>
        </p:nvSpPr>
        <p:spPr>
          <a:xfrm xmlns:a="http://schemas.openxmlformats.org/drawingml/2006/main">
            <a:off x="1143000" y="9553575"/>
            <a:ext cx="12382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1650" b="0">
                <a:solidFill>
                  <a:srgbClr val="566A80"/>
                </a:solidFill>
                <a:latin typeface="Noto Sans Kr"/>
                <a:ea typeface="Noto Sans Kr"/>
                <a:cs typeface="Noto Sans Kr"/>
              </a:defRPr>
            </a:defPPr>
            <a:lvl1pPr algn="l">
              <a:defRPr sz="1650" b="0">
                <a:solidFill>
                  <a:srgbClr val="566A80"/>
                </a:solidFill>
                <a:latin typeface="Noto Sans Kr"/>
                <a:ea typeface="Noto Sans Kr"/>
                <a:cs typeface="Noto Sans Kr"/>
              </a:defRPr>
            </a:lvl1pPr>
            <a:lvl2pPr algn="l">
              <a:defRPr sz="1650" b="0">
                <a:solidFill>
                  <a:srgbClr val="566A80"/>
                </a:solidFill>
                <a:latin typeface="Noto Sans Kr"/>
                <a:ea typeface="Noto Sans Kr"/>
                <a:cs typeface="Noto Sans Kr"/>
              </a:defRPr>
            </a:lvl2pPr>
            <a:lvl3pPr algn="l">
              <a:defRPr sz="1650" b="0">
                <a:solidFill>
                  <a:srgbClr val="566A80"/>
                </a:solidFill>
                <a:latin typeface="Noto Sans Kr"/>
                <a:ea typeface="Noto Sans Kr"/>
                <a:cs typeface="Noto Sans Kr"/>
              </a:defRPr>
            </a:lvl3pPr>
            <a:lvl4pPr algn="l">
              <a:defRPr sz="1650" b="0">
                <a:solidFill>
                  <a:srgbClr val="566A80"/>
                </a:solidFill>
                <a:latin typeface="Noto Sans Kr"/>
                <a:ea typeface="Noto Sans Kr"/>
                <a:cs typeface="Noto Sans Kr"/>
              </a:defRPr>
            </a:lvl4pPr>
            <a:lvl5pPr algn="l">
              <a:defRPr sz="1650" b="0">
                <a:solidFill>
                  <a:srgbClr val="566A80"/>
                </a:solidFill>
                <a:latin typeface="Noto Sans Kr"/>
                <a:ea typeface="Noto Sans Kr"/>
                <a:cs typeface="Noto Sans Kr"/>
              </a:defRPr>
            </a:lvl5pPr>
            <a:lvl6pPr algn="l">
              <a:defRPr sz="1650" b="0">
                <a:solidFill>
                  <a:srgbClr val="566A80"/>
                </a:solidFill>
                <a:latin typeface="Noto Sans Kr"/>
                <a:ea typeface="Noto Sans Kr"/>
                <a:cs typeface="Noto Sans Kr"/>
              </a:defRPr>
            </a:lvl6pPr>
            <a:lvl7pPr algn="l">
              <a:defRPr sz="1650" b="0">
                <a:solidFill>
                  <a:srgbClr val="566A80"/>
                </a:solidFill>
                <a:latin typeface="Noto Sans Kr"/>
                <a:ea typeface="Noto Sans Kr"/>
                <a:cs typeface="Noto Sans Kr"/>
              </a:defRPr>
            </a:lvl7pPr>
            <a:lvl8pPr algn="l">
              <a:defRPr sz="1650" b="0">
                <a:solidFill>
                  <a:srgbClr val="566A80"/>
                </a:solidFill>
                <a:latin typeface="Noto Sans Kr"/>
                <a:ea typeface="Noto Sans Kr"/>
                <a:cs typeface="Noto Sans Kr"/>
              </a:defRPr>
            </a:lvl8pPr>
            <a:lvl9pPr algn="l">
              <a:defRPr sz="1650" b="0">
                <a:solidFill>
                  <a:srgbClr val="566A80"/>
                </a:solidFill>
                <a:latin typeface="Noto Sans Kr"/>
                <a:ea typeface="Noto Sans Kr"/>
                <a:cs typeface="Noto Sans Kr"/>
              </a:defRPr>
            </a:lvl9pPr>
          </a:lstStyle>
          <a:p xmlns:a="http://schemas.openxmlformats.org/drawingml/2006/main">
            <a:pPr algn="l">
              <a:defRPr sz="1650" b="0">
                <a:solidFill>
                  <a:srgbClr val="566A80"/>
                </a:solidFill>
                <a:latin typeface="Noto Sans Kr"/>
                <a:ea typeface="Noto Sans Kr"/>
                <a:cs typeface="Noto Sans Kr"/>
              </a:defRPr>
            </a:pPr>
            <a:r>
              <a:rPr sz="1650" b="0">
                <a:solidFill>
                  <a:srgbClr val="566A80"/>
                </a:solidFill>
                <a:latin typeface="Noto Sans Kr"/>
                <a:ea typeface="Noto Sans Kr"/>
                <a:cs typeface="Noto Sans Kr"/>
              </a:rPr>
              <a:t>SKALA 광주 2반   G066 정준용</a:t>
            </a:r>
          </a:p>
        </p:txBody>
      </p:sp>
      <p:sp>
        <p:nvSpPr>
          <p:cNvPr id="8" name="execution-question-label">
            <a:extLst xmlns:a="http://schemas.openxmlformats.org/drawingml/2006/main">
              <a:ext uri="{FF2B5EF4-FFF2-40B4-BE49-F238E27FC236}">
                <a16:creationId xmlns:a16="http://schemas.microsoft.com/office/drawing/2014/main" id="{4763EA37-6E3D-44CF-9162-A8112B8395A3}"/>
              </a:ext>
            </a:extLst>
          </p:cNvPr>
          <p:cNvSpPr>
            <a:spLocks xmlns:a="http://schemas.openxmlformats.org/drawingml/2006/main" noGrp="1"/>
          </p:cNvSpPr>
          <p:nvPr/>
        </p:nvSpPr>
        <p:spPr>
          <a:xfrm xmlns:a="http://schemas.openxmlformats.org/drawingml/2006/main">
            <a:off x="1143000" y="3219450"/>
            <a:ext cx="20002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250" b="1">
                <a:solidFill>
                  <a:srgbClr val="2B5BEB"/>
                </a:solidFill>
                <a:latin typeface="Noto Sans Bold"/>
                <a:ea typeface="Noto Sans Bold"/>
                <a:cs typeface="Noto Sans Bold"/>
              </a:defRPr>
            </a:defPPr>
            <a:lvl1pPr algn="l">
              <a:defRPr sz="2250" b="1">
                <a:solidFill>
                  <a:srgbClr val="2B5BEB"/>
                </a:solidFill>
                <a:latin typeface="Noto Sans Bold"/>
                <a:ea typeface="Noto Sans Bold"/>
                <a:cs typeface="Noto Sans Bold"/>
              </a:defRPr>
            </a:lvl1pPr>
            <a:lvl2pPr algn="l">
              <a:defRPr sz="2250" b="1">
                <a:solidFill>
                  <a:srgbClr val="2B5BEB"/>
                </a:solidFill>
                <a:latin typeface="Noto Sans Bold"/>
                <a:ea typeface="Noto Sans Bold"/>
                <a:cs typeface="Noto Sans Bold"/>
              </a:defRPr>
            </a:lvl2pPr>
            <a:lvl3pPr algn="l">
              <a:defRPr sz="2250" b="1">
                <a:solidFill>
                  <a:srgbClr val="2B5BEB"/>
                </a:solidFill>
                <a:latin typeface="Noto Sans Bold"/>
                <a:ea typeface="Noto Sans Bold"/>
                <a:cs typeface="Noto Sans Bold"/>
              </a:defRPr>
            </a:lvl3pPr>
            <a:lvl4pPr algn="l">
              <a:defRPr sz="2250" b="1">
                <a:solidFill>
                  <a:srgbClr val="2B5BEB"/>
                </a:solidFill>
                <a:latin typeface="Noto Sans Bold"/>
                <a:ea typeface="Noto Sans Bold"/>
                <a:cs typeface="Noto Sans Bold"/>
              </a:defRPr>
            </a:lvl4pPr>
            <a:lvl5pPr algn="l">
              <a:defRPr sz="2250" b="1">
                <a:solidFill>
                  <a:srgbClr val="2B5BEB"/>
                </a:solidFill>
                <a:latin typeface="Noto Sans Bold"/>
                <a:ea typeface="Noto Sans Bold"/>
                <a:cs typeface="Noto Sans Bold"/>
              </a:defRPr>
            </a:lvl5pPr>
            <a:lvl6pPr algn="l">
              <a:defRPr sz="2250" b="1">
                <a:solidFill>
                  <a:srgbClr val="2B5BEB"/>
                </a:solidFill>
                <a:latin typeface="Noto Sans Bold"/>
                <a:ea typeface="Noto Sans Bold"/>
                <a:cs typeface="Noto Sans Bold"/>
              </a:defRPr>
            </a:lvl6pPr>
            <a:lvl7pPr algn="l">
              <a:defRPr sz="2250" b="1">
                <a:solidFill>
                  <a:srgbClr val="2B5BEB"/>
                </a:solidFill>
                <a:latin typeface="Noto Sans Bold"/>
                <a:ea typeface="Noto Sans Bold"/>
                <a:cs typeface="Noto Sans Bold"/>
              </a:defRPr>
            </a:lvl7pPr>
            <a:lvl8pPr algn="l">
              <a:defRPr sz="2250" b="1">
                <a:solidFill>
                  <a:srgbClr val="2B5BEB"/>
                </a:solidFill>
                <a:latin typeface="Noto Sans Bold"/>
                <a:ea typeface="Noto Sans Bold"/>
                <a:cs typeface="Noto Sans Bold"/>
              </a:defRPr>
            </a:lvl8pPr>
            <a:lvl9pPr algn="l">
              <a:defRPr sz="2250" b="1">
                <a:solidFill>
                  <a:srgbClr val="2B5BEB"/>
                </a:solidFill>
                <a:latin typeface="Noto Sans Bold"/>
                <a:ea typeface="Noto Sans Bold"/>
                <a:cs typeface="Noto Sans Bold"/>
              </a:defRPr>
            </a:lvl9pPr>
          </a:lstStyle>
          <a:p xmlns:a="http://schemas.openxmlformats.org/drawingml/2006/main">
            <a:pPr algn="l">
              <a:defRPr sz="2250" b="1">
                <a:solidFill>
                  <a:srgbClr val="2B5BEB"/>
                </a:solidFill>
                <a:latin typeface="Noto Sans Bold"/>
                <a:ea typeface="Noto Sans Bold"/>
                <a:cs typeface="Noto Sans Bold"/>
              </a:defRPr>
            </a:pPr>
            <a:r>
              <a:rPr sz="2250" b="1">
                <a:solidFill>
                  <a:srgbClr val="2B5BEB"/>
                </a:solidFill>
                <a:latin typeface="Noto Sans Bold"/>
                <a:ea typeface="Noto Sans Bold"/>
                <a:cs typeface="Noto Sans Bold"/>
              </a:rPr>
              <a:t>실제 질문</a:t>
            </a:r>
          </a:p>
        </p:txBody>
      </p:sp>
      <p:sp>
        <p:nvSpPr>
          <p:cNvPr id="9" name="execution-question">
            <a:extLst xmlns:a="http://schemas.openxmlformats.org/drawingml/2006/main">
              <a:ext uri="{FF2B5EF4-FFF2-40B4-BE49-F238E27FC236}">
                <a16:creationId xmlns:a16="http://schemas.microsoft.com/office/drawing/2014/main" id="{0595BC98-6D24-4FD1-BB8B-3B87A7699EEE}"/>
              </a:ext>
            </a:extLst>
          </p:cNvPr>
          <p:cNvSpPr>
            <a:spLocks xmlns:a="http://schemas.openxmlformats.org/drawingml/2006/main" noGrp="1"/>
          </p:cNvSpPr>
          <p:nvPr/>
        </p:nvSpPr>
        <p:spPr>
          <a:xfrm xmlns:a="http://schemas.openxmlformats.org/drawingml/2006/main">
            <a:off x="3333750" y="3219450"/>
            <a:ext cx="138112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250" b="0">
                <a:solidFill>
                  <a:srgbClr val="122C46"/>
                </a:solidFill>
                <a:latin typeface="Noto Sans Kr"/>
                <a:ea typeface="Noto Sans Kr"/>
                <a:cs typeface="Noto Sans Kr"/>
              </a:defRPr>
            </a:defPPr>
            <a:lvl1pPr algn="l">
              <a:defRPr sz="2250" b="0">
                <a:solidFill>
                  <a:srgbClr val="122C46"/>
                </a:solidFill>
                <a:latin typeface="Noto Sans Kr"/>
                <a:ea typeface="Noto Sans Kr"/>
                <a:cs typeface="Noto Sans Kr"/>
              </a:defRPr>
            </a:lvl1pPr>
            <a:lvl2pPr algn="l">
              <a:defRPr sz="2250" b="0">
                <a:solidFill>
                  <a:srgbClr val="122C46"/>
                </a:solidFill>
                <a:latin typeface="Noto Sans Kr"/>
                <a:ea typeface="Noto Sans Kr"/>
                <a:cs typeface="Noto Sans Kr"/>
              </a:defRPr>
            </a:lvl2pPr>
            <a:lvl3pPr algn="l">
              <a:defRPr sz="2250" b="0">
                <a:solidFill>
                  <a:srgbClr val="122C46"/>
                </a:solidFill>
                <a:latin typeface="Noto Sans Kr"/>
                <a:ea typeface="Noto Sans Kr"/>
                <a:cs typeface="Noto Sans Kr"/>
              </a:defRPr>
            </a:lvl3pPr>
            <a:lvl4pPr algn="l">
              <a:defRPr sz="2250" b="0">
                <a:solidFill>
                  <a:srgbClr val="122C46"/>
                </a:solidFill>
                <a:latin typeface="Noto Sans Kr"/>
                <a:ea typeface="Noto Sans Kr"/>
                <a:cs typeface="Noto Sans Kr"/>
              </a:defRPr>
            </a:lvl4pPr>
            <a:lvl5pPr algn="l">
              <a:defRPr sz="2250" b="0">
                <a:solidFill>
                  <a:srgbClr val="122C46"/>
                </a:solidFill>
                <a:latin typeface="Noto Sans Kr"/>
                <a:ea typeface="Noto Sans Kr"/>
                <a:cs typeface="Noto Sans Kr"/>
              </a:defRPr>
            </a:lvl5pPr>
            <a:lvl6pPr algn="l">
              <a:defRPr sz="2250" b="0">
                <a:solidFill>
                  <a:srgbClr val="122C46"/>
                </a:solidFill>
                <a:latin typeface="Noto Sans Kr"/>
                <a:ea typeface="Noto Sans Kr"/>
                <a:cs typeface="Noto Sans Kr"/>
              </a:defRPr>
            </a:lvl6pPr>
            <a:lvl7pPr algn="l">
              <a:defRPr sz="2250" b="0">
                <a:solidFill>
                  <a:srgbClr val="122C46"/>
                </a:solidFill>
                <a:latin typeface="Noto Sans Kr"/>
                <a:ea typeface="Noto Sans Kr"/>
                <a:cs typeface="Noto Sans Kr"/>
              </a:defRPr>
            </a:lvl7pPr>
            <a:lvl8pPr algn="l">
              <a:defRPr sz="2250" b="0">
                <a:solidFill>
                  <a:srgbClr val="122C46"/>
                </a:solidFill>
                <a:latin typeface="Noto Sans Kr"/>
                <a:ea typeface="Noto Sans Kr"/>
                <a:cs typeface="Noto Sans Kr"/>
              </a:defRPr>
            </a:lvl8pPr>
            <a:lvl9pPr algn="l">
              <a:defRPr sz="2250" b="0">
                <a:solidFill>
                  <a:srgbClr val="122C46"/>
                </a:solidFill>
                <a:latin typeface="Noto Sans Kr"/>
                <a:ea typeface="Noto Sans Kr"/>
                <a:cs typeface="Noto Sans Kr"/>
              </a:defRPr>
            </a:lvl9pPr>
          </a:lstStyle>
          <a:p xmlns:a="http://schemas.openxmlformats.org/drawingml/2006/main">
            <a:pPr algn="l">
              <a:defRPr sz="2250" b="0">
                <a:solidFill>
                  <a:srgbClr val="122C46"/>
                </a:solidFill>
                <a:latin typeface="Noto Sans Kr"/>
                <a:ea typeface="Noto Sans Kr"/>
                <a:cs typeface="Noto Sans Kr"/>
              </a:defRPr>
            </a:pPr>
            <a:r>
              <a:rPr sz="2250" b="0">
                <a:solidFill>
                  <a:srgbClr val="122C46"/>
                </a:solidFill>
                <a:latin typeface="Noto Sans Kr"/>
                <a:ea typeface="Noto Sans Kr"/>
                <a:cs typeface="Noto Sans Kr"/>
              </a:rPr>
              <a:t>payments-service CPU가 91%이고 중복 배치 경고가 있습니다.</a:t>
            </a:r>
          </a:p>
          <a:p xmlns:a="http://schemas.openxmlformats.org/drawingml/2006/main">
            <a:pPr algn="l">
              <a:defRPr sz="2250" b="0">
                <a:solidFill>
                  <a:srgbClr val="122C46"/>
                </a:solidFill>
                <a:latin typeface="Noto Sans Kr"/>
                <a:ea typeface="Noto Sans Kr"/>
                <a:cs typeface="Noto Sans Kr"/>
              </a:defRPr>
            </a:pPr>
            <a:r>
              <a:rPr sz="2250" b="0">
                <a:solidFill>
                  <a:srgbClr val="122C46"/>
                </a:solidFill>
                <a:latin typeface="Noto Sans Kr"/>
                <a:ea typeface="Noto Sans Kr"/>
                <a:cs typeface="Noto Sans Kr"/>
              </a:rPr>
              <a:t>실제 원인을 다른 가설과 구별해주세요.</a:t>
            </a:r>
          </a:p>
        </p:txBody>
      </p:sp>
      <p:graphicFrame>
        <p:nvGraphicFramePr>
          <p:cNvPr id="10" name="">
            <a:extLst xmlns:a="http://schemas.openxmlformats.org/drawingml/2006/main">
              <a:ext uri="{FF2B5EF4-FFF2-40B4-BE49-F238E27FC236}">
                <a16:creationId xmlns:a16="http://schemas.microsoft.com/office/drawing/2014/main" id="{5713B832-8124-4CB6-B0B8-50CD62985630}"/>
              </a:ext>
            </a:extLst>
          </p:cNvPr>
          <p:cNvGraphicFramePr/>
          <p:nvPr/>
        </p:nvGraphicFramePr>
        <p:xfrm>
          <a:off xmlns:a="http://schemas.openxmlformats.org/drawingml/2006/main" x="1143000" y="4667250"/>
          <a:ext xmlns:a="http://schemas.openxmlformats.org/drawingml/2006/main" cx="16002000" cy="3276600"/>
        </p:xfrm>
        <a:graphic xmlns:a="http://schemas.openxmlformats.org/drawingml/2006/main">
          <a:graphicData uri="http://schemas.openxmlformats.org/drawingml/2006/table">
            <a:tbl>
              <a:tblPr firstRow="0" bandRow="0"/>
              <a:tblGrid>
                <a:gridCol w="8001000"/>
                <a:gridCol w="8001000"/>
              </a:tblGrid>
              <a:tr h="609600">
                <a:tc>
                  <a:txBody>
                    <a:bodyPr/>
                    <a:lstStyle/>
                    <a:p>
                      <a:r>
                        <a:rPr sz="2175" b="1">
                          <a:solidFill>
                            <a:srgbClr val="FFFFFF"/>
                          </a:solidFill>
                          <a:latin typeface="Noto Sans Bold"/>
                          <a:ea typeface="Noto Sans Bold"/>
                          <a:cs typeface="Noto Sans Bold"/>
                        </a:rPr>
                        <a:t>실행 A · 배치 가설 지지</a:t>
                      </a:r>
                    </a:p>
                  </a:txBody>
                  <a:tcPr marL="266700" marR="228600" marT="114300" marB="114300" anchor="ctr">
                    <a:lnL w="9525">
                      <a:solidFill>
                        <a:srgbClr val="DDE5EE"/>
                      </a:solidFill>
                      <a:prstDash val="solid"/>
                    </a:lnL>
                    <a:lnR w="9525">
                      <a:solidFill>
                        <a:srgbClr val="DDE5EE"/>
                      </a:solidFill>
                      <a:prstDash val="solid"/>
                    </a:lnR>
                    <a:lnT w="9525">
                      <a:solidFill>
                        <a:srgbClr val="DDE5EE"/>
                      </a:solidFill>
                      <a:prstDash val="solid"/>
                    </a:lnT>
                    <a:lnB w="9525">
                      <a:solidFill>
                        <a:srgbClr val="DDE5EE"/>
                      </a:solidFill>
                      <a:prstDash val="solid"/>
                    </a:lnB>
                    <a:solidFill>
                      <a:srgbClr val="112840"/>
                    </a:solidFill>
                  </a:tcPr>
                </a:tc>
                <a:tc>
                  <a:txBody>
                    <a:bodyPr/>
                    <a:lstStyle/>
                    <a:p>
                      <a:r>
                        <a:rPr sz="2175" b="1">
                          <a:solidFill>
                            <a:srgbClr val="FFFFFF"/>
                          </a:solidFill>
                          <a:latin typeface="Noto Sans Bold"/>
                          <a:ea typeface="Noto Sans Bold"/>
                          <a:cs typeface="Noto Sans Bold"/>
                        </a:rPr>
                        <a:t>실행 B · 요청량 가설 지지</a:t>
                      </a:r>
                    </a:p>
                  </a:txBody>
                  <a:tcPr marL="266700" marR="228600" marT="114300" marB="114300" anchor="ctr">
                    <a:lnR w="9525">
                      <a:solidFill>
                        <a:srgbClr val="DDE5EE"/>
                      </a:solidFill>
                      <a:prstDash val="solid"/>
                    </a:lnR>
                    <a:lnT w="9525">
                      <a:solidFill>
                        <a:srgbClr val="DDE5EE"/>
                      </a:solidFill>
                      <a:prstDash val="solid"/>
                    </a:lnT>
                    <a:lnB w="9525">
                      <a:solidFill>
                        <a:srgbClr val="DDE5EE"/>
                      </a:solidFill>
                      <a:prstDash val="solid"/>
                    </a:lnB>
                    <a:solidFill>
                      <a:srgbClr val="112840"/>
                    </a:solidFill>
                  </a:tcPr>
                </a:tc>
              </a:tr>
              <a:tr h="1447800">
                <a:tc>
                  <a:txBody>
                    <a:bodyPr/>
                    <a:lstStyle/>
                    <a:p>
                      <a:r>
                        <a:rPr sz="2250">
                          <a:solidFill>
                            <a:srgbClr val="122C46"/>
                          </a:solidFill>
                          <a:latin typeface="Noto Sans Kr"/>
                          <a:ea typeface="Noto Sans Kr"/>
                          <a:cs typeface="Noto Sans Kr"/>
                        </a:rPr>
                        <a:t>추가 관측</a:t>
                      </a:r>
                    </a:p>
                    <a:p>
                      <a:r>
                        <a:rPr sz="2250">
                          <a:solidFill>
                            <a:srgbClr val="122C46"/>
                          </a:solidFill>
                          <a:latin typeface="Noto Sans Kr"/>
                          <a:ea typeface="Noto Sans Kr"/>
                          <a:cs typeface="Noto Sans Kr"/>
                        </a:rPr>
                        <a:t>배치 CPU 기여 86% · 중복 작업 2건</a:t>
                      </a:r>
                    </a:p>
                    <a:p>
                      <a:r>
                        <a:rPr sz="2250">
                          <a:solidFill>
                            <a:srgbClr val="122C46"/>
                          </a:solidFill>
                          <a:latin typeface="Noto Sans Kr"/>
                          <a:ea typeface="Noto Sans Kr"/>
                          <a:cs typeface="Noto Sans Kr"/>
                        </a:rPr>
                        <a:t>실행 겹침 4분</a:t>
                      </a:r>
                    </a:p>
                  </a:txBody>
                  <a:tcPr marL="266700" marR="228600" marT="114300" marB="114300" anchor="ctr">
                    <a:lnL w="9525">
                      <a:solidFill>
                        <a:srgbClr val="DDE5EE"/>
                      </a:solidFill>
                      <a:prstDash val="solid"/>
                    </a:lnL>
                    <a:lnR w="9525">
                      <a:solidFill>
                        <a:srgbClr val="DDE5EE"/>
                      </a:solidFill>
                      <a:prstDash val="solid"/>
                    </a:lnR>
                    <a:lnB w="9525">
                      <a:solidFill>
                        <a:srgbClr val="DDE5EE"/>
                      </a:solidFill>
                      <a:prstDash val="solid"/>
                    </a:lnB>
                    <a:solidFill>
                      <a:srgbClr val="FFFFFF"/>
                    </a:solidFill>
                  </a:tcPr>
                </a:tc>
                <a:tc>
                  <a:txBody>
                    <a:bodyPr/>
                    <a:lstStyle/>
                    <a:p>
                      <a:r>
                        <a:rPr sz="2250">
                          <a:solidFill>
                            <a:srgbClr val="122C46"/>
                          </a:solidFill>
                          <a:latin typeface="Noto Sans Kr"/>
                          <a:ea typeface="Noto Sans Kr"/>
                          <a:cs typeface="Noto Sans Kr"/>
                        </a:rPr>
                        <a:t>추가 관측</a:t>
                      </a:r>
                    </a:p>
                    <a:p>
                      <a:r>
                        <a:rPr sz="2250">
                          <a:solidFill>
                            <a:srgbClr val="122C46"/>
                          </a:solidFill>
                          <a:latin typeface="Noto Sans Kr"/>
                          <a:ea typeface="Noto Sans Kr"/>
                          <a:cs typeface="Noto Sans Kr"/>
                        </a:rPr>
                        <a:t>배치 CPU 기여 5% · 요청 처리 88%</a:t>
                      </a:r>
                    </a:p>
                    <a:p>
                      <a:r>
                        <a:rPr sz="2250">
                          <a:solidFill>
                            <a:srgbClr val="122C46"/>
                          </a:solidFill>
                          <a:latin typeface="Noto Sans Kr"/>
                          <a:ea typeface="Noto Sans Kr"/>
                          <a:cs typeface="Noto Sans Kr"/>
                        </a:rPr>
                        <a:t>요청량 100 → 320 RPS (3.20배)</a:t>
                      </a:r>
                    </a:p>
                  </a:txBody>
                  <a:tcPr marL="266700" marR="228600" marT="114300" marB="114300" anchor="ctr">
                    <a:lnR w="9525">
                      <a:solidFill>
                        <a:srgbClr val="DDE5EE"/>
                      </a:solidFill>
                      <a:prstDash val="solid"/>
                    </a:lnR>
                    <a:lnB w="9525">
                      <a:solidFill>
                        <a:srgbClr val="DDE5EE"/>
                      </a:solidFill>
                      <a:prstDash val="solid"/>
                    </a:lnB>
                    <a:solidFill>
                      <a:srgbClr val="FFFFFF"/>
                    </a:solidFill>
                  </a:tcPr>
                </a:tc>
              </a:tr>
              <a:tr h="1219200">
                <a:tc>
                  <a:txBody>
                    <a:bodyPr/>
                    <a:lstStyle/>
                    <a:p>
                      <a:r>
                        <a:rPr sz="2250" b="1">
                          <a:solidFill>
                            <a:srgbClr val="087F7A"/>
                          </a:solidFill>
                          <a:latin typeface="Noto Sans Bold"/>
                          <a:ea typeface="Noto Sans Bold"/>
                          <a:cs typeface="Noto Sans Bold"/>
                        </a:rPr>
                        <a:t>실제 답변 발췌</a:t>
                      </a:r>
                    </a:p>
                    <a:p>
                      <a:r>
                        <a:rPr sz="2250" b="1">
                          <a:solidFill>
                            <a:srgbClr val="087F7A"/>
                          </a:solidFill>
                          <a:latin typeface="Noto Sans Bold"/>
                          <a:ea typeface="Noto Sans Bold"/>
                          <a:cs typeface="Noto Sans Bold"/>
                        </a:rPr>
                        <a:t>중복 배치 작업의 CPU 점유 (교차 지지)</a:t>
                      </a:r>
                    </a:p>
                  </a:txBody>
                  <a:tcPr marL="266700" marR="228600" marT="114300" marB="114300" anchor="ctr">
                    <a:lnL w="9525">
                      <a:solidFill>
                        <a:srgbClr val="DDE5EE"/>
                      </a:solidFill>
                      <a:prstDash val="solid"/>
                    </a:lnL>
                    <a:lnR w="9525">
                      <a:solidFill>
                        <a:srgbClr val="DDE5EE"/>
                      </a:solidFill>
                      <a:prstDash val="solid"/>
                    </a:lnR>
                    <a:lnB w="9525">
                      <a:solidFill>
                        <a:srgbClr val="DDE5EE"/>
                      </a:solidFill>
                      <a:prstDash val="solid"/>
                    </a:lnB>
                    <a:solidFill>
                      <a:srgbClr val="FFFFFF"/>
                    </a:solidFill>
                  </a:tcPr>
                </a:tc>
                <a:tc>
                  <a:txBody>
                    <a:bodyPr/>
                    <a:lstStyle/>
                    <a:p>
                      <a:r>
                        <a:rPr sz="2250" b="1">
                          <a:solidFill>
                            <a:srgbClr val="2B5BEB"/>
                          </a:solidFill>
                          <a:latin typeface="Noto Sans Bold"/>
                          <a:ea typeface="Noto Sans Bold"/>
                          <a:cs typeface="Noto Sans Bold"/>
                        </a:rPr>
                        <a:t>실제 답변 발췌</a:t>
                      </a:r>
                    </a:p>
                    <a:p>
                      <a:r>
                        <a:rPr sz="2250" b="1">
                          <a:solidFill>
                            <a:srgbClr val="2B5BEB"/>
                          </a:solidFill>
                          <a:latin typeface="Noto Sans Bold"/>
                          <a:ea typeface="Noto Sans Bold"/>
                          <a:cs typeface="Noto Sans Bold"/>
                        </a:rPr>
                        <a:t>요청량 증가에 따른 CPU 점유 (교차 지지)</a:t>
                      </a:r>
                    </a:p>
                  </a:txBody>
                  <a:tcPr marL="266700" marR="228600" marT="114300" marB="114300" anchor="ctr">
                    <a:lnR w="9525">
                      <a:solidFill>
                        <a:srgbClr val="DDE5EE"/>
                      </a:solidFill>
                      <a:prstDash val="solid"/>
                    </a:lnR>
                    <a:lnB w="9525">
                      <a:solidFill>
                        <a:srgbClr val="DDE5EE"/>
                      </a:solidFill>
                      <a:prstDash val="solid"/>
                    </a:lnB>
                    <a:solidFill>
                      <a:srgbClr val="FFFFFF"/>
                    </a:solidFill>
                  </a:tcPr>
                </a:tc>
              </a:tr>
            </a:tbl>
          </a:graphicData>
        </a:graphic>
      </p:graphicFrame>
      <p:sp>
        <p:nvSpPr>
          <p:cNvPr id="11" name="actual-investigation-counts">
            <a:extLst xmlns:a="http://schemas.openxmlformats.org/drawingml/2006/main">
              <a:ext uri="{FF2B5EF4-FFF2-40B4-BE49-F238E27FC236}">
                <a16:creationId xmlns:a16="http://schemas.microsoft.com/office/drawing/2014/main" id="{6C486CAD-DD7A-48A6-BD9C-D3D33E5BC631}"/>
              </a:ext>
            </a:extLst>
          </p:cNvPr>
          <p:cNvSpPr>
            <a:spLocks xmlns:a="http://schemas.openxmlformats.org/drawingml/2006/main" noGrp="1"/>
          </p:cNvSpPr>
          <p:nvPr/>
        </p:nvSpPr>
        <p:spPr>
          <a:xfrm xmlns:a="http://schemas.openxmlformats.org/drawingml/2006/main">
            <a:off x="1143000" y="8258175"/>
            <a:ext cx="160020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250" b="1">
                <a:solidFill>
                  <a:srgbClr val="122C46"/>
                </a:solidFill>
                <a:latin typeface="Noto Sans Bold"/>
                <a:ea typeface="Noto Sans Bold"/>
                <a:cs typeface="Noto Sans Bold"/>
              </a:defRPr>
            </a:defPPr>
            <a:lvl1pPr algn="l">
              <a:defRPr sz="2250" b="1">
                <a:solidFill>
                  <a:srgbClr val="122C46"/>
                </a:solidFill>
                <a:latin typeface="Noto Sans Bold"/>
                <a:ea typeface="Noto Sans Bold"/>
                <a:cs typeface="Noto Sans Bold"/>
              </a:defRPr>
            </a:lvl1pPr>
            <a:lvl2pPr algn="l">
              <a:defRPr sz="2250" b="1">
                <a:solidFill>
                  <a:srgbClr val="122C46"/>
                </a:solidFill>
                <a:latin typeface="Noto Sans Bold"/>
                <a:ea typeface="Noto Sans Bold"/>
                <a:cs typeface="Noto Sans Bold"/>
              </a:defRPr>
            </a:lvl2pPr>
            <a:lvl3pPr algn="l">
              <a:defRPr sz="2250" b="1">
                <a:solidFill>
                  <a:srgbClr val="122C46"/>
                </a:solidFill>
                <a:latin typeface="Noto Sans Bold"/>
                <a:ea typeface="Noto Sans Bold"/>
                <a:cs typeface="Noto Sans Bold"/>
              </a:defRPr>
            </a:lvl3pPr>
            <a:lvl4pPr algn="l">
              <a:defRPr sz="2250" b="1">
                <a:solidFill>
                  <a:srgbClr val="122C46"/>
                </a:solidFill>
                <a:latin typeface="Noto Sans Bold"/>
                <a:ea typeface="Noto Sans Bold"/>
                <a:cs typeface="Noto Sans Bold"/>
              </a:defRPr>
            </a:lvl4pPr>
            <a:lvl5pPr algn="l">
              <a:defRPr sz="2250" b="1">
                <a:solidFill>
                  <a:srgbClr val="122C46"/>
                </a:solidFill>
                <a:latin typeface="Noto Sans Bold"/>
                <a:ea typeface="Noto Sans Bold"/>
                <a:cs typeface="Noto Sans Bold"/>
              </a:defRPr>
            </a:lvl5pPr>
            <a:lvl6pPr algn="l">
              <a:defRPr sz="2250" b="1">
                <a:solidFill>
                  <a:srgbClr val="122C46"/>
                </a:solidFill>
                <a:latin typeface="Noto Sans Bold"/>
                <a:ea typeface="Noto Sans Bold"/>
                <a:cs typeface="Noto Sans Bold"/>
              </a:defRPr>
            </a:lvl6pPr>
            <a:lvl7pPr algn="l">
              <a:defRPr sz="2250" b="1">
                <a:solidFill>
                  <a:srgbClr val="122C46"/>
                </a:solidFill>
                <a:latin typeface="Noto Sans Bold"/>
                <a:ea typeface="Noto Sans Bold"/>
                <a:cs typeface="Noto Sans Bold"/>
              </a:defRPr>
            </a:lvl7pPr>
            <a:lvl8pPr algn="l">
              <a:defRPr sz="2250" b="1">
                <a:solidFill>
                  <a:srgbClr val="122C46"/>
                </a:solidFill>
                <a:latin typeface="Noto Sans Bold"/>
                <a:ea typeface="Noto Sans Bold"/>
                <a:cs typeface="Noto Sans Bold"/>
              </a:defRPr>
            </a:lvl8pPr>
            <a:lvl9pPr algn="l">
              <a:defRPr sz="2250" b="1">
                <a:solidFill>
                  <a:srgbClr val="122C46"/>
                </a:solidFill>
                <a:latin typeface="Noto Sans Bold"/>
                <a:ea typeface="Noto Sans Bold"/>
                <a:cs typeface="Noto Sans Bold"/>
              </a:defRPr>
            </a:lvl9pPr>
          </a:lstStyle>
          <a:p xmlns:a="http://schemas.openxmlformats.org/drawingml/2006/main">
            <a:pPr algn="l">
              <a:defRPr sz="2250" b="1">
                <a:solidFill>
                  <a:srgbClr val="122C46"/>
                </a:solidFill>
                <a:latin typeface="Noto Sans Bold"/>
                <a:ea typeface="Noto Sans Bold"/>
                <a:cs typeface="Noto Sans Bold"/>
              </a:defRPr>
            </a:pPr>
            <a:r>
              <a:rPr sz="2250" b="1">
                <a:solidFill>
                  <a:srgbClr val="122C46"/>
                </a:solidFill>
                <a:latin typeface="Noto Sans Bold"/>
                <a:ea typeface="Noto Sans Bold"/>
                <a:cs typeface="Noto Sans Bold"/>
              </a:rPr>
              <a:t>실제 추가 조회: 배치 사례 3회 / 요청량 사례 2회 후 종료</a:t>
            </a:r>
          </a:p>
        </p:txBody>
      </p:sp>
    </p:spTree>
    <p:extLst>
      <p:ext uri="{BB962C8B-B14F-4D97-AF65-F5344CB8AC3E}">
        <p14:creationId xmlns:p14="http://schemas.microsoft.com/office/powerpoint/2010/main" val="1658824810"/>
      </p:ext>
    </p:extLst>
  </p:cSld>
</p:sld>
</file>

<file path=ppt/slides/slide4.xml><?xml version="1.0" encoding="utf-8"?>
<p:sld xmlns:p="http://schemas.openxmlformats.org/presentationml/2006/main">
  <p:cSld>
    <p:bg>
      <p:bgPr>
        <a:solidFill xmlns:a="http://schemas.openxmlformats.org/drawingml/2006/main">
          <a:srgbClr val="F7F8FC"/>
        </a:solidFill>
      </p:bgPr>
    </p:bg>
    <p:spTree>
      <p:nvGrpSpPr>
        <p:cNvPr id="1" name=""/>
        <p:cNvGrpSpPr/>
        <p:nvPr/>
      </p:nvGrpSpPr>
      <p:grpSpPr>
        <a:xfrm xmlns:a="http://schemas.openxmlformats.org/drawingml/2006/main"/>
      </p:grpSpPr>
      <p:sp>
        <p:nvSpPr>
          <p:cNvPr id="22" name="section-label">
            <a:extLst xmlns:a="http://schemas.openxmlformats.org/drawingml/2006/main">
              <a:ext uri="{FF2B5EF4-FFF2-40B4-BE49-F238E27FC236}">
                <a16:creationId xmlns:a16="http://schemas.microsoft.com/office/drawing/2014/main" id="{09C1F578-525A-4070-8A2A-E61A0B41177A}"/>
              </a:ext>
            </a:extLst>
          </p:cNvPr>
          <p:cNvSpPr>
            <a:spLocks xmlns:a="http://schemas.openxmlformats.org/drawingml/2006/main" noGrp="1"/>
          </p:cNvSpPr>
          <p:nvPr/>
        </p:nvSpPr>
        <p:spPr>
          <a:xfrm xmlns:a="http://schemas.openxmlformats.org/drawingml/2006/main">
            <a:off x="1143000" y="723900"/>
            <a:ext cx="13335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1950" b="1">
                <a:solidFill>
                  <a:srgbClr val="2B5BEB"/>
                </a:solidFill>
                <a:latin typeface="Noto Sans Bold"/>
                <a:ea typeface="Noto Sans Bold"/>
                <a:cs typeface="Noto Sans Bold"/>
              </a:defRPr>
            </a:defPPr>
            <a:lvl1pPr algn="l">
              <a:buNone/>
              <a:defRPr sz="1950" b="1">
                <a:solidFill>
                  <a:srgbClr val="2B5BEB"/>
                </a:solidFill>
                <a:latin typeface="Noto Sans Bold"/>
                <a:ea typeface="Noto Sans Bold"/>
                <a:cs typeface="Noto Sans Bold"/>
              </a:defRPr>
            </a:lvl1pPr>
            <a:lvl2pPr algn="l">
              <a:buNone/>
              <a:defRPr sz="1950" b="1">
                <a:solidFill>
                  <a:srgbClr val="2B5BEB"/>
                </a:solidFill>
                <a:latin typeface="Noto Sans Bold"/>
                <a:ea typeface="Noto Sans Bold"/>
                <a:cs typeface="Noto Sans Bold"/>
              </a:defRPr>
            </a:lvl2pPr>
            <a:lvl3pPr algn="l">
              <a:buNone/>
              <a:defRPr sz="1950" b="1">
                <a:solidFill>
                  <a:srgbClr val="2B5BEB"/>
                </a:solidFill>
                <a:latin typeface="Noto Sans Bold"/>
                <a:ea typeface="Noto Sans Bold"/>
                <a:cs typeface="Noto Sans Bold"/>
              </a:defRPr>
            </a:lvl3pPr>
            <a:lvl4pPr algn="l">
              <a:buNone/>
              <a:defRPr sz="1950" b="1">
                <a:solidFill>
                  <a:srgbClr val="2B5BEB"/>
                </a:solidFill>
                <a:latin typeface="Noto Sans Bold"/>
                <a:ea typeface="Noto Sans Bold"/>
                <a:cs typeface="Noto Sans Bold"/>
              </a:defRPr>
            </a:lvl4pPr>
            <a:lvl5pPr algn="l">
              <a:buNone/>
              <a:defRPr sz="1950" b="1">
                <a:solidFill>
                  <a:srgbClr val="2B5BEB"/>
                </a:solidFill>
                <a:latin typeface="Noto Sans Bold"/>
                <a:ea typeface="Noto Sans Bold"/>
                <a:cs typeface="Noto Sans Bold"/>
              </a:defRPr>
            </a:lvl5pPr>
            <a:lvl6pPr algn="l">
              <a:buNone/>
              <a:defRPr sz="1950" b="1">
                <a:solidFill>
                  <a:srgbClr val="2B5BEB"/>
                </a:solidFill>
                <a:latin typeface="Noto Sans Bold"/>
                <a:ea typeface="Noto Sans Bold"/>
                <a:cs typeface="Noto Sans Bold"/>
              </a:defRPr>
            </a:lvl6pPr>
            <a:lvl7pPr algn="l">
              <a:buNone/>
              <a:defRPr sz="1950" b="1">
                <a:solidFill>
                  <a:srgbClr val="2B5BEB"/>
                </a:solidFill>
                <a:latin typeface="Noto Sans Bold"/>
                <a:ea typeface="Noto Sans Bold"/>
                <a:cs typeface="Noto Sans Bold"/>
              </a:defRPr>
            </a:lvl7pPr>
            <a:lvl8pPr algn="l">
              <a:buNone/>
              <a:defRPr sz="1950" b="1">
                <a:solidFill>
                  <a:srgbClr val="2B5BEB"/>
                </a:solidFill>
                <a:latin typeface="Noto Sans Bold"/>
                <a:ea typeface="Noto Sans Bold"/>
                <a:cs typeface="Noto Sans Bold"/>
              </a:defRPr>
            </a:lvl8pPr>
            <a:lvl9pPr algn="l">
              <a:buNone/>
              <a:defRPr sz="1950" b="1">
                <a:solidFill>
                  <a:srgbClr val="2B5BEB"/>
                </a:solidFill>
                <a:latin typeface="Noto Sans Bold"/>
                <a:ea typeface="Noto Sans Bold"/>
                <a:cs typeface="Noto Sans Bold"/>
              </a:defRPr>
            </a:lvl9pPr>
          </a:lstStyle>
          <a:p xmlns:a="http://schemas.openxmlformats.org/drawingml/2006/main">
            <a:pPr algn="l">
              <a:buNone/>
              <a:defRPr sz="1950" b="1">
                <a:solidFill>
                  <a:srgbClr val="2B5BEB"/>
                </a:solidFill>
                <a:latin typeface="Noto Sans Bold"/>
                <a:ea typeface="Noto Sans Bold"/>
                <a:cs typeface="Noto Sans Bold"/>
              </a:defRPr>
            </a:pPr>
            <a:r>
              <a:rPr sz="1950" b="1">
                <a:solidFill>
                  <a:srgbClr val="2B5BEB"/>
                </a:solidFill>
                <a:latin typeface="Noto Sans Bold"/>
                <a:ea typeface="Noto Sans Bold"/>
                <a:cs typeface="Noto Sans Bold"/>
              </a:rPr>
              <a:t>핵심 기능: 처리 절차</a:t>
            </a:r>
          </a:p>
        </p:txBody>
      </p:sp>
      <p:sp>
        <p:nvSpPr>
          <p:cNvPr id="2" name="page-number">
            <a:extLst xmlns:a="http://schemas.openxmlformats.org/drawingml/2006/main">
              <a:ext uri="{FF2B5EF4-FFF2-40B4-BE49-F238E27FC236}">
                <a16:creationId xmlns:a16="http://schemas.microsoft.com/office/drawing/2014/main" id="{61A1FB7E-1E58-4354-968E-E714598FD5AD}"/>
              </a:ext>
            </a:extLst>
          </p:cNvPr>
          <p:cNvSpPr>
            <a:spLocks xmlns:a="http://schemas.openxmlformats.org/drawingml/2006/main" noGrp="1"/>
          </p:cNvSpPr>
          <p:nvPr/>
        </p:nvSpPr>
        <p:spPr>
          <a:xfrm xmlns:a="http://schemas.openxmlformats.org/drawingml/2006/main">
            <a:off x="15621000" y="723900"/>
            <a:ext cx="1524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r">
              <a:defRPr sz="1950" b="0">
                <a:solidFill>
                  <a:srgbClr val="566A80"/>
                </a:solidFill>
                <a:latin typeface="Noto Sans Kr"/>
                <a:ea typeface="Noto Sans Kr"/>
                <a:cs typeface="Noto Sans Kr"/>
              </a:defRPr>
            </a:defPPr>
            <a:lvl1pPr algn="r">
              <a:buNone/>
              <a:defRPr sz="1950" b="0">
                <a:solidFill>
                  <a:srgbClr val="566A80"/>
                </a:solidFill>
                <a:latin typeface="Noto Sans Kr"/>
                <a:ea typeface="Noto Sans Kr"/>
                <a:cs typeface="Noto Sans Kr"/>
              </a:defRPr>
            </a:lvl1pPr>
            <a:lvl2pPr algn="r">
              <a:buNone/>
              <a:defRPr sz="1950" b="0">
                <a:solidFill>
                  <a:srgbClr val="566A80"/>
                </a:solidFill>
                <a:latin typeface="Noto Sans Kr"/>
                <a:ea typeface="Noto Sans Kr"/>
                <a:cs typeface="Noto Sans Kr"/>
              </a:defRPr>
            </a:lvl2pPr>
            <a:lvl3pPr algn="r">
              <a:buNone/>
              <a:defRPr sz="1950" b="0">
                <a:solidFill>
                  <a:srgbClr val="566A80"/>
                </a:solidFill>
                <a:latin typeface="Noto Sans Kr"/>
                <a:ea typeface="Noto Sans Kr"/>
                <a:cs typeface="Noto Sans Kr"/>
              </a:defRPr>
            </a:lvl3pPr>
            <a:lvl4pPr algn="r">
              <a:buNone/>
              <a:defRPr sz="1950" b="0">
                <a:solidFill>
                  <a:srgbClr val="566A80"/>
                </a:solidFill>
                <a:latin typeface="Noto Sans Kr"/>
                <a:ea typeface="Noto Sans Kr"/>
                <a:cs typeface="Noto Sans Kr"/>
              </a:defRPr>
            </a:lvl4pPr>
            <a:lvl5pPr algn="r">
              <a:buNone/>
              <a:defRPr sz="1950" b="0">
                <a:solidFill>
                  <a:srgbClr val="566A80"/>
                </a:solidFill>
                <a:latin typeface="Noto Sans Kr"/>
                <a:ea typeface="Noto Sans Kr"/>
                <a:cs typeface="Noto Sans Kr"/>
              </a:defRPr>
            </a:lvl5pPr>
            <a:lvl6pPr algn="r">
              <a:buNone/>
              <a:defRPr sz="1950" b="0">
                <a:solidFill>
                  <a:srgbClr val="566A80"/>
                </a:solidFill>
                <a:latin typeface="Noto Sans Kr"/>
                <a:ea typeface="Noto Sans Kr"/>
                <a:cs typeface="Noto Sans Kr"/>
              </a:defRPr>
            </a:lvl6pPr>
            <a:lvl7pPr algn="r">
              <a:buNone/>
              <a:defRPr sz="1950" b="0">
                <a:solidFill>
                  <a:srgbClr val="566A80"/>
                </a:solidFill>
                <a:latin typeface="Noto Sans Kr"/>
                <a:ea typeface="Noto Sans Kr"/>
                <a:cs typeface="Noto Sans Kr"/>
              </a:defRPr>
            </a:lvl7pPr>
            <a:lvl8pPr algn="r">
              <a:buNone/>
              <a:defRPr sz="1950" b="0">
                <a:solidFill>
                  <a:srgbClr val="566A80"/>
                </a:solidFill>
                <a:latin typeface="Noto Sans Kr"/>
                <a:ea typeface="Noto Sans Kr"/>
                <a:cs typeface="Noto Sans Kr"/>
              </a:defRPr>
            </a:lvl8pPr>
            <a:lvl9pPr algn="r">
              <a:buNone/>
              <a:defRPr sz="1950" b="0">
                <a:solidFill>
                  <a:srgbClr val="566A80"/>
                </a:solidFill>
                <a:latin typeface="Noto Sans Kr"/>
                <a:ea typeface="Noto Sans Kr"/>
                <a:cs typeface="Noto Sans Kr"/>
              </a:defRPr>
            </a:lvl9pPr>
          </a:lstStyle>
          <a:p xmlns:a="http://schemas.openxmlformats.org/drawingml/2006/main">
            <a:pPr algn="r">
              <a:buNone/>
              <a:defRPr sz="1950" b="0">
                <a:solidFill>
                  <a:srgbClr val="566A80"/>
                </a:solidFill>
                <a:latin typeface="Noto Sans Kr"/>
                <a:ea typeface="Noto Sans Kr"/>
                <a:cs typeface="Noto Sans Kr"/>
              </a:defRPr>
            </a:pPr>
            <a:r>
              <a:rPr sz="1950" b="0">
                <a:solidFill>
                  <a:srgbClr val="566A80"/>
                </a:solidFill>
                <a:latin typeface="Noto Sans Kr"/>
                <a:ea typeface="Noto Sans Kr"/>
                <a:cs typeface="Noto Sans Kr"/>
              </a:rPr>
              <a:t>04 / 08</a:t>
            </a:r>
          </a:p>
        </p:txBody>
      </p:sp>
      <p:sp>
        <p:nvSpPr>
          <p:cNvPr id="3" name="slide-title">
            <a:extLst xmlns:a="http://schemas.openxmlformats.org/drawingml/2006/main">
              <a:ext uri="{FF2B5EF4-FFF2-40B4-BE49-F238E27FC236}">
                <a16:creationId xmlns:a16="http://schemas.microsoft.com/office/drawing/2014/main" id="{37E778E5-A74C-4826-9292-D4C7B94A8D23}"/>
              </a:ext>
            </a:extLst>
          </p:cNvPr>
          <p:cNvSpPr>
            <a:spLocks xmlns:a="http://schemas.openxmlformats.org/drawingml/2006/main" noGrp="1"/>
          </p:cNvSpPr>
          <p:nvPr/>
        </p:nvSpPr>
        <p:spPr>
          <a:xfrm xmlns:a="http://schemas.openxmlformats.org/drawingml/2006/main">
            <a:off x="1143000" y="1381125"/>
            <a:ext cx="16002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5100" b="1">
                <a:solidFill>
                  <a:srgbClr val="122C46"/>
                </a:solidFill>
                <a:latin typeface="Noto Sans Bold"/>
                <a:ea typeface="Noto Sans Bold"/>
                <a:cs typeface="Noto Sans Bold"/>
              </a:defRPr>
            </a:defPPr>
            <a:lvl1pPr algn="l">
              <a:buNone/>
              <a:defRPr sz="5100" b="1">
                <a:solidFill>
                  <a:srgbClr val="122C46"/>
                </a:solidFill>
                <a:latin typeface="Noto Sans Bold"/>
                <a:ea typeface="Noto Sans Bold"/>
                <a:cs typeface="Noto Sans Bold"/>
              </a:defRPr>
            </a:lvl1pPr>
            <a:lvl2pPr algn="l">
              <a:buNone/>
              <a:defRPr sz="5100" b="1">
                <a:solidFill>
                  <a:srgbClr val="122C46"/>
                </a:solidFill>
                <a:latin typeface="Noto Sans Bold"/>
                <a:ea typeface="Noto Sans Bold"/>
                <a:cs typeface="Noto Sans Bold"/>
              </a:defRPr>
            </a:lvl2pPr>
            <a:lvl3pPr algn="l">
              <a:buNone/>
              <a:defRPr sz="5100" b="1">
                <a:solidFill>
                  <a:srgbClr val="122C46"/>
                </a:solidFill>
                <a:latin typeface="Noto Sans Bold"/>
                <a:ea typeface="Noto Sans Bold"/>
                <a:cs typeface="Noto Sans Bold"/>
              </a:defRPr>
            </a:lvl3pPr>
            <a:lvl4pPr algn="l">
              <a:buNone/>
              <a:defRPr sz="5100" b="1">
                <a:solidFill>
                  <a:srgbClr val="122C46"/>
                </a:solidFill>
                <a:latin typeface="Noto Sans Bold"/>
                <a:ea typeface="Noto Sans Bold"/>
                <a:cs typeface="Noto Sans Bold"/>
              </a:defRPr>
            </a:lvl4pPr>
            <a:lvl5pPr algn="l">
              <a:buNone/>
              <a:defRPr sz="5100" b="1">
                <a:solidFill>
                  <a:srgbClr val="122C46"/>
                </a:solidFill>
                <a:latin typeface="Noto Sans Bold"/>
                <a:ea typeface="Noto Sans Bold"/>
                <a:cs typeface="Noto Sans Bold"/>
              </a:defRPr>
            </a:lvl5pPr>
            <a:lvl6pPr algn="l">
              <a:buNone/>
              <a:defRPr sz="5100" b="1">
                <a:solidFill>
                  <a:srgbClr val="122C46"/>
                </a:solidFill>
                <a:latin typeface="Noto Sans Bold"/>
                <a:ea typeface="Noto Sans Bold"/>
                <a:cs typeface="Noto Sans Bold"/>
              </a:defRPr>
            </a:lvl6pPr>
            <a:lvl7pPr algn="l">
              <a:buNone/>
              <a:defRPr sz="5100" b="1">
                <a:solidFill>
                  <a:srgbClr val="122C46"/>
                </a:solidFill>
                <a:latin typeface="Noto Sans Bold"/>
                <a:ea typeface="Noto Sans Bold"/>
                <a:cs typeface="Noto Sans Bold"/>
              </a:defRPr>
            </a:lvl7pPr>
            <a:lvl8pPr algn="l">
              <a:buNone/>
              <a:defRPr sz="5100" b="1">
                <a:solidFill>
                  <a:srgbClr val="122C46"/>
                </a:solidFill>
                <a:latin typeface="Noto Sans Bold"/>
                <a:ea typeface="Noto Sans Bold"/>
                <a:cs typeface="Noto Sans Bold"/>
              </a:defRPr>
            </a:lvl8pPr>
            <a:lvl9pPr algn="l">
              <a:buNone/>
              <a:defRPr sz="5100" b="1">
                <a:solidFill>
                  <a:srgbClr val="122C46"/>
                </a:solidFill>
                <a:latin typeface="Noto Sans Bold"/>
                <a:ea typeface="Noto Sans Bold"/>
                <a:cs typeface="Noto Sans Bold"/>
              </a:defRPr>
            </a:lvl9pPr>
          </a:lstStyle>
          <a:p xmlns:a="http://schemas.openxmlformats.org/drawingml/2006/main">
            <a:pPr algn="l">
              <a:buNone/>
              <a:defRPr sz="5100" b="1">
                <a:solidFill>
                  <a:srgbClr val="122C46"/>
                </a:solidFill>
                <a:latin typeface="Noto Sans Bold"/>
                <a:ea typeface="Noto Sans Bold"/>
                <a:cs typeface="Noto Sans Bold"/>
              </a:defRPr>
            </a:pPr>
            <a:r>
              <a:rPr sz="5100" b="1">
                <a:solidFill>
                  <a:srgbClr val="122C46"/>
                </a:solidFill>
                <a:latin typeface="Noto Sans Bold"/>
                <a:ea typeface="Noto Sans Bold"/>
                <a:cs typeface="Noto Sans Bold"/>
              </a:rPr>
              <a:t>가설 조사 절차와 실행 기록</a:t>
            </a:r>
          </a:p>
        </p:txBody>
      </p:sp>
      <p:sp>
        <p:nvSpPr>
          <p:cNvPr id="4" name="slide-subtitle">
            <a:extLst xmlns:a="http://schemas.openxmlformats.org/drawingml/2006/main">
              <a:ext uri="{FF2B5EF4-FFF2-40B4-BE49-F238E27FC236}">
                <a16:creationId xmlns:a16="http://schemas.microsoft.com/office/drawing/2014/main" id="{53DE4FCE-4CD2-4EDF-ADC7-B01009A91C04}"/>
              </a:ext>
            </a:extLst>
          </p:cNvPr>
          <p:cNvSpPr>
            <a:spLocks xmlns:a="http://schemas.openxmlformats.org/drawingml/2006/main" noGrp="1"/>
          </p:cNvSpPr>
          <p:nvPr/>
        </p:nvSpPr>
        <p:spPr>
          <a:xfrm xmlns:a="http://schemas.openxmlformats.org/drawingml/2006/main">
            <a:off x="1143000" y="2505075"/>
            <a:ext cx="16002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400" b="0">
                <a:solidFill>
                  <a:srgbClr val="566A80"/>
                </a:solidFill>
                <a:latin typeface="Noto Sans Kr"/>
                <a:ea typeface="Noto Sans Kr"/>
                <a:cs typeface="Noto Sans Kr"/>
              </a:defRPr>
            </a:defPPr>
            <a:lvl1pPr algn="l">
              <a:buNone/>
              <a:defRPr sz="2400" b="0">
                <a:solidFill>
                  <a:srgbClr val="566A80"/>
                </a:solidFill>
                <a:latin typeface="Noto Sans Kr"/>
                <a:ea typeface="Noto Sans Kr"/>
                <a:cs typeface="Noto Sans Kr"/>
              </a:defRPr>
            </a:lvl1pPr>
            <a:lvl2pPr algn="l">
              <a:buNone/>
              <a:defRPr sz="2400" b="0">
                <a:solidFill>
                  <a:srgbClr val="566A80"/>
                </a:solidFill>
                <a:latin typeface="Noto Sans Kr"/>
                <a:ea typeface="Noto Sans Kr"/>
                <a:cs typeface="Noto Sans Kr"/>
              </a:defRPr>
            </a:lvl2pPr>
            <a:lvl3pPr algn="l">
              <a:buNone/>
              <a:defRPr sz="2400" b="0">
                <a:solidFill>
                  <a:srgbClr val="566A80"/>
                </a:solidFill>
                <a:latin typeface="Noto Sans Kr"/>
                <a:ea typeface="Noto Sans Kr"/>
                <a:cs typeface="Noto Sans Kr"/>
              </a:defRPr>
            </a:lvl3pPr>
            <a:lvl4pPr algn="l">
              <a:buNone/>
              <a:defRPr sz="2400" b="0">
                <a:solidFill>
                  <a:srgbClr val="566A80"/>
                </a:solidFill>
                <a:latin typeface="Noto Sans Kr"/>
                <a:ea typeface="Noto Sans Kr"/>
                <a:cs typeface="Noto Sans Kr"/>
              </a:defRPr>
            </a:lvl4pPr>
            <a:lvl5pPr algn="l">
              <a:buNone/>
              <a:defRPr sz="2400" b="0">
                <a:solidFill>
                  <a:srgbClr val="566A80"/>
                </a:solidFill>
                <a:latin typeface="Noto Sans Kr"/>
                <a:ea typeface="Noto Sans Kr"/>
                <a:cs typeface="Noto Sans Kr"/>
              </a:defRPr>
            </a:lvl5pPr>
            <a:lvl6pPr algn="l">
              <a:buNone/>
              <a:defRPr sz="2400" b="0">
                <a:solidFill>
                  <a:srgbClr val="566A80"/>
                </a:solidFill>
                <a:latin typeface="Noto Sans Kr"/>
                <a:ea typeface="Noto Sans Kr"/>
                <a:cs typeface="Noto Sans Kr"/>
              </a:defRPr>
            </a:lvl6pPr>
            <a:lvl7pPr algn="l">
              <a:buNone/>
              <a:defRPr sz="2400" b="0">
                <a:solidFill>
                  <a:srgbClr val="566A80"/>
                </a:solidFill>
                <a:latin typeface="Noto Sans Kr"/>
                <a:ea typeface="Noto Sans Kr"/>
                <a:cs typeface="Noto Sans Kr"/>
              </a:defRPr>
            </a:lvl7pPr>
            <a:lvl8pPr algn="l">
              <a:buNone/>
              <a:defRPr sz="2400" b="0">
                <a:solidFill>
                  <a:srgbClr val="566A80"/>
                </a:solidFill>
                <a:latin typeface="Noto Sans Kr"/>
                <a:ea typeface="Noto Sans Kr"/>
                <a:cs typeface="Noto Sans Kr"/>
              </a:defRPr>
            </a:lvl8pPr>
            <a:lvl9pPr algn="l">
              <a:buNone/>
              <a:defRPr sz="2400" b="0">
                <a:solidFill>
                  <a:srgbClr val="566A80"/>
                </a:solidFill>
                <a:latin typeface="Noto Sans Kr"/>
                <a:ea typeface="Noto Sans Kr"/>
                <a:cs typeface="Noto Sans Kr"/>
              </a:defRPr>
            </a:lvl9pPr>
          </a:lstStyle>
          <a:p xmlns:a="http://schemas.openxmlformats.org/drawingml/2006/main">
            <a:pPr algn="l">
              <a:buNone/>
              <a:defRPr sz="2400" b="0">
                <a:solidFill>
                  <a:srgbClr val="566A80"/>
                </a:solidFill>
                <a:latin typeface="Noto Sans Kr"/>
                <a:ea typeface="Noto Sans Kr"/>
                <a:cs typeface="Noto Sans Kr"/>
              </a:defRPr>
            </a:pPr>
            <a:r>
              <a:rPr sz="2400" b="0">
                <a:solidFill>
                  <a:srgbClr val="566A80"/>
                </a:solidFill>
                <a:latin typeface="Noto Sans Kr"/>
                <a:ea typeface="Noto Sans Kr"/>
                <a:cs typeface="Noto Sans Kr"/>
              </a:rPr>
              <a:t>질문 선택은 LLM이, 조건 대조와 종료 판단은 코드가 담당합니다.</a:t>
            </a:r>
          </a:p>
        </p:txBody>
      </p:sp>
      <p:sp>
        <p:nvSpPr>
          <p:cNvPr id="5" name="scope-note">
            <a:extLst xmlns:a="http://schemas.openxmlformats.org/drawingml/2006/main">
              <a:ext uri="{FF2B5EF4-FFF2-40B4-BE49-F238E27FC236}">
                <a16:creationId xmlns:a16="http://schemas.microsoft.com/office/drawing/2014/main" id="{F8BA00F1-EF73-44B5-8776-D19FBE36E9D7}"/>
              </a:ext>
            </a:extLst>
          </p:cNvPr>
          <p:cNvSpPr>
            <a:spLocks xmlns:a="http://schemas.openxmlformats.org/drawingml/2006/main" noGrp="1"/>
          </p:cNvSpPr>
          <p:nvPr/>
        </p:nvSpPr>
        <p:spPr>
          <a:xfrm xmlns:a="http://schemas.openxmlformats.org/drawingml/2006/main">
            <a:off x="1143000" y="8820150"/>
            <a:ext cx="16002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1800" b="0">
                <a:solidFill>
                  <a:srgbClr val="566A80"/>
                </a:solidFill>
                <a:latin typeface="Noto Sans Kr"/>
                <a:ea typeface="Noto Sans Kr"/>
                <a:cs typeface="Noto Sans Kr"/>
              </a:defRPr>
            </a:defPPr>
            <a:lvl1pPr algn="l">
              <a:buNone/>
              <a:defRPr sz="1800" b="0">
                <a:solidFill>
                  <a:srgbClr val="566A80"/>
                </a:solidFill>
                <a:latin typeface="Noto Sans Kr"/>
                <a:ea typeface="Noto Sans Kr"/>
                <a:cs typeface="Noto Sans Kr"/>
              </a:defRPr>
            </a:lvl1pPr>
            <a:lvl2pPr algn="l">
              <a:buNone/>
              <a:defRPr sz="1800" b="0">
                <a:solidFill>
                  <a:srgbClr val="566A80"/>
                </a:solidFill>
                <a:latin typeface="Noto Sans Kr"/>
                <a:ea typeface="Noto Sans Kr"/>
                <a:cs typeface="Noto Sans Kr"/>
              </a:defRPr>
            </a:lvl2pPr>
            <a:lvl3pPr algn="l">
              <a:buNone/>
              <a:defRPr sz="1800" b="0">
                <a:solidFill>
                  <a:srgbClr val="566A80"/>
                </a:solidFill>
                <a:latin typeface="Noto Sans Kr"/>
                <a:ea typeface="Noto Sans Kr"/>
                <a:cs typeface="Noto Sans Kr"/>
              </a:defRPr>
            </a:lvl3pPr>
            <a:lvl4pPr algn="l">
              <a:buNone/>
              <a:defRPr sz="1800" b="0">
                <a:solidFill>
                  <a:srgbClr val="566A80"/>
                </a:solidFill>
                <a:latin typeface="Noto Sans Kr"/>
                <a:ea typeface="Noto Sans Kr"/>
                <a:cs typeface="Noto Sans Kr"/>
              </a:defRPr>
            </a:lvl4pPr>
            <a:lvl5pPr algn="l">
              <a:buNone/>
              <a:defRPr sz="1800" b="0">
                <a:solidFill>
                  <a:srgbClr val="566A80"/>
                </a:solidFill>
                <a:latin typeface="Noto Sans Kr"/>
                <a:ea typeface="Noto Sans Kr"/>
                <a:cs typeface="Noto Sans Kr"/>
              </a:defRPr>
            </a:lvl5pPr>
            <a:lvl6pPr algn="l">
              <a:buNone/>
              <a:defRPr sz="1800" b="0">
                <a:solidFill>
                  <a:srgbClr val="566A80"/>
                </a:solidFill>
                <a:latin typeface="Noto Sans Kr"/>
                <a:ea typeface="Noto Sans Kr"/>
                <a:cs typeface="Noto Sans Kr"/>
              </a:defRPr>
            </a:lvl6pPr>
            <a:lvl7pPr algn="l">
              <a:buNone/>
              <a:defRPr sz="1800" b="0">
                <a:solidFill>
                  <a:srgbClr val="566A80"/>
                </a:solidFill>
                <a:latin typeface="Noto Sans Kr"/>
                <a:ea typeface="Noto Sans Kr"/>
                <a:cs typeface="Noto Sans Kr"/>
              </a:defRPr>
            </a:lvl7pPr>
            <a:lvl8pPr algn="l">
              <a:buNone/>
              <a:defRPr sz="1800" b="0">
                <a:solidFill>
                  <a:srgbClr val="566A80"/>
                </a:solidFill>
                <a:latin typeface="Noto Sans Kr"/>
                <a:ea typeface="Noto Sans Kr"/>
                <a:cs typeface="Noto Sans Kr"/>
              </a:defRPr>
            </a:lvl8pPr>
            <a:lvl9pPr algn="l">
              <a:buNone/>
              <a:defRPr sz="1800" b="0">
                <a:solidFill>
                  <a:srgbClr val="566A80"/>
                </a:solidFill>
                <a:latin typeface="Noto Sans Kr"/>
                <a:ea typeface="Noto Sans Kr"/>
                <a:cs typeface="Noto Sans Kr"/>
              </a:defRPr>
            </a:lvl9pPr>
          </a:lstStyle>
          <a:p xmlns:a="http://schemas.openxmlformats.org/drawingml/2006/main">
            <a:pPr algn="l">
              <a:buNone/>
              <a:defRPr sz="1800" b="0">
                <a:solidFill>
                  <a:srgbClr val="566A80"/>
                </a:solidFill>
                <a:latin typeface="Noto Sans Kr"/>
                <a:ea typeface="Noto Sans Kr"/>
                <a:cs typeface="Noto Sans Kr"/>
              </a:defRPr>
            </a:pPr>
            <a:r>
              <a:rPr sz="1800" b="0">
                <a:solidFill>
                  <a:srgbClr val="566A80"/>
                </a:solidFill>
                <a:latin typeface="Noto Sans Kr"/>
                <a:ea typeface="Noto Sans Kr"/>
                <a:cs typeface="Noto Sans Kr"/>
              </a:rPr>
              <a:t>추가 조회 최대 4회·동일 5분 구간 / CPU 세 가설·교육용 합성 관측</a:t>
            </a:r>
          </a:p>
        </p:txBody>
      </p:sp>
      <p:cxnSp>
        <p:nvCxnSpPr>
          <p:cNvPr id="6" name="footer-rule">
            <a:extLst xmlns:a="http://schemas.openxmlformats.org/drawingml/2006/main">
              <a:ext uri="{FF2B5EF4-FFF2-40B4-BE49-F238E27FC236}">
                <a16:creationId xmlns:a16="http://schemas.microsoft.com/office/drawing/2014/main" id="{EC789ABD-434E-47C7-821D-9D01E1678CD7}"/>
              </a:ext>
            </a:extLst>
          </p:cNvPr>
          <p:cNvCxnSpPr/>
          <p:nvPr/>
        </p:nvCxnSpPr>
        <p:spPr>
          <a:xfrm xmlns:a="http://schemas.openxmlformats.org/drawingml/2006/main">
            <a:off x="1143000" y="9353550"/>
            <a:ext cx="16002000" cy="0"/>
          </a:xfrm>
          <a:prstGeom xmlns:a="http://schemas.openxmlformats.org/drawingml/2006/main" prst="straightConnector1">
            <a:avLst/>
          </a:prstGeom>
          <a:ln xmlns:a="http://schemas.openxmlformats.org/drawingml/2006/main" w="28575">
            <a:solidFill>
              <a:srgbClr val="DDE5EE"/>
            </a:solidFill>
          </a:ln>
        </p:spPr>
      </p:cxnSp>
      <p:sp>
        <p:nvSpPr>
          <p:cNvPr id="7" name="footer">
            <a:extLst xmlns:a="http://schemas.openxmlformats.org/drawingml/2006/main">
              <a:ext uri="{FF2B5EF4-FFF2-40B4-BE49-F238E27FC236}">
                <a16:creationId xmlns:a16="http://schemas.microsoft.com/office/drawing/2014/main" id="{866ACA18-18B9-4340-9785-A444C0D5E26A}"/>
              </a:ext>
            </a:extLst>
          </p:cNvPr>
          <p:cNvSpPr>
            <a:spLocks xmlns:a="http://schemas.openxmlformats.org/drawingml/2006/main" noGrp="1"/>
          </p:cNvSpPr>
          <p:nvPr/>
        </p:nvSpPr>
        <p:spPr>
          <a:xfrm xmlns:a="http://schemas.openxmlformats.org/drawingml/2006/main">
            <a:off x="1143000" y="9553575"/>
            <a:ext cx="12382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1650" b="0">
                <a:solidFill>
                  <a:srgbClr val="566A80"/>
                </a:solidFill>
                <a:latin typeface="Noto Sans Kr"/>
                <a:ea typeface="Noto Sans Kr"/>
                <a:cs typeface="Noto Sans Kr"/>
              </a:defRPr>
            </a:defPPr>
            <a:lvl1pPr algn="l">
              <a:buNone/>
              <a:defRPr sz="1650" b="0">
                <a:solidFill>
                  <a:srgbClr val="566A80"/>
                </a:solidFill>
                <a:latin typeface="Noto Sans Kr"/>
                <a:ea typeface="Noto Sans Kr"/>
                <a:cs typeface="Noto Sans Kr"/>
              </a:defRPr>
            </a:lvl1pPr>
            <a:lvl2pPr algn="l">
              <a:buNone/>
              <a:defRPr sz="1650" b="0">
                <a:solidFill>
                  <a:srgbClr val="566A80"/>
                </a:solidFill>
                <a:latin typeface="Noto Sans Kr"/>
                <a:ea typeface="Noto Sans Kr"/>
                <a:cs typeface="Noto Sans Kr"/>
              </a:defRPr>
            </a:lvl2pPr>
            <a:lvl3pPr algn="l">
              <a:buNone/>
              <a:defRPr sz="1650" b="0">
                <a:solidFill>
                  <a:srgbClr val="566A80"/>
                </a:solidFill>
                <a:latin typeface="Noto Sans Kr"/>
                <a:ea typeface="Noto Sans Kr"/>
                <a:cs typeface="Noto Sans Kr"/>
              </a:defRPr>
            </a:lvl3pPr>
            <a:lvl4pPr algn="l">
              <a:buNone/>
              <a:defRPr sz="1650" b="0">
                <a:solidFill>
                  <a:srgbClr val="566A80"/>
                </a:solidFill>
                <a:latin typeface="Noto Sans Kr"/>
                <a:ea typeface="Noto Sans Kr"/>
                <a:cs typeface="Noto Sans Kr"/>
              </a:defRPr>
            </a:lvl4pPr>
            <a:lvl5pPr algn="l">
              <a:buNone/>
              <a:defRPr sz="1650" b="0">
                <a:solidFill>
                  <a:srgbClr val="566A80"/>
                </a:solidFill>
                <a:latin typeface="Noto Sans Kr"/>
                <a:ea typeface="Noto Sans Kr"/>
                <a:cs typeface="Noto Sans Kr"/>
              </a:defRPr>
            </a:lvl5pPr>
            <a:lvl6pPr algn="l">
              <a:buNone/>
              <a:defRPr sz="1650" b="0">
                <a:solidFill>
                  <a:srgbClr val="566A80"/>
                </a:solidFill>
                <a:latin typeface="Noto Sans Kr"/>
                <a:ea typeface="Noto Sans Kr"/>
                <a:cs typeface="Noto Sans Kr"/>
              </a:defRPr>
            </a:lvl6pPr>
            <a:lvl7pPr algn="l">
              <a:buNone/>
              <a:defRPr sz="1650" b="0">
                <a:solidFill>
                  <a:srgbClr val="566A80"/>
                </a:solidFill>
                <a:latin typeface="Noto Sans Kr"/>
                <a:ea typeface="Noto Sans Kr"/>
                <a:cs typeface="Noto Sans Kr"/>
              </a:defRPr>
            </a:lvl7pPr>
            <a:lvl8pPr algn="l">
              <a:buNone/>
              <a:defRPr sz="1650" b="0">
                <a:solidFill>
                  <a:srgbClr val="566A80"/>
                </a:solidFill>
                <a:latin typeface="Noto Sans Kr"/>
                <a:ea typeface="Noto Sans Kr"/>
                <a:cs typeface="Noto Sans Kr"/>
              </a:defRPr>
            </a:lvl8pPr>
            <a:lvl9pPr algn="l">
              <a:buNone/>
              <a:defRPr sz="1650" b="0">
                <a:solidFill>
                  <a:srgbClr val="566A80"/>
                </a:solidFill>
                <a:latin typeface="Noto Sans Kr"/>
                <a:ea typeface="Noto Sans Kr"/>
                <a:cs typeface="Noto Sans Kr"/>
              </a:defRPr>
            </a:lvl9pPr>
          </a:lstStyle>
          <a:p xmlns:a="http://schemas.openxmlformats.org/drawingml/2006/main">
            <a:pPr algn="l">
              <a:buNone/>
              <a:defRPr sz="1650" b="0">
                <a:solidFill>
                  <a:srgbClr val="566A80"/>
                </a:solidFill>
                <a:latin typeface="Noto Sans Kr"/>
                <a:ea typeface="Noto Sans Kr"/>
                <a:cs typeface="Noto Sans Kr"/>
              </a:defRPr>
            </a:pPr>
            <a:r>
              <a:rPr sz="1650" b="0">
                <a:solidFill>
                  <a:srgbClr val="566A80"/>
                </a:solidFill>
                <a:latin typeface="Noto Sans Kr"/>
                <a:ea typeface="Noto Sans Kr"/>
                <a:cs typeface="Noto Sans Kr"/>
              </a:rPr>
              <a:t>SKALA 광주 2반   G066 정준용</a:t>
            </a:r>
          </a:p>
        </p:txBody>
      </p:sp>
      <p:sp>
        <p:nvSpPr>
          <p:cNvPr id="8" name="step-0">
            <a:extLst xmlns:a="http://schemas.openxmlformats.org/drawingml/2006/main">
              <a:ext uri="{FF2B5EF4-FFF2-40B4-BE49-F238E27FC236}">
                <a16:creationId xmlns:a16="http://schemas.microsoft.com/office/drawing/2014/main" id="{B8D32B91-BABF-4B68-BFFE-0A6CE6FDBB10}"/>
              </a:ext>
            </a:extLst>
          </p:cNvPr>
          <p:cNvSpPr>
            <a:spLocks xmlns:a="http://schemas.openxmlformats.org/drawingml/2006/main" noGrp="1"/>
          </p:cNvSpPr>
          <p:nvPr/>
        </p:nvSpPr>
        <p:spPr>
          <a:xfrm xmlns:a="http://schemas.openxmlformats.org/drawingml/2006/main">
            <a:off x="1143000" y="3371850"/>
            <a:ext cx="8572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3000" b="1">
                <a:solidFill>
                  <a:srgbClr val="2B5BEB"/>
                </a:solidFill>
                <a:latin typeface="Noto Sans Bold"/>
                <a:ea typeface="Noto Sans Bold"/>
                <a:cs typeface="Noto Sans Bold"/>
              </a:defRPr>
            </a:defPPr>
            <a:lvl1pPr algn="l">
              <a:buNone/>
              <a:defRPr sz="3000" b="1">
                <a:solidFill>
                  <a:srgbClr val="2B5BEB"/>
                </a:solidFill>
                <a:latin typeface="Noto Sans Bold"/>
                <a:ea typeface="Noto Sans Bold"/>
                <a:cs typeface="Noto Sans Bold"/>
              </a:defRPr>
            </a:lvl1pPr>
            <a:lvl2pPr algn="l">
              <a:buNone/>
              <a:defRPr sz="3000" b="1">
                <a:solidFill>
                  <a:srgbClr val="2B5BEB"/>
                </a:solidFill>
                <a:latin typeface="Noto Sans Bold"/>
                <a:ea typeface="Noto Sans Bold"/>
                <a:cs typeface="Noto Sans Bold"/>
              </a:defRPr>
            </a:lvl2pPr>
            <a:lvl3pPr algn="l">
              <a:buNone/>
              <a:defRPr sz="3000" b="1">
                <a:solidFill>
                  <a:srgbClr val="2B5BEB"/>
                </a:solidFill>
                <a:latin typeface="Noto Sans Bold"/>
                <a:ea typeface="Noto Sans Bold"/>
                <a:cs typeface="Noto Sans Bold"/>
              </a:defRPr>
            </a:lvl3pPr>
            <a:lvl4pPr algn="l">
              <a:buNone/>
              <a:defRPr sz="3000" b="1">
                <a:solidFill>
                  <a:srgbClr val="2B5BEB"/>
                </a:solidFill>
                <a:latin typeface="Noto Sans Bold"/>
                <a:ea typeface="Noto Sans Bold"/>
                <a:cs typeface="Noto Sans Bold"/>
              </a:defRPr>
            </a:lvl4pPr>
            <a:lvl5pPr algn="l">
              <a:buNone/>
              <a:defRPr sz="3000" b="1">
                <a:solidFill>
                  <a:srgbClr val="2B5BEB"/>
                </a:solidFill>
                <a:latin typeface="Noto Sans Bold"/>
                <a:ea typeface="Noto Sans Bold"/>
                <a:cs typeface="Noto Sans Bold"/>
              </a:defRPr>
            </a:lvl5pPr>
            <a:lvl6pPr algn="l">
              <a:buNone/>
              <a:defRPr sz="3000" b="1">
                <a:solidFill>
                  <a:srgbClr val="2B5BEB"/>
                </a:solidFill>
                <a:latin typeface="Noto Sans Bold"/>
                <a:ea typeface="Noto Sans Bold"/>
                <a:cs typeface="Noto Sans Bold"/>
              </a:defRPr>
            </a:lvl6pPr>
            <a:lvl7pPr algn="l">
              <a:buNone/>
              <a:defRPr sz="3000" b="1">
                <a:solidFill>
                  <a:srgbClr val="2B5BEB"/>
                </a:solidFill>
                <a:latin typeface="Noto Sans Bold"/>
                <a:ea typeface="Noto Sans Bold"/>
                <a:cs typeface="Noto Sans Bold"/>
              </a:defRPr>
            </a:lvl7pPr>
            <a:lvl8pPr algn="l">
              <a:buNone/>
              <a:defRPr sz="3000" b="1">
                <a:solidFill>
                  <a:srgbClr val="2B5BEB"/>
                </a:solidFill>
                <a:latin typeface="Noto Sans Bold"/>
                <a:ea typeface="Noto Sans Bold"/>
                <a:cs typeface="Noto Sans Bold"/>
              </a:defRPr>
            </a:lvl8pPr>
            <a:lvl9pPr algn="l">
              <a:buNone/>
              <a:defRPr sz="3000" b="1">
                <a:solidFill>
                  <a:srgbClr val="2B5BEB"/>
                </a:solidFill>
                <a:latin typeface="Noto Sans Bold"/>
                <a:ea typeface="Noto Sans Bold"/>
                <a:cs typeface="Noto Sans Bold"/>
              </a:defRPr>
            </a:lvl9pPr>
          </a:lstStyle>
          <a:p xmlns:a="http://schemas.openxmlformats.org/drawingml/2006/main">
            <a:pPr algn="l">
              <a:buNone/>
              <a:defRPr sz="3000" b="1">
                <a:solidFill>
                  <a:srgbClr val="2B5BEB"/>
                </a:solidFill>
                <a:latin typeface="Noto Sans Bold"/>
                <a:ea typeface="Noto Sans Bold"/>
                <a:cs typeface="Noto Sans Bold"/>
              </a:defRPr>
            </a:pPr>
            <a:r>
              <a:rPr sz="3000" b="1">
                <a:solidFill>
                  <a:srgbClr val="2B5BEB"/>
                </a:solidFill>
                <a:latin typeface="Noto Sans Bold"/>
                <a:ea typeface="Noto Sans Bold"/>
                <a:cs typeface="Noto Sans Bold"/>
              </a:rPr>
              <a:t>01</a:t>
            </a:r>
          </a:p>
        </p:txBody>
      </p:sp>
      <p:sp>
        <p:nvSpPr>
          <p:cNvPr id="9" name="step-title-0">
            <a:extLst xmlns:a="http://schemas.openxmlformats.org/drawingml/2006/main">
              <a:ext uri="{FF2B5EF4-FFF2-40B4-BE49-F238E27FC236}">
                <a16:creationId xmlns:a16="http://schemas.microsoft.com/office/drawing/2014/main" id="{0E051263-A143-4BAD-9ED6-7C808DB0032C}"/>
              </a:ext>
            </a:extLst>
          </p:cNvPr>
          <p:cNvSpPr>
            <a:spLocks xmlns:a="http://schemas.openxmlformats.org/drawingml/2006/main" noGrp="1"/>
          </p:cNvSpPr>
          <p:nvPr/>
        </p:nvSpPr>
        <p:spPr>
          <a:xfrm xmlns:a="http://schemas.openxmlformats.org/drawingml/2006/main">
            <a:off x="2190750" y="3371850"/>
            <a:ext cx="5905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3000" b="1">
                <a:solidFill>
                  <a:srgbClr val="122C46"/>
                </a:solidFill>
                <a:latin typeface="Noto Sans Bold"/>
                <a:ea typeface="Noto Sans Bold"/>
                <a:cs typeface="Noto Sans Bold"/>
              </a:defRPr>
            </a:defPPr>
            <a:lvl1pPr algn="l">
              <a:buNone/>
              <a:defRPr sz="3000" b="1">
                <a:solidFill>
                  <a:srgbClr val="122C46"/>
                </a:solidFill>
                <a:latin typeface="Noto Sans Bold"/>
                <a:ea typeface="Noto Sans Bold"/>
                <a:cs typeface="Noto Sans Bold"/>
              </a:defRPr>
            </a:lvl1pPr>
            <a:lvl2pPr algn="l">
              <a:buNone/>
              <a:defRPr sz="3000" b="1">
                <a:solidFill>
                  <a:srgbClr val="122C46"/>
                </a:solidFill>
                <a:latin typeface="Noto Sans Bold"/>
                <a:ea typeface="Noto Sans Bold"/>
                <a:cs typeface="Noto Sans Bold"/>
              </a:defRPr>
            </a:lvl2pPr>
            <a:lvl3pPr algn="l">
              <a:buNone/>
              <a:defRPr sz="3000" b="1">
                <a:solidFill>
                  <a:srgbClr val="122C46"/>
                </a:solidFill>
                <a:latin typeface="Noto Sans Bold"/>
                <a:ea typeface="Noto Sans Bold"/>
                <a:cs typeface="Noto Sans Bold"/>
              </a:defRPr>
            </a:lvl3pPr>
            <a:lvl4pPr algn="l">
              <a:buNone/>
              <a:defRPr sz="3000" b="1">
                <a:solidFill>
                  <a:srgbClr val="122C46"/>
                </a:solidFill>
                <a:latin typeface="Noto Sans Bold"/>
                <a:ea typeface="Noto Sans Bold"/>
                <a:cs typeface="Noto Sans Bold"/>
              </a:defRPr>
            </a:lvl4pPr>
            <a:lvl5pPr algn="l">
              <a:buNone/>
              <a:defRPr sz="3000" b="1">
                <a:solidFill>
                  <a:srgbClr val="122C46"/>
                </a:solidFill>
                <a:latin typeface="Noto Sans Bold"/>
                <a:ea typeface="Noto Sans Bold"/>
                <a:cs typeface="Noto Sans Bold"/>
              </a:defRPr>
            </a:lvl5pPr>
            <a:lvl6pPr algn="l">
              <a:buNone/>
              <a:defRPr sz="3000" b="1">
                <a:solidFill>
                  <a:srgbClr val="122C46"/>
                </a:solidFill>
                <a:latin typeface="Noto Sans Bold"/>
                <a:ea typeface="Noto Sans Bold"/>
                <a:cs typeface="Noto Sans Bold"/>
              </a:defRPr>
            </a:lvl6pPr>
            <a:lvl7pPr algn="l">
              <a:buNone/>
              <a:defRPr sz="3000" b="1">
                <a:solidFill>
                  <a:srgbClr val="122C46"/>
                </a:solidFill>
                <a:latin typeface="Noto Sans Bold"/>
                <a:ea typeface="Noto Sans Bold"/>
                <a:cs typeface="Noto Sans Bold"/>
              </a:defRPr>
            </a:lvl7pPr>
            <a:lvl8pPr algn="l">
              <a:buNone/>
              <a:defRPr sz="3000" b="1">
                <a:solidFill>
                  <a:srgbClr val="122C46"/>
                </a:solidFill>
                <a:latin typeface="Noto Sans Bold"/>
                <a:ea typeface="Noto Sans Bold"/>
                <a:cs typeface="Noto Sans Bold"/>
              </a:defRPr>
            </a:lvl8pPr>
            <a:lvl9pPr algn="l">
              <a:buNone/>
              <a:defRPr sz="3000" b="1">
                <a:solidFill>
                  <a:srgbClr val="122C46"/>
                </a:solidFill>
                <a:latin typeface="Noto Sans Bold"/>
                <a:ea typeface="Noto Sans Bold"/>
                <a:cs typeface="Noto Sans Bold"/>
              </a:defRPr>
            </a:lvl9pPr>
          </a:lstStyle>
          <a:p xmlns:a="http://schemas.openxmlformats.org/drawingml/2006/main">
            <a:pPr algn="l">
              <a:buNone/>
              <a:defRPr sz="3000" b="1">
                <a:solidFill>
                  <a:srgbClr val="122C46"/>
                </a:solidFill>
                <a:latin typeface="Noto Sans Bold"/>
                <a:ea typeface="Noto Sans Bold"/>
                <a:cs typeface="Noto Sans Bold"/>
              </a:defRPr>
            </a:pPr>
            <a:r>
              <a:rPr sz="3000" b="1">
                <a:solidFill>
                  <a:srgbClr val="122C46"/>
                </a:solidFill>
                <a:latin typeface="Noto Sans Bold"/>
                <a:ea typeface="Noto Sans Bold"/>
                <a:cs typeface="Noto Sans Bold"/>
              </a:rPr>
              <a:t>판정 기준 고정</a:t>
            </a:r>
          </a:p>
        </p:txBody>
      </p:sp>
      <p:sp>
        <p:nvSpPr>
          <p:cNvPr id="10" name="step-description-0">
            <a:extLst xmlns:a="http://schemas.openxmlformats.org/drawingml/2006/main">
              <a:ext uri="{FF2B5EF4-FFF2-40B4-BE49-F238E27FC236}">
                <a16:creationId xmlns:a16="http://schemas.microsoft.com/office/drawing/2014/main" id="{949BD782-10EC-4928-9B58-73735EAF6437}"/>
              </a:ext>
            </a:extLst>
          </p:cNvPr>
          <p:cNvSpPr>
            <a:spLocks xmlns:a="http://schemas.openxmlformats.org/drawingml/2006/main" noGrp="1"/>
          </p:cNvSpPr>
          <p:nvPr/>
        </p:nvSpPr>
        <p:spPr>
          <a:xfrm xmlns:a="http://schemas.openxmlformats.org/drawingml/2006/main">
            <a:off x="2190750" y="3962400"/>
            <a:ext cx="59055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250" b="0">
                <a:solidFill>
                  <a:srgbClr val="566A80"/>
                </a:solidFill>
                <a:latin typeface="Noto Sans Kr"/>
                <a:ea typeface="Noto Sans Kr"/>
                <a:cs typeface="Noto Sans Kr"/>
              </a:defRPr>
            </a:defPPr>
            <a:lvl1pPr algn="l">
              <a:buNone/>
              <a:defRPr sz="2250" b="0">
                <a:solidFill>
                  <a:srgbClr val="566A80"/>
                </a:solidFill>
                <a:latin typeface="Noto Sans Kr"/>
                <a:ea typeface="Noto Sans Kr"/>
                <a:cs typeface="Noto Sans Kr"/>
              </a:defRPr>
            </a:lvl1pPr>
            <a:lvl2pPr algn="l">
              <a:buNone/>
              <a:defRPr sz="2250" b="0">
                <a:solidFill>
                  <a:srgbClr val="566A80"/>
                </a:solidFill>
                <a:latin typeface="Noto Sans Kr"/>
                <a:ea typeface="Noto Sans Kr"/>
                <a:cs typeface="Noto Sans Kr"/>
              </a:defRPr>
            </a:lvl2pPr>
            <a:lvl3pPr algn="l">
              <a:buNone/>
              <a:defRPr sz="2250" b="0">
                <a:solidFill>
                  <a:srgbClr val="566A80"/>
                </a:solidFill>
                <a:latin typeface="Noto Sans Kr"/>
                <a:ea typeface="Noto Sans Kr"/>
                <a:cs typeface="Noto Sans Kr"/>
              </a:defRPr>
            </a:lvl3pPr>
            <a:lvl4pPr algn="l">
              <a:buNone/>
              <a:defRPr sz="2250" b="0">
                <a:solidFill>
                  <a:srgbClr val="566A80"/>
                </a:solidFill>
                <a:latin typeface="Noto Sans Kr"/>
                <a:ea typeface="Noto Sans Kr"/>
                <a:cs typeface="Noto Sans Kr"/>
              </a:defRPr>
            </a:lvl4pPr>
            <a:lvl5pPr algn="l">
              <a:buNone/>
              <a:defRPr sz="2250" b="0">
                <a:solidFill>
                  <a:srgbClr val="566A80"/>
                </a:solidFill>
                <a:latin typeface="Noto Sans Kr"/>
                <a:ea typeface="Noto Sans Kr"/>
                <a:cs typeface="Noto Sans Kr"/>
              </a:defRPr>
            </a:lvl5pPr>
            <a:lvl6pPr algn="l">
              <a:buNone/>
              <a:defRPr sz="2250" b="0">
                <a:solidFill>
                  <a:srgbClr val="566A80"/>
                </a:solidFill>
                <a:latin typeface="Noto Sans Kr"/>
                <a:ea typeface="Noto Sans Kr"/>
                <a:cs typeface="Noto Sans Kr"/>
              </a:defRPr>
            </a:lvl6pPr>
            <a:lvl7pPr algn="l">
              <a:buNone/>
              <a:defRPr sz="2250" b="0">
                <a:solidFill>
                  <a:srgbClr val="566A80"/>
                </a:solidFill>
                <a:latin typeface="Noto Sans Kr"/>
                <a:ea typeface="Noto Sans Kr"/>
                <a:cs typeface="Noto Sans Kr"/>
              </a:defRPr>
            </a:lvl7pPr>
            <a:lvl8pPr algn="l">
              <a:buNone/>
              <a:defRPr sz="2250" b="0">
                <a:solidFill>
                  <a:srgbClr val="566A80"/>
                </a:solidFill>
                <a:latin typeface="Noto Sans Kr"/>
                <a:ea typeface="Noto Sans Kr"/>
                <a:cs typeface="Noto Sans Kr"/>
              </a:defRPr>
            </a:lvl8pPr>
            <a:lvl9pPr algn="l">
              <a:buNone/>
              <a:defRPr sz="2250" b="0">
                <a:solidFill>
                  <a:srgbClr val="566A80"/>
                </a:solidFill>
                <a:latin typeface="Noto Sans Kr"/>
                <a:ea typeface="Noto Sans Kr"/>
                <a:cs typeface="Noto Sans Kr"/>
              </a:defRPr>
            </a:lvl9pPr>
          </a:lstStyle>
          <a:p xmlns:a="http://schemas.openxmlformats.org/drawingml/2006/main">
            <a:pPr algn="l">
              <a:buNone/>
              <a:defRPr sz="2250" b="0">
                <a:solidFill>
                  <a:srgbClr val="566A80"/>
                </a:solidFill>
                <a:latin typeface="Noto Sans Kr"/>
                <a:ea typeface="Noto Sans Kr"/>
                <a:cs typeface="Noto Sans Kr"/>
              </a:defRPr>
            </a:pPr>
            <a:r>
              <a:rPr sz="2250" b="0">
                <a:solidFill>
                  <a:srgbClr val="566A80"/>
                </a:solidFill>
                <a:latin typeface="Noto Sans Kr"/>
                <a:ea typeface="Noto Sans Kr"/>
                <a:cs typeface="Noto Sans Kr"/>
              </a:rPr>
              <a:t>조회 전에 지지·반증 조건 기록</a:t>
            </a:r>
          </a:p>
        </p:txBody>
      </p:sp>
      <p:sp>
        <p:nvSpPr>
          <p:cNvPr id="11" name="step-1">
            <a:extLst xmlns:a="http://schemas.openxmlformats.org/drawingml/2006/main">
              <a:ext uri="{FF2B5EF4-FFF2-40B4-BE49-F238E27FC236}">
                <a16:creationId xmlns:a16="http://schemas.microsoft.com/office/drawing/2014/main" id="{28F2DDE5-C098-4196-98AE-861153B804A9}"/>
              </a:ext>
            </a:extLst>
          </p:cNvPr>
          <p:cNvSpPr>
            <a:spLocks xmlns:a="http://schemas.openxmlformats.org/drawingml/2006/main" noGrp="1"/>
          </p:cNvSpPr>
          <p:nvPr/>
        </p:nvSpPr>
        <p:spPr>
          <a:xfrm xmlns:a="http://schemas.openxmlformats.org/drawingml/2006/main">
            <a:off x="1143000" y="4572000"/>
            <a:ext cx="8572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3000" b="1">
                <a:solidFill>
                  <a:srgbClr val="2B5BEB"/>
                </a:solidFill>
                <a:latin typeface="Noto Sans Bold"/>
                <a:ea typeface="Noto Sans Bold"/>
                <a:cs typeface="Noto Sans Bold"/>
              </a:defRPr>
            </a:defPPr>
            <a:lvl1pPr algn="l">
              <a:buNone/>
              <a:defRPr sz="3000" b="1">
                <a:solidFill>
                  <a:srgbClr val="2B5BEB"/>
                </a:solidFill>
                <a:latin typeface="Noto Sans Bold"/>
                <a:ea typeface="Noto Sans Bold"/>
                <a:cs typeface="Noto Sans Bold"/>
              </a:defRPr>
            </a:lvl1pPr>
            <a:lvl2pPr algn="l">
              <a:buNone/>
              <a:defRPr sz="3000" b="1">
                <a:solidFill>
                  <a:srgbClr val="2B5BEB"/>
                </a:solidFill>
                <a:latin typeface="Noto Sans Bold"/>
                <a:ea typeface="Noto Sans Bold"/>
                <a:cs typeface="Noto Sans Bold"/>
              </a:defRPr>
            </a:lvl2pPr>
            <a:lvl3pPr algn="l">
              <a:buNone/>
              <a:defRPr sz="3000" b="1">
                <a:solidFill>
                  <a:srgbClr val="2B5BEB"/>
                </a:solidFill>
                <a:latin typeface="Noto Sans Bold"/>
                <a:ea typeface="Noto Sans Bold"/>
                <a:cs typeface="Noto Sans Bold"/>
              </a:defRPr>
            </a:lvl3pPr>
            <a:lvl4pPr algn="l">
              <a:buNone/>
              <a:defRPr sz="3000" b="1">
                <a:solidFill>
                  <a:srgbClr val="2B5BEB"/>
                </a:solidFill>
                <a:latin typeface="Noto Sans Bold"/>
                <a:ea typeface="Noto Sans Bold"/>
                <a:cs typeface="Noto Sans Bold"/>
              </a:defRPr>
            </a:lvl4pPr>
            <a:lvl5pPr algn="l">
              <a:buNone/>
              <a:defRPr sz="3000" b="1">
                <a:solidFill>
                  <a:srgbClr val="2B5BEB"/>
                </a:solidFill>
                <a:latin typeface="Noto Sans Bold"/>
                <a:ea typeface="Noto Sans Bold"/>
                <a:cs typeface="Noto Sans Bold"/>
              </a:defRPr>
            </a:lvl5pPr>
            <a:lvl6pPr algn="l">
              <a:buNone/>
              <a:defRPr sz="3000" b="1">
                <a:solidFill>
                  <a:srgbClr val="2B5BEB"/>
                </a:solidFill>
                <a:latin typeface="Noto Sans Bold"/>
                <a:ea typeface="Noto Sans Bold"/>
                <a:cs typeface="Noto Sans Bold"/>
              </a:defRPr>
            </a:lvl6pPr>
            <a:lvl7pPr algn="l">
              <a:buNone/>
              <a:defRPr sz="3000" b="1">
                <a:solidFill>
                  <a:srgbClr val="2B5BEB"/>
                </a:solidFill>
                <a:latin typeface="Noto Sans Bold"/>
                <a:ea typeface="Noto Sans Bold"/>
                <a:cs typeface="Noto Sans Bold"/>
              </a:defRPr>
            </a:lvl7pPr>
            <a:lvl8pPr algn="l">
              <a:buNone/>
              <a:defRPr sz="3000" b="1">
                <a:solidFill>
                  <a:srgbClr val="2B5BEB"/>
                </a:solidFill>
                <a:latin typeface="Noto Sans Bold"/>
                <a:ea typeface="Noto Sans Bold"/>
                <a:cs typeface="Noto Sans Bold"/>
              </a:defRPr>
            </a:lvl8pPr>
            <a:lvl9pPr algn="l">
              <a:buNone/>
              <a:defRPr sz="3000" b="1">
                <a:solidFill>
                  <a:srgbClr val="2B5BEB"/>
                </a:solidFill>
                <a:latin typeface="Noto Sans Bold"/>
                <a:ea typeface="Noto Sans Bold"/>
                <a:cs typeface="Noto Sans Bold"/>
              </a:defRPr>
            </a:lvl9pPr>
          </a:lstStyle>
          <a:p xmlns:a="http://schemas.openxmlformats.org/drawingml/2006/main">
            <a:pPr algn="l">
              <a:buNone/>
              <a:defRPr sz="3000" b="1">
                <a:solidFill>
                  <a:srgbClr val="2B5BEB"/>
                </a:solidFill>
                <a:latin typeface="Noto Sans Bold"/>
                <a:ea typeface="Noto Sans Bold"/>
                <a:cs typeface="Noto Sans Bold"/>
              </a:defRPr>
            </a:pPr>
            <a:r>
              <a:rPr sz="3000" b="1">
                <a:solidFill>
                  <a:srgbClr val="2B5BEB"/>
                </a:solidFill>
                <a:latin typeface="Noto Sans Bold"/>
                <a:ea typeface="Noto Sans Bold"/>
                <a:cs typeface="Noto Sans Bold"/>
              </a:rPr>
              <a:t>02</a:t>
            </a:r>
          </a:p>
        </p:txBody>
      </p:sp>
      <p:sp>
        <p:nvSpPr>
          <p:cNvPr id="12" name="step-title-1">
            <a:extLst xmlns:a="http://schemas.openxmlformats.org/drawingml/2006/main">
              <a:ext uri="{FF2B5EF4-FFF2-40B4-BE49-F238E27FC236}">
                <a16:creationId xmlns:a16="http://schemas.microsoft.com/office/drawing/2014/main" id="{78D56F5F-CA1A-4F81-A992-0D9F7908A279}"/>
              </a:ext>
            </a:extLst>
          </p:cNvPr>
          <p:cNvSpPr>
            <a:spLocks xmlns:a="http://schemas.openxmlformats.org/drawingml/2006/main" noGrp="1"/>
          </p:cNvSpPr>
          <p:nvPr/>
        </p:nvSpPr>
        <p:spPr>
          <a:xfrm xmlns:a="http://schemas.openxmlformats.org/drawingml/2006/main">
            <a:off x="2190750" y="4572000"/>
            <a:ext cx="5905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3000" b="1">
                <a:solidFill>
                  <a:srgbClr val="122C46"/>
                </a:solidFill>
                <a:latin typeface="Noto Sans Bold"/>
                <a:ea typeface="Noto Sans Bold"/>
                <a:cs typeface="Noto Sans Bold"/>
              </a:defRPr>
            </a:defPPr>
            <a:lvl1pPr algn="l">
              <a:buNone/>
              <a:defRPr sz="3000" b="1">
                <a:solidFill>
                  <a:srgbClr val="122C46"/>
                </a:solidFill>
                <a:latin typeface="Noto Sans Bold"/>
                <a:ea typeface="Noto Sans Bold"/>
                <a:cs typeface="Noto Sans Bold"/>
              </a:defRPr>
            </a:lvl1pPr>
            <a:lvl2pPr algn="l">
              <a:buNone/>
              <a:defRPr sz="3000" b="1">
                <a:solidFill>
                  <a:srgbClr val="122C46"/>
                </a:solidFill>
                <a:latin typeface="Noto Sans Bold"/>
                <a:ea typeface="Noto Sans Bold"/>
                <a:cs typeface="Noto Sans Bold"/>
              </a:defRPr>
            </a:lvl2pPr>
            <a:lvl3pPr algn="l">
              <a:buNone/>
              <a:defRPr sz="3000" b="1">
                <a:solidFill>
                  <a:srgbClr val="122C46"/>
                </a:solidFill>
                <a:latin typeface="Noto Sans Bold"/>
                <a:ea typeface="Noto Sans Bold"/>
                <a:cs typeface="Noto Sans Bold"/>
              </a:defRPr>
            </a:lvl3pPr>
            <a:lvl4pPr algn="l">
              <a:buNone/>
              <a:defRPr sz="3000" b="1">
                <a:solidFill>
                  <a:srgbClr val="122C46"/>
                </a:solidFill>
                <a:latin typeface="Noto Sans Bold"/>
                <a:ea typeface="Noto Sans Bold"/>
                <a:cs typeface="Noto Sans Bold"/>
              </a:defRPr>
            </a:lvl4pPr>
            <a:lvl5pPr algn="l">
              <a:buNone/>
              <a:defRPr sz="3000" b="1">
                <a:solidFill>
                  <a:srgbClr val="122C46"/>
                </a:solidFill>
                <a:latin typeface="Noto Sans Bold"/>
                <a:ea typeface="Noto Sans Bold"/>
                <a:cs typeface="Noto Sans Bold"/>
              </a:defRPr>
            </a:lvl5pPr>
            <a:lvl6pPr algn="l">
              <a:buNone/>
              <a:defRPr sz="3000" b="1">
                <a:solidFill>
                  <a:srgbClr val="122C46"/>
                </a:solidFill>
                <a:latin typeface="Noto Sans Bold"/>
                <a:ea typeface="Noto Sans Bold"/>
                <a:cs typeface="Noto Sans Bold"/>
              </a:defRPr>
            </a:lvl6pPr>
            <a:lvl7pPr algn="l">
              <a:buNone/>
              <a:defRPr sz="3000" b="1">
                <a:solidFill>
                  <a:srgbClr val="122C46"/>
                </a:solidFill>
                <a:latin typeface="Noto Sans Bold"/>
                <a:ea typeface="Noto Sans Bold"/>
                <a:cs typeface="Noto Sans Bold"/>
              </a:defRPr>
            </a:lvl7pPr>
            <a:lvl8pPr algn="l">
              <a:buNone/>
              <a:defRPr sz="3000" b="1">
                <a:solidFill>
                  <a:srgbClr val="122C46"/>
                </a:solidFill>
                <a:latin typeface="Noto Sans Bold"/>
                <a:ea typeface="Noto Sans Bold"/>
                <a:cs typeface="Noto Sans Bold"/>
              </a:defRPr>
            </a:lvl8pPr>
            <a:lvl9pPr algn="l">
              <a:buNone/>
              <a:defRPr sz="3000" b="1">
                <a:solidFill>
                  <a:srgbClr val="122C46"/>
                </a:solidFill>
                <a:latin typeface="Noto Sans Bold"/>
                <a:ea typeface="Noto Sans Bold"/>
                <a:cs typeface="Noto Sans Bold"/>
              </a:defRPr>
            </a:lvl9pPr>
          </a:lstStyle>
          <a:p xmlns:a="http://schemas.openxmlformats.org/drawingml/2006/main">
            <a:pPr algn="l">
              <a:buNone/>
              <a:defRPr sz="3000" b="1">
                <a:solidFill>
                  <a:srgbClr val="122C46"/>
                </a:solidFill>
                <a:latin typeface="Noto Sans Bold"/>
                <a:ea typeface="Noto Sans Bold"/>
                <a:cs typeface="Noto Sans Bold"/>
              </a:defRPr>
            </a:pPr>
            <a:r>
              <a:rPr sz="3000" b="1">
                <a:solidFill>
                  <a:srgbClr val="122C46"/>
                </a:solidFill>
                <a:latin typeface="Noto Sans Bold"/>
                <a:ea typeface="Noto Sans Bold"/>
                <a:cs typeface="Noto Sans Bold"/>
              </a:rPr>
              <a:t>관측 선택·수집</a:t>
            </a:r>
          </a:p>
        </p:txBody>
      </p:sp>
      <p:sp>
        <p:nvSpPr>
          <p:cNvPr id="13" name="step-description-1">
            <a:extLst xmlns:a="http://schemas.openxmlformats.org/drawingml/2006/main">
              <a:ext uri="{FF2B5EF4-FFF2-40B4-BE49-F238E27FC236}">
                <a16:creationId xmlns:a16="http://schemas.microsoft.com/office/drawing/2014/main" id="{5795C434-D998-4D9B-A529-4F86A66BE209}"/>
              </a:ext>
            </a:extLst>
          </p:cNvPr>
          <p:cNvSpPr>
            <a:spLocks xmlns:a="http://schemas.openxmlformats.org/drawingml/2006/main" noGrp="1"/>
          </p:cNvSpPr>
          <p:nvPr/>
        </p:nvSpPr>
        <p:spPr>
          <a:xfrm xmlns:a="http://schemas.openxmlformats.org/drawingml/2006/main">
            <a:off x="2190750" y="5162550"/>
            <a:ext cx="59055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250" b="0">
                <a:solidFill>
                  <a:srgbClr val="566A80"/>
                </a:solidFill>
                <a:latin typeface="Noto Sans Kr"/>
                <a:ea typeface="Noto Sans Kr"/>
                <a:cs typeface="Noto Sans Kr"/>
              </a:defRPr>
            </a:defPPr>
            <a:lvl1pPr algn="l">
              <a:buNone/>
              <a:defRPr sz="2250" b="0">
                <a:solidFill>
                  <a:srgbClr val="566A80"/>
                </a:solidFill>
                <a:latin typeface="Noto Sans Kr"/>
                <a:ea typeface="Noto Sans Kr"/>
                <a:cs typeface="Noto Sans Kr"/>
              </a:defRPr>
            </a:lvl1pPr>
            <a:lvl2pPr algn="l">
              <a:buNone/>
              <a:defRPr sz="2250" b="0">
                <a:solidFill>
                  <a:srgbClr val="566A80"/>
                </a:solidFill>
                <a:latin typeface="Noto Sans Kr"/>
                <a:ea typeface="Noto Sans Kr"/>
                <a:cs typeface="Noto Sans Kr"/>
              </a:defRPr>
            </a:lvl2pPr>
            <a:lvl3pPr algn="l">
              <a:buNone/>
              <a:defRPr sz="2250" b="0">
                <a:solidFill>
                  <a:srgbClr val="566A80"/>
                </a:solidFill>
                <a:latin typeface="Noto Sans Kr"/>
                <a:ea typeface="Noto Sans Kr"/>
                <a:cs typeface="Noto Sans Kr"/>
              </a:defRPr>
            </a:lvl3pPr>
            <a:lvl4pPr algn="l">
              <a:buNone/>
              <a:defRPr sz="2250" b="0">
                <a:solidFill>
                  <a:srgbClr val="566A80"/>
                </a:solidFill>
                <a:latin typeface="Noto Sans Kr"/>
                <a:ea typeface="Noto Sans Kr"/>
                <a:cs typeface="Noto Sans Kr"/>
              </a:defRPr>
            </a:lvl4pPr>
            <a:lvl5pPr algn="l">
              <a:buNone/>
              <a:defRPr sz="2250" b="0">
                <a:solidFill>
                  <a:srgbClr val="566A80"/>
                </a:solidFill>
                <a:latin typeface="Noto Sans Kr"/>
                <a:ea typeface="Noto Sans Kr"/>
                <a:cs typeface="Noto Sans Kr"/>
              </a:defRPr>
            </a:lvl5pPr>
            <a:lvl6pPr algn="l">
              <a:buNone/>
              <a:defRPr sz="2250" b="0">
                <a:solidFill>
                  <a:srgbClr val="566A80"/>
                </a:solidFill>
                <a:latin typeface="Noto Sans Kr"/>
                <a:ea typeface="Noto Sans Kr"/>
                <a:cs typeface="Noto Sans Kr"/>
              </a:defRPr>
            </a:lvl6pPr>
            <a:lvl7pPr algn="l">
              <a:buNone/>
              <a:defRPr sz="2250" b="0">
                <a:solidFill>
                  <a:srgbClr val="566A80"/>
                </a:solidFill>
                <a:latin typeface="Noto Sans Kr"/>
                <a:ea typeface="Noto Sans Kr"/>
                <a:cs typeface="Noto Sans Kr"/>
              </a:defRPr>
            </a:lvl7pPr>
            <a:lvl8pPr algn="l">
              <a:buNone/>
              <a:defRPr sz="2250" b="0">
                <a:solidFill>
                  <a:srgbClr val="566A80"/>
                </a:solidFill>
                <a:latin typeface="Noto Sans Kr"/>
                <a:ea typeface="Noto Sans Kr"/>
                <a:cs typeface="Noto Sans Kr"/>
              </a:defRPr>
            </a:lvl8pPr>
            <a:lvl9pPr algn="l">
              <a:buNone/>
              <a:defRPr sz="2250" b="0">
                <a:solidFill>
                  <a:srgbClr val="566A80"/>
                </a:solidFill>
                <a:latin typeface="Noto Sans Kr"/>
                <a:ea typeface="Noto Sans Kr"/>
                <a:cs typeface="Noto Sans Kr"/>
              </a:defRPr>
            </a:lvl9pPr>
          </a:lstStyle>
          <a:p xmlns:a="http://schemas.openxmlformats.org/drawingml/2006/main">
            <a:pPr algn="l">
              <a:buNone/>
              <a:defRPr sz="2250" b="0">
                <a:solidFill>
                  <a:srgbClr val="566A80"/>
                </a:solidFill>
                <a:latin typeface="Noto Sans Kr"/>
                <a:ea typeface="Noto Sans Kr"/>
                <a:cs typeface="Noto Sans Kr"/>
              </a:defRPr>
            </a:pPr>
            <a:r>
              <a:rPr sz="2250" b="0">
                <a:solidFill>
                  <a:srgbClr val="566A80"/>
                </a:solidFill>
                <a:latin typeface="Noto Sans Kr"/>
                <a:ea typeface="Noto Sans Kr"/>
                <a:cs typeface="Noto Sans Kr"/>
              </a:rPr>
              <a:t>LLM 질문 선택, MCP 읽기 전용 조회</a:t>
            </a:r>
          </a:p>
        </p:txBody>
      </p:sp>
      <p:sp>
        <p:nvSpPr>
          <p:cNvPr id="14" name="step-2">
            <a:extLst xmlns:a="http://schemas.openxmlformats.org/drawingml/2006/main">
              <a:ext uri="{FF2B5EF4-FFF2-40B4-BE49-F238E27FC236}">
                <a16:creationId xmlns:a16="http://schemas.microsoft.com/office/drawing/2014/main" id="{2A33D203-7A67-4C6A-92A8-6FB598FCB385}"/>
              </a:ext>
            </a:extLst>
          </p:cNvPr>
          <p:cNvSpPr>
            <a:spLocks xmlns:a="http://schemas.openxmlformats.org/drawingml/2006/main" noGrp="1"/>
          </p:cNvSpPr>
          <p:nvPr/>
        </p:nvSpPr>
        <p:spPr>
          <a:xfrm xmlns:a="http://schemas.openxmlformats.org/drawingml/2006/main">
            <a:off x="1143000" y="5772150"/>
            <a:ext cx="8572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3000" b="1">
                <a:solidFill>
                  <a:srgbClr val="2B5BEB"/>
                </a:solidFill>
                <a:latin typeface="Noto Sans Bold"/>
                <a:ea typeface="Noto Sans Bold"/>
                <a:cs typeface="Noto Sans Bold"/>
              </a:defRPr>
            </a:defPPr>
            <a:lvl1pPr algn="l">
              <a:buNone/>
              <a:defRPr sz="3000" b="1">
                <a:solidFill>
                  <a:srgbClr val="2B5BEB"/>
                </a:solidFill>
                <a:latin typeface="Noto Sans Bold"/>
                <a:ea typeface="Noto Sans Bold"/>
                <a:cs typeface="Noto Sans Bold"/>
              </a:defRPr>
            </a:lvl1pPr>
            <a:lvl2pPr algn="l">
              <a:buNone/>
              <a:defRPr sz="3000" b="1">
                <a:solidFill>
                  <a:srgbClr val="2B5BEB"/>
                </a:solidFill>
                <a:latin typeface="Noto Sans Bold"/>
                <a:ea typeface="Noto Sans Bold"/>
                <a:cs typeface="Noto Sans Bold"/>
              </a:defRPr>
            </a:lvl2pPr>
            <a:lvl3pPr algn="l">
              <a:buNone/>
              <a:defRPr sz="3000" b="1">
                <a:solidFill>
                  <a:srgbClr val="2B5BEB"/>
                </a:solidFill>
                <a:latin typeface="Noto Sans Bold"/>
                <a:ea typeface="Noto Sans Bold"/>
                <a:cs typeface="Noto Sans Bold"/>
              </a:defRPr>
            </a:lvl3pPr>
            <a:lvl4pPr algn="l">
              <a:buNone/>
              <a:defRPr sz="3000" b="1">
                <a:solidFill>
                  <a:srgbClr val="2B5BEB"/>
                </a:solidFill>
                <a:latin typeface="Noto Sans Bold"/>
                <a:ea typeface="Noto Sans Bold"/>
                <a:cs typeface="Noto Sans Bold"/>
              </a:defRPr>
            </a:lvl4pPr>
            <a:lvl5pPr algn="l">
              <a:buNone/>
              <a:defRPr sz="3000" b="1">
                <a:solidFill>
                  <a:srgbClr val="2B5BEB"/>
                </a:solidFill>
                <a:latin typeface="Noto Sans Bold"/>
                <a:ea typeface="Noto Sans Bold"/>
                <a:cs typeface="Noto Sans Bold"/>
              </a:defRPr>
            </a:lvl5pPr>
            <a:lvl6pPr algn="l">
              <a:buNone/>
              <a:defRPr sz="3000" b="1">
                <a:solidFill>
                  <a:srgbClr val="2B5BEB"/>
                </a:solidFill>
                <a:latin typeface="Noto Sans Bold"/>
                <a:ea typeface="Noto Sans Bold"/>
                <a:cs typeface="Noto Sans Bold"/>
              </a:defRPr>
            </a:lvl6pPr>
            <a:lvl7pPr algn="l">
              <a:buNone/>
              <a:defRPr sz="3000" b="1">
                <a:solidFill>
                  <a:srgbClr val="2B5BEB"/>
                </a:solidFill>
                <a:latin typeface="Noto Sans Bold"/>
                <a:ea typeface="Noto Sans Bold"/>
                <a:cs typeface="Noto Sans Bold"/>
              </a:defRPr>
            </a:lvl7pPr>
            <a:lvl8pPr algn="l">
              <a:buNone/>
              <a:defRPr sz="3000" b="1">
                <a:solidFill>
                  <a:srgbClr val="2B5BEB"/>
                </a:solidFill>
                <a:latin typeface="Noto Sans Bold"/>
                <a:ea typeface="Noto Sans Bold"/>
                <a:cs typeface="Noto Sans Bold"/>
              </a:defRPr>
            </a:lvl8pPr>
            <a:lvl9pPr algn="l">
              <a:buNone/>
              <a:defRPr sz="3000" b="1">
                <a:solidFill>
                  <a:srgbClr val="2B5BEB"/>
                </a:solidFill>
                <a:latin typeface="Noto Sans Bold"/>
                <a:ea typeface="Noto Sans Bold"/>
                <a:cs typeface="Noto Sans Bold"/>
              </a:defRPr>
            </a:lvl9pPr>
          </a:lstStyle>
          <a:p xmlns:a="http://schemas.openxmlformats.org/drawingml/2006/main">
            <a:pPr algn="l">
              <a:buNone/>
              <a:defRPr sz="3000" b="1">
                <a:solidFill>
                  <a:srgbClr val="2B5BEB"/>
                </a:solidFill>
                <a:latin typeface="Noto Sans Bold"/>
                <a:ea typeface="Noto Sans Bold"/>
                <a:cs typeface="Noto Sans Bold"/>
              </a:defRPr>
            </a:pPr>
            <a:r>
              <a:rPr sz="3000" b="1">
                <a:solidFill>
                  <a:srgbClr val="2B5BEB"/>
                </a:solidFill>
                <a:latin typeface="Noto Sans Bold"/>
                <a:ea typeface="Noto Sans Bold"/>
                <a:cs typeface="Noto Sans Bold"/>
              </a:rPr>
              <a:t>03</a:t>
            </a:r>
          </a:p>
        </p:txBody>
      </p:sp>
      <p:sp>
        <p:nvSpPr>
          <p:cNvPr id="15" name="step-title-2">
            <a:extLst xmlns:a="http://schemas.openxmlformats.org/drawingml/2006/main">
              <a:ext uri="{FF2B5EF4-FFF2-40B4-BE49-F238E27FC236}">
                <a16:creationId xmlns:a16="http://schemas.microsoft.com/office/drawing/2014/main" id="{44BE5C94-5E7E-406C-85F9-397805D97ED9}"/>
              </a:ext>
            </a:extLst>
          </p:cNvPr>
          <p:cNvSpPr>
            <a:spLocks xmlns:a="http://schemas.openxmlformats.org/drawingml/2006/main" noGrp="1"/>
          </p:cNvSpPr>
          <p:nvPr/>
        </p:nvSpPr>
        <p:spPr>
          <a:xfrm xmlns:a="http://schemas.openxmlformats.org/drawingml/2006/main">
            <a:off x="2190750" y="5772150"/>
            <a:ext cx="5905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3000" b="1">
                <a:solidFill>
                  <a:srgbClr val="122C46"/>
                </a:solidFill>
                <a:latin typeface="Noto Sans Bold"/>
                <a:ea typeface="Noto Sans Bold"/>
                <a:cs typeface="Noto Sans Bold"/>
              </a:defRPr>
            </a:defPPr>
            <a:lvl1pPr algn="l">
              <a:buNone/>
              <a:defRPr sz="3000" b="1">
                <a:solidFill>
                  <a:srgbClr val="122C46"/>
                </a:solidFill>
                <a:latin typeface="Noto Sans Bold"/>
                <a:ea typeface="Noto Sans Bold"/>
                <a:cs typeface="Noto Sans Bold"/>
              </a:defRPr>
            </a:lvl1pPr>
            <a:lvl2pPr algn="l">
              <a:buNone/>
              <a:defRPr sz="3000" b="1">
                <a:solidFill>
                  <a:srgbClr val="122C46"/>
                </a:solidFill>
                <a:latin typeface="Noto Sans Bold"/>
                <a:ea typeface="Noto Sans Bold"/>
                <a:cs typeface="Noto Sans Bold"/>
              </a:defRPr>
            </a:lvl2pPr>
            <a:lvl3pPr algn="l">
              <a:buNone/>
              <a:defRPr sz="3000" b="1">
                <a:solidFill>
                  <a:srgbClr val="122C46"/>
                </a:solidFill>
                <a:latin typeface="Noto Sans Bold"/>
                <a:ea typeface="Noto Sans Bold"/>
                <a:cs typeface="Noto Sans Bold"/>
              </a:defRPr>
            </a:lvl3pPr>
            <a:lvl4pPr algn="l">
              <a:buNone/>
              <a:defRPr sz="3000" b="1">
                <a:solidFill>
                  <a:srgbClr val="122C46"/>
                </a:solidFill>
                <a:latin typeface="Noto Sans Bold"/>
                <a:ea typeface="Noto Sans Bold"/>
                <a:cs typeface="Noto Sans Bold"/>
              </a:defRPr>
            </a:lvl4pPr>
            <a:lvl5pPr algn="l">
              <a:buNone/>
              <a:defRPr sz="3000" b="1">
                <a:solidFill>
                  <a:srgbClr val="122C46"/>
                </a:solidFill>
                <a:latin typeface="Noto Sans Bold"/>
                <a:ea typeface="Noto Sans Bold"/>
                <a:cs typeface="Noto Sans Bold"/>
              </a:defRPr>
            </a:lvl5pPr>
            <a:lvl6pPr algn="l">
              <a:buNone/>
              <a:defRPr sz="3000" b="1">
                <a:solidFill>
                  <a:srgbClr val="122C46"/>
                </a:solidFill>
                <a:latin typeface="Noto Sans Bold"/>
                <a:ea typeface="Noto Sans Bold"/>
                <a:cs typeface="Noto Sans Bold"/>
              </a:defRPr>
            </a:lvl6pPr>
            <a:lvl7pPr algn="l">
              <a:buNone/>
              <a:defRPr sz="3000" b="1">
                <a:solidFill>
                  <a:srgbClr val="122C46"/>
                </a:solidFill>
                <a:latin typeface="Noto Sans Bold"/>
                <a:ea typeface="Noto Sans Bold"/>
                <a:cs typeface="Noto Sans Bold"/>
              </a:defRPr>
            </a:lvl7pPr>
            <a:lvl8pPr algn="l">
              <a:buNone/>
              <a:defRPr sz="3000" b="1">
                <a:solidFill>
                  <a:srgbClr val="122C46"/>
                </a:solidFill>
                <a:latin typeface="Noto Sans Bold"/>
                <a:ea typeface="Noto Sans Bold"/>
                <a:cs typeface="Noto Sans Bold"/>
              </a:defRPr>
            </a:lvl8pPr>
            <a:lvl9pPr algn="l">
              <a:buNone/>
              <a:defRPr sz="3000" b="1">
                <a:solidFill>
                  <a:srgbClr val="122C46"/>
                </a:solidFill>
                <a:latin typeface="Noto Sans Bold"/>
                <a:ea typeface="Noto Sans Bold"/>
                <a:cs typeface="Noto Sans Bold"/>
              </a:defRPr>
            </a:lvl9pPr>
          </a:lstStyle>
          <a:p xmlns:a="http://schemas.openxmlformats.org/drawingml/2006/main">
            <a:pPr algn="l">
              <a:buNone/>
              <a:defRPr sz="3000" b="1">
                <a:solidFill>
                  <a:srgbClr val="122C46"/>
                </a:solidFill>
                <a:latin typeface="Noto Sans Bold"/>
                <a:ea typeface="Noto Sans Bold"/>
                <a:cs typeface="Noto Sans Bold"/>
              </a:defRPr>
            </a:pPr>
            <a:r>
              <a:rPr sz="3000" b="1">
                <a:solidFill>
                  <a:srgbClr val="122C46"/>
                </a:solidFill>
                <a:latin typeface="Noto Sans Bold"/>
                <a:ea typeface="Noto Sans Bold"/>
                <a:cs typeface="Noto Sans Bold"/>
              </a:rPr>
              <a:t>판정·다음 조사</a:t>
            </a:r>
          </a:p>
        </p:txBody>
      </p:sp>
      <p:sp>
        <p:nvSpPr>
          <p:cNvPr id="16" name="step-description-2">
            <a:extLst xmlns:a="http://schemas.openxmlformats.org/drawingml/2006/main">
              <a:ext uri="{FF2B5EF4-FFF2-40B4-BE49-F238E27FC236}">
                <a16:creationId xmlns:a16="http://schemas.microsoft.com/office/drawing/2014/main" id="{3219BDBD-D456-41F8-9017-278A6D23637F}"/>
              </a:ext>
            </a:extLst>
          </p:cNvPr>
          <p:cNvSpPr>
            <a:spLocks xmlns:a="http://schemas.openxmlformats.org/drawingml/2006/main" noGrp="1"/>
          </p:cNvSpPr>
          <p:nvPr/>
        </p:nvSpPr>
        <p:spPr>
          <a:xfrm xmlns:a="http://schemas.openxmlformats.org/drawingml/2006/main">
            <a:off x="2190750" y="6362700"/>
            <a:ext cx="59055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250" b="0">
                <a:solidFill>
                  <a:srgbClr val="566A80"/>
                </a:solidFill>
                <a:latin typeface="Noto Sans Kr"/>
                <a:ea typeface="Noto Sans Kr"/>
                <a:cs typeface="Noto Sans Kr"/>
              </a:defRPr>
            </a:defPPr>
            <a:lvl1pPr algn="l">
              <a:buNone/>
              <a:defRPr sz="2250" b="0">
                <a:solidFill>
                  <a:srgbClr val="566A80"/>
                </a:solidFill>
                <a:latin typeface="Noto Sans Kr"/>
                <a:ea typeface="Noto Sans Kr"/>
                <a:cs typeface="Noto Sans Kr"/>
              </a:defRPr>
            </a:lvl1pPr>
            <a:lvl2pPr algn="l">
              <a:buNone/>
              <a:defRPr sz="2250" b="0">
                <a:solidFill>
                  <a:srgbClr val="566A80"/>
                </a:solidFill>
                <a:latin typeface="Noto Sans Kr"/>
                <a:ea typeface="Noto Sans Kr"/>
                <a:cs typeface="Noto Sans Kr"/>
              </a:defRPr>
            </a:lvl2pPr>
            <a:lvl3pPr algn="l">
              <a:buNone/>
              <a:defRPr sz="2250" b="0">
                <a:solidFill>
                  <a:srgbClr val="566A80"/>
                </a:solidFill>
                <a:latin typeface="Noto Sans Kr"/>
                <a:ea typeface="Noto Sans Kr"/>
                <a:cs typeface="Noto Sans Kr"/>
              </a:defRPr>
            </a:lvl3pPr>
            <a:lvl4pPr algn="l">
              <a:buNone/>
              <a:defRPr sz="2250" b="0">
                <a:solidFill>
                  <a:srgbClr val="566A80"/>
                </a:solidFill>
                <a:latin typeface="Noto Sans Kr"/>
                <a:ea typeface="Noto Sans Kr"/>
                <a:cs typeface="Noto Sans Kr"/>
              </a:defRPr>
            </a:lvl4pPr>
            <a:lvl5pPr algn="l">
              <a:buNone/>
              <a:defRPr sz="2250" b="0">
                <a:solidFill>
                  <a:srgbClr val="566A80"/>
                </a:solidFill>
                <a:latin typeface="Noto Sans Kr"/>
                <a:ea typeface="Noto Sans Kr"/>
                <a:cs typeface="Noto Sans Kr"/>
              </a:defRPr>
            </a:lvl5pPr>
            <a:lvl6pPr algn="l">
              <a:buNone/>
              <a:defRPr sz="2250" b="0">
                <a:solidFill>
                  <a:srgbClr val="566A80"/>
                </a:solidFill>
                <a:latin typeface="Noto Sans Kr"/>
                <a:ea typeface="Noto Sans Kr"/>
                <a:cs typeface="Noto Sans Kr"/>
              </a:defRPr>
            </a:lvl6pPr>
            <a:lvl7pPr algn="l">
              <a:buNone/>
              <a:defRPr sz="2250" b="0">
                <a:solidFill>
                  <a:srgbClr val="566A80"/>
                </a:solidFill>
                <a:latin typeface="Noto Sans Kr"/>
                <a:ea typeface="Noto Sans Kr"/>
                <a:cs typeface="Noto Sans Kr"/>
              </a:defRPr>
            </a:lvl7pPr>
            <a:lvl8pPr algn="l">
              <a:buNone/>
              <a:defRPr sz="2250" b="0">
                <a:solidFill>
                  <a:srgbClr val="566A80"/>
                </a:solidFill>
                <a:latin typeface="Noto Sans Kr"/>
                <a:ea typeface="Noto Sans Kr"/>
                <a:cs typeface="Noto Sans Kr"/>
              </a:defRPr>
            </a:lvl8pPr>
            <a:lvl9pPr algn="l">
              <a:buNone/>
              <a:defRPr sz="2250" b="0">
                <a:solidFill>
                  <a:srgbClr val="566A80"/>
                </a:solidFill>
                <a:latin typeface="Noto Sans Kr"/>
                <a:ea typeface="Noto Sans Kr"/>
                <a:cs typeface="Noto Sans Kr"/>
              </a:defRPr>
            </a:lvl9pPr>
          </a:lstStyle>
          <a:p xmlns:a="http://schemas.openxmlformats.org/drawingml/2006/main">
            <a:pPr algn="l">
              <a:buNone/>
              <a:defRPr sz="2250" b="0">
                <a:solidFill>
                  <a:srgbClr val="566A80"/>
                </a:solidFill>
                <a:latin typeface="Noto Sans Kr"/>
                <a:ea typeface="Noto Sans Kr"/>
                <a:cs typeface="Noto Sans Kr"/>
              </a:defRPr>
            </a:pPr>
            <a:r>
              <a:rPr sz="2250" b="0">
                <a:solidFill>
                  <a:srgbClr val="566A80"/>
                </a:solidFill>
                <a:latin typeface="Noto Sans Kr"/>
                <a:ea typeface="Noto Sans Kr"/>
                <a:cs typeface="Noto Sans Kr"/>
              </a:rPr>
              <a:t>코드 대조 후 반복·종료·보류</a:t>
            </a:r>
          </a:p>
        </p:txBody>
      </p:sp>
      <p:sp>
        <p:nvSpPr>
          <p:cNvPr id="17" name="step-3">
            <a:extLst xmlns:a="http://schemas.openxmlformats.org/drawingml/2006/main">
              <a:ext uri="{FF2B5EF4-FFF2-40B4-BE49-F238E27FC236}">
                <a16:creationId xmlns:a16="http://schemas.microsoft.com/office/drawing/2014/main" id="{CDB81EEF-18E9-4351-A174-DE4EB74AE2BC}"/>
              </a:ext>
            </a:extLst>
          </p:cNvPr>
          <p:cNvSpPr>
            <a:spLocks xmlns:a="http://schemas.openxmlformats.org/drawingml/2006/main" noGrp="1"/>
          </p:cNvSpPr>
          <p:nvPr/>
        </p:nvSpPr>
        <p:spPr>
          <a:xfrm xmlns:a="http://schemas.openxmlformats.org/drawingml/2006/main">
            <a:off x="1143000" y="6972300"/>
            <a:ext cx="8572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3000" b="1">
                <a:solidFill>
                  <a:srgbClr val="2B5BEB"/>
                </a:solidFill>
                <a:latin typeface="Noto Sans Bold"/>
                <a:ea typeface="Noto Sans Bold"/>
                <a:cs typeface="Noto Sans Bold"/>
              </a:defRPr>
            </a:defPPr>
            <a:lvl1pPr algn="l">
              <a:buNone/>
              <a:defRPr sz="3000" b="1">
                <a:solidFill>
                  <a:srgbClr val="2B5BEB"/>
                </a:solidFill>
                <a:latin typeface="Noto Sans Bold"/>
                <a:ea typeface="Noto Sans Bold"/>
                <a:cs typeface="Noto Sans Bold"/>
              </a:defRPr>
            </a:lvl1pPr>
            <a:lvl2pPr algn="l">
              <a:buNone/>
              <a:defRPr sz="3000" b="1">
                <a:solidFill>
                  <a:srgbClr val="2B5BEB"/>
                </a:solidFill>
                <a:latin typeface="Noto Sans Bold"/>
                <a:ea typeface="Noto Sans Bold"/>
                <a:cs typeface="Noto Sans Bold"/>
              </a:defRPr>
            </a:lvl2pPr>
            <a:lvl3pPr algn="l">
              <a:buNone/>
              <a:defRPr sz="3000" b="1">
                <a:solidFill>
                  <a:srgbClr val="2B5BEB"/>
                </a:solidFill>
                <a:latin typeface="Noto Sans Bold"/>
                <a:ea typeface="Noto Sans Bold"/>
                <a:cs typeface="Noto Sans Bold"/>
              </a:defRPr>
            </a:lvl3pPr>
            <a:lvl4pPr algn="l">
              <a:buNone/>
              <a:defRPr sz="3000" b="1">
                <a:solidFill>
                  <a:srgbClr val="2B5BEB"/>
                </a:solidFill>
                <a:latin typeface="Noto Sans Bold"/>
                <a:ea typeface="Noto Sans Bold"/>
                <a:cs typeface="Noto Sans Bold"/>
              </a:defRPr>
            </a:lvl4pPr>
            <a:lvl5pPr algn="l">
              <a:buNone/>
              <a:defRPr sz="3000" b="1">
                <a:solidFill>
                  <a:srgbClr val="2B5BEB"/>
                </a:solidFill>
                <a:latin typeface="Noto Sans Bold"/>
                <a:ea typeface="Noto Sans Bold"/>
                <a:cs typeface="Noto Sans Bold"/>
              </a:defRPr>
            </a:lvl5pPr>
            <a:lvl6pPr algn="l">
              <a:buNone/>
              <a:defRPr sz="3000" b="1">
                <a:solidFill>
                  <a:srgbClr val="2B5BEB"/>
                </a:solidFill>
                <a:latin typeface="Noto Sans Bold"/>
                <a:ea typeface="Noto Sans Bold"/>
                <a:cs typeface="Noto Sans Bold"/>
              </a:defRPr>
            </a:lvl6pPr>
            <a:lvl7pPr algn="l">
              <a:buNone/>
              <a:defRPr sz="3000" b="1">
                <a:solidFill>
                  <a:srgbClr val="2B5BEB"/>
                </a:solidFill>
                <a:latin typeface="Noto Sans Bold"/>
                <a:ea typeface="Noto Sans Bold"/>
                <a:cs typeface="Noto Sans Bold"/>
              </a:defRPr>
            </a:lvl7pPr>
            <a:lvl8pPr algn="l">
              <a:buNone/>
              <a:defRPr sz="3000" b="1">
                <a:solidFill>
                  <a:srgbClr val="2B5BEB"/>
                </a:solidFill>
                <a:latin typeface="Noto Sans Bold"/>
                <a:ea typeface="Noto Sans Bold"/>
                <a:cs typeface="Noto Sans Bold"/>
              </a:defRPr>
            </a:lvl8pPr>
            <a:lvl9pPr algn="l">
              <a:buNone/>
              <a:defRPr sz="3000" b="1">
                <a:solidFill>
                  <a:srgbClr val="2B5BEB"/>
                </a:solidFill>
                <a:latin typeface="Noto Sans Bold"/>
                <a:ea typeface="Noto Sans Bold"/>
                <a:cs typeface="Noto Sans Bold"/>
              </a:defRPr>
            </a:lvl9pPr>
          </a:lstStyle>
          <a:p xmlns:a="http://schemas.openxmlformats.org/drawingml/2006/main">
            <a:pPr algn="l">
              <a:buNone/>
              <a:defRPr sz="3000" b="1">
                <a:solidFill>
                  <a:srgbClr val="2B5BEB"/>
                </a:solidFill>
                <a:latin typeface="Noto Sans Bold"/>
                <a:ea typeface="Noto Sans Bold"/>
                <a:cs typeface="Noto Sans Bold"/>
              </a:defRPr>
            </a:pPr>
            <a:r>
              <a:rPr sz="3000" b="1">
                <a:solidFill>
                  <a:srgbClr val="2B5BEB"/>
                </a:solidFill>
                <a:latin typeface="Noto Sans Bold"/>
                <a:ea typeface="Noto Sans Bold"/>
                <a:cs typeface="Noto Sans Bold"/>
              </a:rPr>
              <a:t>04</a:t>
            </a:r>
          </a:p>
        </p:txBody>
      </p:sp>
      <p:sp>
        <p:nvSpPr>
          <p:cNvPr id="18" name="step-title-3">
            <a:extLst xmlns:a="http://schemas.openxmlformats.org/drawingml/2006/main">
              <a:ext uri="{FF2B5EF4-FFF2-40B4-BE49-F238E27FC236}">
                <a16:creationId xmlns:a16="http://schemas.microsoft.com/office/drawing/2014/main" id="{E3252209-3F64-4495-914C-8462B8442A7D}"/>
              </a:ext>
            </a:extLst>
          </p:cNvPr>
          <p:cNvSpPr>
            <a:spLocks xmlns:a="http://schemas.openxmlformats.org/drawingml/2006/main" noGrp="1"/>
          </p:cNvSpPr>
          <p:nvPr/>
        </p:nvSpPr>
        <p:spPr>
          <a:xfrm xmlns:a="http://schemas.openxmlformats.org/drawingml/2006/main">
            <a:off x="2190750" y="6972300"/>
            <a:ext cx="5905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3000" b="1">
                <a:solidFill>
                  <a:srgbClr val="122C46"/>
                </a:solidFill>
                <a:latin typeface="Noto Sans Bold"/>
                <a:ea typeface="Noto Sans Bold"/>
                <a:cs typeface="Noto Sans Bold"/>
              </a:defRPr>
            </a:defPPr>
            <a:lvl1pPr algn="l">
              <a:buNone/>
              <a:defRPr sz="3000" b="1">
                <a:solidFill>
                  <a:srgbClr val="122C46"/>
                </a:solidFill>
                <a:latin typeface="Noto Sans Bold"/>
                <a:ea typeface="Noto Sans Bold"/>
                <a:cs typeface="Noto Sans Bold"/>
              </a:defRPr>
            </a:lvl1pPr>
            <a:lvl2pPr algn="l">
              <a:buNone/>
              <a:defRPr sz="3000" b="1">
                <a:solidFill>
                  <a:srgbClr val="122C46"/>
                </a:solidFill>
                <a:latin typeface="Noto Sans Bold"/>
                <a:ea typeface="Noto Sans Bold"/>
                <a:cs typeface="Noto Sans Bold"/>
              </a:defRPr>
            </a:lvl2pPr>
            <a:lvl3pPr algn="l">
              <a:buNone/>
              <a:defRPr sz="3000" b="1">
                <a:solidFill>
                  <a:srgbClr val="122C46"/>
                </a:solidFill>
                <a:latin typeface="Noto Sans Bold"/>
                <a:ea typeface="Noto Sans Bold"/>
                <a:cs typeface="Noto Sans Bold"/>
              </a:defRPr>
            </a:lvl3pPr>
            <a:lvl4pPr algn="l">
              <a:buNone/>
              <a:defRPr sz="3000" b="1">
                <a:solidFill>
                  <a:srgbClr val="122C46"/>
                </a:solidFill>
                <a:latin typeface="Noto Sans Bold"/>
                <a:ea typeface="Noto Sans Bold"/>
                <a:cs typeface="Noto Sans Bold"/>
              </a:defRPr>
            </a:lvl4pPr>
            <a:lvl5pPr algn="l">
              <a:buNone/>
              <a:defRPr sz="3000" b="1">
                <a:solidFill>
                  <a:srgbClr val="122C46"/>
                </a:solidFill>
                <a:latin typeface="Noto Sans Bold"/>
                <a:ea typeface="Noto Sans Bold"/>
                <a:cs typeface="Noto Sans Bold"/>
              </a:defRPr>
            </a:lvl5pPr>
            <a:lvl6pPr algn="l">
              <a:buNone/>
              <a:defRPr sz="3000" b="1">
                <a:solidFill>
                  <a:srgbClr val="122C46"/>
                </a:solidFill>
                <a:latin typeface="Noto Sans Bold"/>
                <a:ea typeface="Noto Sans Bold"/>
                <a:cs typeface="Noto Sans Bold"/>
              </a:defRPr>
            </a:lvl6pPr>
            <a:lvl7pPr algn="l">
              <a:buNone/>
              <a:defRPr sz="3000" b="1">
                <a:solidFill>
                  <a:srgbClr val="122C46"/>
                </a:solidFill>
                <a:latin typeface="Noto Sans Bold"/>
                <a:ea typeface="Noto Sans Bold"/>
                <a:cs typeface="Noto Sans Bold"/>
              </a:defRPr>
            </a:lvl7pPr>
            <a:lvl8pPr algn="l">
              <a:buNone/>
              <a:defRPr sz="3000" b="1">
                <a:solidFill>
                  <a:srgbClr val="122C46"/>
                </a:solidFill>
                <a:latin typeface="Noto Sans Bold"/>
                <a:ea typeface="Noto Sans Bold"/>
                <a:cs typeface="Noto Sans Bold"/>
              </a:defRPr>
            </a:lvl8pPr>
            <a:lvl9pPr algn="l">
              <a:buNone/>
              <a:defRPr sz="3000" b="1">
                <a:solidFill>
                  <a:srgbClr val="122C46"/>
                </a:solidFill>
                <a:latin typeface="Noto Sans Bold"/>
                <a:ea typeface="Noto Sans Bold"/>
                <a:cs typeface="Noto Sans Bold"/>
              </a:defRPr>
            </a:lvl9pPr>
          </a:lstStyle>
          <a:p xmlns:a="http://schemas.openxmlformats.org/drawingml/2006/main">
            <a:pPr algn="l">
              <a:buNone/>
              <a:defRPr sz="3000" b="1">
                <a:solidFill>
                  <a:srgbClr val="122C46"/>
                </a:solidFill>
                <a:latin typeface="Noto Sans Bold"/>
                <a:ea typeface="Noto Sans Bold"/>
                <a:cs typeface="Noto Sans Bold"/>
              </a:defRPr>
            </a:pPr>
            <a:r>
              <a:rPr sz="3000" b="1">
                <a:solidFill>
                  <a:srgbClr val="122C46"/>
                </a:solidFill>
                <a:latin typeface="Noto Sans Bold"/>
                <a:ea typeface="Noto Sans Bold"/>
                <a:cs typeface="Noto Sans Bold"/>
              </a:rPr>
              <a:t>보고서 근거 검증</a:t>
            </a:r>
          </a:p>
        </p:txBody>
      </p:sp>
      <p:sp>
        <p:nvSpPr>
          <p:cNvPr id="19" name="step-description-3">
            <a:extLst xmlns:a="http://schemas.openxmlformats.org/drawingml/2006/main">
              <a:ext uri="{FF2B5EF4-FFF2-40B4-BE49-F238E27FC236}">
                <a16:creationId xmlns:a16="http://schemas.microsoft.com/office/drawing/2014/main" id="{851E5AF6-22FC-40FB-80E2-00CC095055D4}"/>
              </a:ext>
            </a:extLst>
          </p:cNvPr>
          <p:cNvSpPr>
            <a:spLocks xmlns:a="http://schemas.openxmlformats.org/drawingml/2006/main" noGrp="1"/>
          </p:cNvSpPr>
          <p:nvPr/>
        </p:nvSpPr>
        <p:spPr>
          <a:xfrm xmlns:a="http://schemas.openxmlformats.org/drawingml/2006/main">
            <a:off x="2190750" y="7562850"/>
            <a:ext cx="59055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250" b="0">
                <a:solidFill>
                  <a:srgbClr val="566A80"/>
                </a:solidFill>
                <a:latin typeface="Noto Sans Kr"/>
                <a:ea typeface="Noto Sans Kr"/>
                <a:cs typeface="Noto Sans Kr"/>
              </a:defRPr>
            </a:defPPr>
            <a:lvl1pPr algn="l">
              <a:buNone/>
              <a:defRPr sz="2250" b="0">
                <a:solidFill>
                  <a:srgbClr val="566A80"/>
                </a:solidFill>
                <a:latin typeface="Noto Sans Kr"/>
                <a:ea typeface="Noto Sans Kr"/>
                <a:cs typeface="Noto Sans Kr"/>
              </a:defRPr>
            </a:lvl1pPr>
            <a:lvl2pPr algn="l">
              <a:buNone/>
              <a:defRPr sz="2250" b="0">
                <a:solidFill>
                  <a:srgbClr val="566A80"/>
                </a:solidFill>
                <a:latin typeface="Noto Sans Kr"/>
                <a:ea typeface="Noto Sans Kr"/>
                <a:cs typeface="Noto Sans Kr"/>
              </a:defRPr>
            </a:lvl2pPr>
            <a:lvl3pPr algn="l">
              <a:buNone/>
              <a:defRPr sz="2250" b="0">
                <a:solidFill>
                  <a:srgbClr val="566A80"/>
                </a:solidFill>
                <a:latin typeface="Noto Sans Kr"/>
                <a:ea typeface="Noto Sans Kr"/>
                <a:cs typeface="Noto Sans Kr"/>
              </a:defRPr>
            </a:lvl3pPr>
            <a:lvl4pPr algn="l">
              <a:buNone/>
              <a:defRPr sz="2250" b="0">
                <a:solidFill>
                  <a:srgbClr val="566A80"/>
                </a:solidFill>
                <a:latin typeface="Noto Sans Kr"/>
                <a:ea typeface="Noto Sans Kr"/>
                <a:cs typeface="Noto Sans Kr"/>
              </a:defRPr>
            </a:lvl4pPr>
            <a:lvl5pPr algn="l">
              <a:buNone/>
              <a:defRPr sz="2250" b="0">
                <a:solidFill>
                  <a:srgbClr val="566A80"/>
                </a:solidFill>
                <a:latin typeface="Noto Sans Kr"/>
                <a:ea typeface="Noto Sans Kr"/>
                <a:cs typeface="Noto Sans Kr"/>
              </a:defRPr>
            </a:lvl5pPr>
            <a:lvl6pPr algn="l">
              <a:buNone/>
              <a:defRPr sz="2250" b="0">
                <a:solidFill>
                  <a:srgbClr val="566A80"/>
                </a:solidFill>
                <a:latin typeface="Noto Sans Kr"/>
                <a:ea typeface="Noto Sans Kr"/>
                <a:cs typeface="Noto Sans Kr"/>
              </a:defRPr>
            </a:lvl6pPr>
            <a:lvl7pPr algn="l">
              <a:buNone/>
              <a:defRPr sz="2250" b="0">
                <a:solidFill>
                  <a:srgbClr val="566A80"/>
                </a:solidFill>
                <a:latin typeface="Noto Sans Kr"/>
                <a:ea typeface="Noto Sans Kr"/>
                <a:cs typeface="Noto Sans Kr"/>
              </a:defRPr>
            </a:lvl7pPr>
            <a:lvl8pPr algn="l">
              <a:buNone/>
              <a:defRPr sz="2250" b="0">
                <a:solidFill>
                  <a:srgbClr val="566A80"/>
                </a:solidFill>
                <a:latin typeface="Noto Sans Kr"/>
                <a:ea typeface="Noto Sans Kr"/>
                <a:cs typeface="Noto Sans Kr"/>
              </a:defRPr>
            </a:lvl8pPr>
            <a:lvl9pPr algn="l">
              <a:buNone/>
              <a:defRPr sz="2250" b="0">
                <a:solidFill>
                  <a:srgbClr val="566A80"/>
                </a:solidFill>
                <a:latin typeface="Noto Sans Kr"/>
                <a:ea typeface="Noto Sans Kr"/>
                <a:cs typeface="Noto Sans Kr"/>
              </a:defRPr>
            </a:lvl9pPr>
          </a:lstStyle>
          <a:p xmlns:a="http://schemas.openxmlformats.org/drawingml/2006/main">
            <a:pPr algn="l">
              <a:buNone/>
              <a:defRPr sz="2250" b="0">
                <a:solidFill>
                  <a:srgbClr val="566A80"/>
                </a:solidFill>
                <a:latin typeface="Noto Sans Kr"/>
                <a:ea typeface="Noto Sans Kr"/>
                <a:cs typeface="Noto Sans Kr"/>
              </a:defRPr>
            </a:pPr>
            <a:r>
              <a:rPr sz="2250" b="0">
                <a:solidFill>
                  <a:srgbClr val="566A80"/>
                </a:solidFill>
                <a:latin typeface="Noto Sans Kr"/>
                <a:ea typeface="Noto Sans Kr"/>
                <a:cs typeface="Noto Sans Kr"/>
              </a:rPr>
              <a:t>수치·출처·조치 검사, 작성 최대 3회</a:t>
            </a:r>
          </a:p>
        </p:txBody>
      </p:sp>
      <p:pic>
        <p:nvPicPr>
          <p:cNvPr id="20" name="">
            <a:extLst xmlns:a="http://schemas.openxmlformats.org/drawingml/2006/main">
              <a:ext uri="{FF2B5EF4-FFF2-40B4-BE49-F238E27FC236}">
                <a16:creationId xmlns:a16="http://schemas.microsoft.com/office/drawing/2014/main" id="{47BF2659-113E-46F1-8C4B-162DDC606936}"/>
              </a:ext>
            </a:extLst>
          </p:cNvPr>
          <p:cNvPicPr>
            <a:picLocks xmlns:a="http://schemas.openxmlformats.org/drawingml/2006/main" noChangeAspect="1"/>
          </p:cNvPicPr>
          <p:nvPr/>
        </p:nvPicPr>
        <p:blipFill>
          <a:blip xmlns:r="http://schemas.openxmlformats.org/officeDocument/2006/relationships" xmlns:a="http://schemas.openxmlformats.org/drawingml/2006/main" r:embed="R30a29eb5736e4517"/>
          <a:srcRect xmlns:a="http://schemas.openxmlformats.org/drawingml/2006/main" l="19000" t="41000" r="24000" b="9000"/>
          <a:stretch xmlns:a="http://schemas.openxmlformats.org/drawingml/2006/main"/>
        </p:blipFill>
        <p:spPr>
          <a:xfrm xmlns:a="http://schemas.openxmlformats.org/drawingml/2006/main">
            <a:off x="8572500" y="3371850"/>
            <a:ext cx="8572500" cy="4229852"/>
          </a:xfrm>
          <a:prstGeom xmlns:a="http://schemas.openxmlformats.org/drawingml/2006/main" prst="rect">
            <a:avLst/>
          </a:prstGeom>
        </p:spPr>
      </p:pic>
      <p:sp>
        <p:nvSpPr>
          <p:cNvPr id="21" name="investigation-result">
            <a:extLst xmlns:a="http://schemas.openxmlformats.org/drawingml/2006/main">
              <a:ext uri="{FF2B5EF4-FFF2-40B4-BE49-F238E27FC236}">
                <a16:creationId xmlns:a16="http://schemas.microsoft.com/office/drawing/2014/main" id="{FF6B34C6-3254-493B-A186-4E4095AA2F71}"/>
              </a:ext>
            </a:extLst>
          </p:cNvPr>
          <p:cNvSpPr>
            <a:spLocks xmlns:a="http://schemas.openxmlformats.org/drawingml/2006/main" noGrp="1"/>
          </p:cNvSpPr>
          <p:nvPr/>
        </p:nvSpPr>
        <p:spPr>
          <a:xfrm xmlns:a="http://schemas.openxmlformats.org/drawingml/2006/main">
            <a:off x="8572500" y="7848600"/>
            <a:ext cx="85725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100" b="1">
                <a:solidFill>
                  <a:srgbClr val="087F7A"/>
                </a:solidFill>
                <a:latin typeface="Noto Sans Bold"/>
                <a:ea typeface="Noto Sans Bold"/>
                <a:cs typeface="Noto Sans Bold"/>
              </a:defRPr>
            </a:defPPr>
            <a:lvl1pPr algn="l">
              <a:buNone/>
              <a:defRPr sz="2100" b="1">
                <a:solidFill>
                  <a:srgbClr val="087F7A"/>
                </a:solidFill>
                <a:latin typeface="Noto Sans Bold"/>
                <a:ea typeface="Noto Sans Bold"/>
                <a:cs typeface="Noto Sans Bold"/>
              </a:defRPr>
            </a:lvl1pPr>
            <a:lvl2pPr algn="l">
              <a:buNone/>
              <a:defRPr sz="2100" b="1">
                <a:solidFill>
                  <a:srgbClr val="087F7A"/>
                </a:solidFill>
                <a:latin typeface="Noto Sans Bold"/>
                <a:ea typeface="Noto Sans Bold"/>
                <a:cs typeface="Noto Sans Bold"/>
              </a:defRPr>
            </a:lvl2pPr>
            <a:lvl3pPr algn="l">
              <a:buNone/>
              <a:defRPr sz="2100" b="1">
                <a:solidFill>
                  <a:srgbClr val="087F7A"/>
                </a:solidFill>
                <a:latin typeface="Noto Sans Bold"/>
                <a:ea typeface="Noto Sans Bold"/>
                <a:cs typeface="Noto Sans Bold"/>
              </a:defRPr>
            </a:lvl3pPr>
            <a:lvl4pPr algn="l">
              <a:buNone/>
              <a:defRPr sz="2100" b="1">
                <a:solidFill>
                  <a:srgbClr val="087F7A"/>
                </a:solidFill>
                <a:latin typeface="Noto Sans Bold"/>
                <a:ea typeface="Noto Sans Bold"/>
                <a:cs typeface="Noto Sans Bold"/>
              </a:defRPr>
            </a:lvl4pPr>
            <a:lvl5pPr algn="l">
              <a:buNone/>
              <a:defRPr sz="2100" b="1">
                <a:solidFill>
                  <a:srgbClr val="087F7A"/>
                </a:solidFill>
                <a:latin typeface="Noto Sans Bold"/>
                <a:ea typeface="Noto Sans Bold"/>
                <a:cs typeface="Noto Sans Bold"/>
              </a:defRPr>
            </a:lvl5pPr>
            <a:lvl6pPr algn="l">
              <a:buNone/>
              <a:defRPr sz="2100" b="1">
                <a:solidFill>
                  <a:srgbClr val="087F7A"/>
                </a:solidFill>
                <a:latin typeface="Noto Sans Bold"/>
                <a:ea typeface="Noto Sans Bold"/>
                <a:cs typeface="Noto Sans Bold"/>
              </a:defRPr>
            </a:lvl6pPr>
            <a:lvl7pPr algn="l">
              <a:buNone/>
              <a:defRPr sz="2100" b="1">
                <a:solidFill>
                  <a:srgbClr val="087F7A"/>
                </a:solidFill>
                <a:latin typeface="Noto Sans Bold"/>
                <a:ea typeface="Noto Sans Bold"/>
                <a:cs typeface="Noto Sans Bold"/>
              </a:defRPr>
            </a:lvl7pPr>
            <a:lvl8pPr algn="l">
              <a:buNone/>
              <a:defRPr sz="2100" b="1">
                <a:solidFill>
                  <a:srgbClr val="087F7A"/>
                </a:solidFill>
                <a:latin typeface="Noto Sans Bold"/>
                <a:ea typeface="Noto Sans Bold"/>
                <a:cs typeface="Noto Sans Bold"/>
              </a:defRPr>
            </a:lvl8pPr>
            <a:lvl9pPr algn="l">
              <a:buNone/>
              <a:defRPr sz="2100" b="1">
                <a:solidFill>
                  <a:srgbClr val="087F7A"/>
                </a:solidFill>
                <a:latin typeface="Noto Sans Bold"/>
                <a:ea typeface="Noto Sans Bold"/>
                <a:cs typeface="Noto Sans Bold"/>
              </a:defRPr>
            </a:lvl9pPr>
          </a:lstStyle>
          <a:p xmlns:a="http://schemas.openxmlformats.org/drawingml/2006/main">
            <a:pPr algn="l">
              <a:buNone/>
              <a:defRPr sz="2100" b="1">
                <a:solidFill>
                  <a:srgbClr val="087F7A"/>
                </a:solidFill>
                <a:latin typeface="Noto Sans Bold"/>
                <a:ea typeface="Noto Sans Bold"/>
                <a:cs typeface="Noto Sans Bold"/>
              </a:defRPr>
            </a:pPr>
            <a:r>
              <a:rPr sz="2100" b="1">
                <a:solidFill>
                  <a:srgbClr val="087F7A"/>
                </a:solidFill>
                <a:latin typeface="Noto Sans Bold"/>
                <a:ea typeface="Noto Sans Bold"/>
                <a:cs typeface="Noto Sans Bold"/>
              </a:rPr>
              <a:t>실제 실행: 1차 CPU 귀속 / 2차 요청량 구간 조회</a:t>
            </a:r>
          </a:p>
          <a:p xmlns:a="http://schemas.openxmlformats.org/drawingml/2006/main">
            <a:pPr algn="l">
              <a:buNone/>
              <a:defRPr sz="2100" b="1">
                <a:solidFill>
                  <a:srgbClr val="087F7A"/>
                </a:solidFill>
                <a:latin typeface="Noto Sans Bold"/>
                <a:ea typeface="Noto Sans Bold"/>
                <a:cs typeface="Noto Sans Bold"/>
              </a:defRPr>
            </a:pPr>
            <a:r>
              <a:rPr sz="2100" b="1">
                <a:solidFill>
                  <a:srgbClr val="087F7A"/>
                </a:solidFill>
                <a:latin typeface="Noto Sans Bold"/>
                <a:ea typeface="Noto Sans Bold"/>
                <a:cs typeface="Noto Sans Bold"/>
              </a:rPr>
              <a:t>종료 이유: 교차 지지와 경쟁 가설 반증 확보</a:t>
            </a:r>
          </a:p>
        </p:txBody>
      </p:sp>
    </p:spTree>
    <p:extLst>
      <p:ext uri="{BB962C8B-B14F-4D97-AF65-F5344CB8AC3E}">
        <p14:creationId xmlns:p14="http://schemas.microsoft.com/office/powerpoint/2010/main" val="881034510"/>
      </p:ext>
    </p:extLst>
  </p:cSld>
</p:sld>
</file>

<file path=ppt/slides/slide5.xml><?xml version="1.0" encoding="utf-8"?>
<p:sld xmlns:p="http://schemas.openxmlformats.org/presentationml/2006/main">
  <p:cSld>
    <p:bg>
      <p:bgPr>
        <a:solidFill xmlns:a="http://schemas.openxmlformats.org/drawingml/2006/main">
          <a:srgbClr val="F7F8FC"/>
        </a:solidFill>
      </p:bgPr>
    </p:bg>
    <p:spTree>
      <p:nvGrpSpPr>
        <p:cNvPr id="1" name=""/>
        <p:cNvGrpSpPr/>
        <p:nvPr/>
      </p:nvGrpSpPr>
      <p:grpSpPr>
        <a:xfrm xmlns:a="http://schemas.openxmlformats.org/drawingml/2006/main"/>
      </p:grpSpPr>
      <p:sp>
        <p:nvSpPr>
          <p:cNvPr id="28" name="section-label">
            <a:extLst xmlns:a="http://schemas.openxmlformats.org/drawingml/2006/main">
              <a:ext uri="{FF2B5EF4-FFF2-40B4-BE49-F238E27FC236}">
                <a16:creationId xmlns:a16="http://schemas.microsoft.com/office/drawing/2014/main" id="{FBFFF3F4-435E-4A5A-94AF-D4A1C259B64D}"/>
              </a:ext>
            </a:extLst>
          </p:cNvPr>
          <p:cNvSpPr>
            <a:spLocks xmlns:a="http://schemas.openxmlformats.org/drawingml/2006/main" noGrp="1"/>
          </p:cNvSpPr>
          <p:nvPr/>
        </p:nvSpPr>
        <p:spPr>
          <a:xfrm xmlns:a="http://schemas.openxmlformats.org/drawingml/2006/main">
            <a:off x="1143000" y="723900"/>
            <a:ext cx="13335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1950" b="1">
                <a:solidFill>
                  <a:srgbClr val="2B5BEB"/>
                </a:solidFill>
                <a:latin typeface="Noto Sans Bold"/>
                <a:ea typeface="Noto Sans Bold"/>
                <a:cs typeface="Noto Sans Bold"/>
              </a:defRPr>
            </a:defPPr>
            <a:lvl1pPr algn="l">
              <a:buNone/>
              <a:defRPr sz="1950" b="1">
                <a:solidFill>
                  <a:srgbClr val="2B5BEB"/>
                </a:solidFill>
                <a:latin typeface="Noto Sans Bold"/>
                <a:ea typeface="Noto Sans Bold"/>
                <a:cs typeface="Noto Sans Bold"/>
              </a:defRPr>
            </a:lvl1pPr>
            <a:lvl2pPr algn="l">
              <a:buNone/>
              <a:defRPr sz="1950" b="1">
                <a:solidFill>
                  <a:srgbClr val="2B5BEB"/>
                </a:solidFill>
                <a:latin typeface="Noto Sans Bold"/>
                <a:ea typeface="Noto Sans Bold"/>
                <a:cs typeface="Noto Sans Bold"/>
              </a:defRPr>
            </a:lvl2pPr>
            <a:lvl3pPr algn="l">
              <a:buNone/>
              <a:defRPr sz="1950" b="1">
                <a:solidFill>
                  <a:srgbClr val="2B5BEB"/>
                </a:solidFill>
                <a:latin typeface="Noto Sans Bold"/>
                <a:ea typeface="Noto Sans Bold"/>
                <a:cs typeface="Noto Sans Bold"/>
              </a:defRPr>
            </a:lvl3pPr>
            <a:lvl4pPr algn="l">
              <a:buNone/>
              <a:defRPr sz="1950" b="1">
                <a:solidFill>
                  <a:srgbClr val="2B5BEB"/>
                </a:solidFill>
                <a:latin typeface="Noto Sans Bold"/>
                <a:ea typeface="Noto Sans Bold"/>
                <a:cs typeface="Noto Sans Bold"/>
              </a:defRPr>
            </a:lvl4pPr>
            <a:lvl5pPr algn="l">
              <a:buNone/>
              <a:defRPr sz="1950" b="1">
                <a:solidFill>
                  <a:srgbClr val="2B5BEB"/>
                </a:solidFill>
                <a:latin typeface="Noto Sans Bold"/>
                <a:ea typeface="Noto Sans Bold"/>
                <a:cs typeface="Noto Sans Bold"/>
              </a:defRPr>
            </a:lvl5pPr>
            <a:lvl6pPr algn="l">
              <a:buNone/>
              <a:defRPr sz="1950" b="1">
                <a:solidFill>
                  <a:srgbClr val="2B5BEB"/>
                </a:solidFill>
                <a:latin typeface="Noto Sans Bold"/>
                <a:ea typeface="Noto Sans Bold"/>
                <a:cs typeface="Noto Sans Bold"/>
              </a:defRPr>
            </a:lvl6pPr>
            <a:lvl7pPr algn="l">
              <a:buNone/>
              <a:defRPr sz="1950" b="1">
                <a:solidFill>
                  <a:srgbClr val="2B5BEB"/>
                </a:solidFill>
                <a:latin typeface="Noto Sans Bold"/>
                <a:ea typeface="Noto Sans Bold"/>
                <a:cs typeface="Noto Sans Bold"/>
              </a:defRPr>
            </a:lvl7pPr>
            <a:lvl8pPr algn="l">
              <a:buNone/>
              <a:defRPr sz="1950" b="1">
                <a:solidFill>
                  <a:srgbClr val="2B5BEB"/>
                </a:solidFill>
                <a:latin typeface="Noto Sans Bold"/>
                <a:ea typeface="Noto Sans Bold"/>
                <a:cs typeface="Noto Sans Bold"/>
              </a:defRPr>
            </a:lvl8pPr>
            <a:lvl9pPr algn="l">
              <a:buNone/>
              <a:defRPr sz="1950" b="1">
                <a:solidFill>
                  <a:srgbClr val="2B5BEB"/>
                </a:solidFill>
                <a:latin typeface="Noto Sans Bold"/>
                <a:ea typeface="Noto Sans Bold"/>
                <a:cs typeface="Noto Sans Bold"/>
              </a:defRPr>
            </a:lvl9pPr>
          </a:lstStyle>
          <a:p xmlns:a="http://schemas.openxmlformats.org/drawingml/2006/main">
            <a:pPr algn="l">
              <a:buNone/>
              <a:defRPr sz="1950" b="1">
                <a:solidFill>
                  <a:srgbClr val="2B5BEB"/>
                </a:solidFill>
                <a:latin typeface="Noto Sans Bold"/>
                <a:ea typeface="Noto Sans Bold"/>
                <a:cs typeface="Noto Sans Bold"/>
              </a:defRPr>
            </a:pPr>
            <a:r>
              <a:rPr sz="1950" b="1">
                <a:solidFill>
                  <a:srgbClr val="2B5BEB"/>
                </a:solidFill>
                <a:latin typeface="Noto Sans Bold"/>
                <a:ea typeface="Noto Sans Bold"/>
                <a:cs typeface="Noto Sans Bold"/>
              </a:rPr>
              <a:t>시스템 구조</a:t>
            </a:r>
          </a:p>
        </p:txBody>
      </p:sp>
      <p:sp>
        <p:nvSpPr>
          <p:cNvPr id="2" name="page-number">
            <a:extLst xmlns:a="http://schemas.openxmlformats.org/drawingml/2006/main">
              <a:ext uri="{FF2B5EF4-FFF2-40B4-BE49-F238E27FC236}">
                <a16:creationId xmlns:a16="http://schemas.microsoft.com/office/drawing/2014/main" id="{2A42092E-BFE0-41BE-9765-DFE9BC023E86}"/>
              </a:ext>
            </a:extLst>
          </p:cNvPr>
          <p:cNvSpPr>
            <a:spLocks xmlns:a="http://schemas.openxmlformats.org/drawingml/2006/main" noGrp="1"/>
          </p:cNvSpPr>
          <p:nvPr/>
        </p:nvSpPr>
        <p:spPr>
          <a:xfrm xmlns:a="http://schemas.openxmlformats.org/drawingml/2006/main">
            <a:off x="15621000" y="723900"/>
            <a:ext cx="1524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r">
              <a:defRPr sz="1950" b="0">
                <a:solidFill>
                  <a:srgbClr val="566A80"/>
                </a:solidFill>
                <a:latin typeface="Noto Sans Kr"/>
                <a:ea typeface="Noto Sans Kr"/>
                <a:cs typeface="Noto Sans Kr"/>
              </a:defRPr>
            </a:defPPr>
            <a:lvl1pPr algn="r">
              <a:buNone/>
              <a:defRPr sz="1950" b="0">
                <a:solidFill>
                  <a:srgbClr val="566A80"/>
                </a:solidFill>
                <a:latin typeface="Noto Sans Kr"/>
                <a:ea typeface="Noto Sans Kr"/>
                <a:cs typeface="Noto Sans Kr"/>
              </a:defRPr>
            </a:lvl1pPr>
            <a:lvl2pPr algn="r">
              <a:buNone/>
              <a:defRPr sz="1950" b="0">
                <a:solidFill>
                  <a:srgbClr val="566A80"/>
                </a:solidFill>
                <a:latin typeface="Noto Sans Kr"/>
                <a:ea typeface="Noto Sans Kr"/>
                <a:cs typeface="Noto Sans Kr"/>
              </a:defRPr>
            </a:lvl2pPr>
            <a:lvl3pPr algn="r">
              <a:buNone/>
              <a:defRPr sz="1950" b="0">
                <a:solidFill>
                  <a:srgbClr val="566A80"/>
                </a:solidFill>
                <a:latin typeface="Noto Sans Kr"/>
                <a:ea typeface="Noto Sans Kr"/>
                <a:cs typeface="Noto Sans Kr"/>
              </a:defRPr>
            </a:lvl3pPr>
            <a:lvl4pPr algn="r">
              <a:buNone/>
              <a:defRPr sz="1950" b="0">
                <a:solidFill>
                  <a:srgbClr val="566A80"/>
                </a:solidFill>
                <a:latin typeface="Noto Sans Kr"/>
                <a:ea typeface="Noto Sans Kr"/>
                <a:cs typeface="Noto Sans Kr"/>
              </a:defRPr>
            </a:lvl4pPr>
            <a:lvl5pPr algn="r">
              <a:buNone/>
              <a:defRPr sz="1950" b="0">
                <a:solidFill>
                  <a:srgbClr val="566A80"/>
                </a:solidFill>
                <a:latin typeface="Noto Sans Kr"/>
                <a:ea typeface="Noto Sans Kr"/>
                <a:cs typeface="Noto Sans Kr"/>
              </a:defRPr>
            </a:lvl5pPr>
            <a:lvl6pPr algn="r">
              <a:buNone/>
              <a:defRPr sz="1950" b="0">
                <a:solidFill>
                  <a:srgbClr val="566A80"/>
                </a:solidFill>
                <a:latin typeface="Noto Sans Kr"/>
                <a:ea typeface="Noto Sans Kr"/>
                <a:cs typeface="Noto Sans Kr"/>
              </a:defRPr>
            </a:lvl6pPr>
            <a:lvl7pPr algn="r">
              <a:buNone/>
              <a:defRPr sz="1950" b="0">
                <a:solidFill>
                  <a:srgbClr val="566A80"/>
                </a:solidFill>
                <a:latin typeface="Noto Sans Kr"/>
                <a:ea typeface="Noto Sans Kr"/>
                <a:cs typeface="Noto Sans Kr"/>
              </a:defRPr>
            </a:lvl7pPr>
            <a:lvl8pPr algn="r">
              <a:buNone/>
              <a:defRPr sz="1950" b="0">
                <a:solidFill>
                  <a:srgbClr val="566A80"/>
                </a:solidFill>
                <a:latin typeface="Noto Sans Kr"/>
                <a:ea typeface="Noto Sans Kr"/>
                <a:cs typeface="Noto Sans Kr"/>
              </a:defRPr>
            </a:lvl8pPr>
            <a:lvl9pPr algn="r">
              <a:buNone/>
              <a:defRPr sz="1950" b="0">
                <a:solidFill>
                  <a:srgbClr val="566A80"/>
                </a:solidFill>
                <a:latin typeface="Noto Sans Kr"/>
                <a:ea typeface="Noto Sans Kr"/>
                <a:cs typeface="Noto Sans Kr"/>
              </a:defRPr>
            </a:lvl9pPr>
          </a:lstStyle>
          <a:p xmlns:a="http://schemas.openxmlformats.org/drawingml/2006/main">
            <a:pPr algn="r">
              <a:buNone/>
              <a:defRPr sz="1950" b="0">
                <a:solidFill>
                  <a:srgbClr val="566A80"/>
                </a:solidFill>
                <a:latin typeface="Noto Sans Kr"/>
                <a:ea typeface="Noto Sans Kr"/>
                <a:cs typeface="Noto Sans Kr"/>
              </a:defRPr>
            </a:pPr>
            <a:r>
              <a:rPr sz="1950" b="0">
                <a:solidFill>
                  <a:srgbClr val="566A80"/>
                </a:solidFill>
                <a:latin typeface="Noto Sans Kr"/>
                <a:ea typeface="Noto Sans Kr"/>
                <a:cs typeface="Noto Sans Kr"/>
              </a:rPr>
              <a:t>05 / 08</a:t>
            </a:r>
          </a:p>
        </p:txBody>
      </p:sp>
      <p:sp>
        <p:nvSpPr>
          <p:cNvPr id="3" name="slide-title">
            <a:extLst xmlns:a="http://schemas.openxmlformats.org/drawingml/2006/main">
              <a:ext uri="{FF2B5EF4-FFF2-40B4-BE49-F238E27FC236}">
                <a16:creationId xmlns:a16="http://schemas.microsoft.com/office/drawing/2014/main" id="{AA21CA17-1295-4583-855B-317ADE0BDB22}"/>
              </a:ext>
            </a:extLst>
          </p:cNvPr>
          <p:cNvSpPr>
            <a:spLocks xmlns:a="http://schemas.openxmlformats.org/drawingml/2006/main" noGrp="1"/>
          </p:cNvSpPr>
          <p:nvPr/>
        </p:nvSpPr>
        <p:spPr>
          <a:xfrm xmlns:a="http://schemas.openxmlformats.org/drawingml/2006/main">
            <a:off x="1143000" y="1381125"/>
            <a:ext cx="16002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5100" b="1">
                <a:solidFill>
                  <a:srgbClr val="122C46"/>
                </a:solidFill>
                <a:latin typeface="Noto Sans Bold"/>
                <a:ea typeface="Noto Sans Bold"/>
                <a:cs typeface="Noto Sans Bold"/>
              </a:defRPr>
            </a:defPPr>
            <a:lvl1pPr algn="l">
              <a:buNone/>
              <a:defRPr sz="5100" b="1">
                <a:solidFill>
                  <a:srgbClr val="122C46"/>
                </a:solidFill>
                <a:latin typeface="Noto Sans Bold"/>
                <a:ea typeface="Noto Sans Bold"/>
                <a:cs typeface="Noto Sans Bold"/>
              </a:defRPr>
            </a:lvl1pPr>
            <a:lvl2pPr algn="l">
              <a:buNone/>
              <a:defRPr sz="5100" b="1">
                <a:solidFill>
                  <a:srgbClr val="122C46"/>
                </a:solidFill>
                <a:latin typeface="Noto Sans Bold"/>
                <a:ea typeface="Noto Sans Bold"/>
                <a:cs typeface="Noto Sans Bold"/>
              </a:defRPr>
            </a:lvl2pPr>
            <a:lvl3pPr algn="l">
              <a:buNone/>
              <a:defRPr sz="5100" b="1">
                <a:solidFill>
                  <a:srgbClr val="122C46"/>
                </a:solidFill>
                <a:latin typeface="Noto Sans Bold"/>
                <a:ea typeface="Noto Sans Bold"/>
                <a:cs typeface="Noto Sans Bold"/>
              </a:defRPr>
            </a:lvl3pPr>
            <a:lvl4pPr algn="l">
              <a:buNone/>
              <a:defRPr sz="5100" b="1">
                <a:solidFill>
                  <a:srgbClr val="122C46"/>
                </a:solidFill>
                <a:latin typeface="Noto Sans Bold"/>
                <a:ea typeface="Noto Sans Bold"/>
                <a:cs typeface="Noto Sans Bold"/>
              </a:defRPr>
            </a:lvl4pPr>
            <a:lvl5pPr algn="l">
              <a:buNone/>
              <a:defRPr sz="5100" b="1">
                <a:solidFill>
                  <a:srgbClr val="122C46"/>
                </a:solidFill>
                <a:latin typeface="Noto Sans Bold"/>
                <a:ea typeface="Noto Sans Bold"/>
                <a:cs typeface="Noto Sans Bold"/>
              </a:defRPr>
            </a:lvl5pPr>
            <a:lvl6pPr algn="l">
              <a:buNone/>
              <a:defRPr sz="5100" b="1">
                <a:solidFill>
                  <a:srgbClr val="122C46"/>
                </a:solidFill>
                <a:latin typeface="Noto Sans Bold"/>
                <a:ea typeface="Noto Sans Bold"/>
                <a:cs typeface="Noto Sans Bold"/>
              </a:defRPr>
            </a:lvl6pPr>
            <a:lvl7pPr algn="l">
              <a:buNone/>
              <a:defRPr sz="5100" b="1">
                <a:solidFill>
                  <a:srgbClr val="122C46"/>
                </a:solidFill>
                <a:latin typeface="Noto Sans Bold"/>
                <a:ea typeface="Noto Sans Bold"/>
                <a:cs typeface="Noto Sans Bold"/>
              </a:defRPr>
            </a:lvl7pPr>
            <a:lvl8pPr algn="l">
              <a:buNone/>
              <a:defRPr sz="5100" b="1">
                <a:solidFill>
                  <a:srgbClr val="122C46"/>
                </a:solidFill>
                <a:latin typeface="Noto Sans Bold"/>
                <a:ea typeface="Noto Sans Bold"/>
                <a:cs typeface="Noto Sans Bold"/>
              </a:defRPr>
            </a:lvl8pPr>
            <a:lvl9pPr algn="l">
              <a:buNone/>
              <a:defRPr sz="5100" b="1">
                <a:solidFill>
                  <a:srgbClr val="122C46"/>
                </a:solidFill>
                <a:latin typeface="Noto Sans Bold"/>
                <a:ea typeface="Noto Sans Bold"/>
                <a:cs typeface="Noto Sans Bold"/>
              </a:defRPr>
            </a:lvl9pPr>
          </a:lstStyle>
          <a:p xmlns:a="http://schemas.openxmlformats.org/drawingml/2006/main">
            <a:pPr algn="l">
              <a:buNone/>
              <a:defRPr sz="5100" b="1">
                <a:solidFill>
                  <a:srgbClr val="122C46"/>
                </a:solidFill>
                <a:latin typeface="Noto Sans Bold"/>
                <a:ea typeface="Noto Sans Bold"/>
                <a:cs typeface="Noto Sans Bold"/>
              </a:defRPr>
            </a:pPr>
            <a:r>
              <a:rPr sz="5100" b="1">
                <a:solidFill>
                  <a:srgbClr val="122C46"/>
                </a:solidFill>
                <a:latin typeface="Noto Sans Bold"/>
                <a:ea typeface="Noto Sans Bold"/>
                <a:cs typeface="Noto Sans Bold"/>
              </a:rPr>
              <a:t>전체 아키텍처</a:t>
            </a:r>
          </a:p>
        </p:txBody>
      </p:sp>
      <p:sp>
        <p:nvSpPr>
          <p:cNvPr id="4" name="slide-subtitle">
            <a:extLst xmlns:a="http://schemas.openxmlformats.org/drawingml/2006/main">
              <a:ext uri="{FF2B5EF4-FFF2-40B4-BE49-F238E27FC236}">
                <a16:creationId xmlns:a16="http://schemas.microsoft.com/office/drawing/2014/main" id="{EA9AAEB2-A7DD-44BF-AEE1-C30B91A44C99}"/>
              </a:ext>
            </a:extLst>
          </p:cNvPr>
          <p:cNvSpPr>
            <a:spLocks xmlns:a="http://schemas.openxmlformats.org/drawingml/2006/main" noGrp="1"/>
          </p:cNvSpPr>
          <p:nvPr/>
        </p:nvSpPr>
        <p:spPr>
          <a:xfrm xmlns:a="http://schemas.openxmlformats.org/drawingml/2006/main">
            <a:off x="1143000" y="2505075"/>
            <a:ext cx="16002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400" b="0">
                <a:solidFill>
                  <a:srgbClr val="566A80"/>
                </a:solidFill>
                <a:latin typeface="Noto Sans Kr"/>
                <a:ea typeface="Noto Sans Kr"/>
                <a:cs typeface="Noto Sans Kr"/>
              </a:defRPr>
            </a:defPPr>
            <a:lvl1pPr algn="l">
              <a:buNone/>
              <a:defRPr sz="2400" b="0">
                <a:solidFill>
                  <a:srgbClr val="566A80"/>
                </a:solidFill>
                <a:latin typeface="Noto Sans Kr"/>
                <a:ea typeface="Noto Sans Kr"/>
                <a:cs typeface="Noto Sans Kr"/>
              </a:defRPr>
            </a:lvl1pPr>
            <a:lvl2pPr algn="l">
              <a:buNone/>
              <a:defRPr sz="2400" b="0">
                <a:solidFill>
                  <a:srgbClr val="566A80"/>
                </a:solidFill>
                <a:latin typeface="Noto Sans Kr"/>
                <a:ea typeface="Noto Sans Kr"/>
                <a:cs typeface="Noto Sans Kr"/>
              </a:defRPr>
            </a:lvl2pPr>
            <a:lvl3pPr algn="l">
              <a:buNone/>
              <a:defRPr sz="2400" b="0">
                <a:solidFill>
                  <a:srgbClr val="566A80"/>
                </a:solidFill>
                <a:latin typeface="Noto Sans Kr"/>
                <a:ea typeface="Noto Sans Kr"/>
                <a:cs typeface="Noto Sans Kr"/>
              </a:defRPr>
            </a:lvl3pPr>
            <a:lvl4pPr algn="l">
              <a:buNone/>
              <a:defRPr sz="2400" b="0">
                <a:solidFill>
                  <a:srgbClr val="566A80"/>
                </a:solidFill>
                <a:latin typeface="Noto Sans Kr"/>
                <a:ea typeface="Noto Sans Kr"/>
                <a:cs typeface="Noto Sans Kr"/>
              </a:defRPr>
            </a:lvl4pPr>
            <a:lvl5pPr algn="l">
              <a:buNone/>
              <a:defRPr sz="2400" b="0">
                <a:solidFill>
                  <a:srgbClr val="566A80"/>
                </a:solidFill>
                <a:latin typeface="Noto Sans Kr"/>
                <a:ea typeface="Noto Sans Kr"/>
                <a:cs typeface="Noto Sans Kr"/>
              </a:defRPr>
            </a:lvl5pPr>
            <a:lvl6pPr algn="l">
              <a:buNone/>
              <a:defRPr sz="2400" b="0">
                <a:solidFill>
                  <a:srgbClr val="566A80"/>
                </a:solidFill>
                <a:latin typeface="Noto Sans Kr"/>
                <a:ea typeface="Noto Sans Kr"/>
                <a:cs typeface="Noto Sans Kr"/>
              </a:defRPr>
            </a:lvl6pPr>
            <a:lvl7pPr algn="l">
              <a:buNone/>
              <a:defRPr sz="2400" b="0">
                <a:solidFill>
                  <a:srgbClr val="566A80"/>
                </a:solidFill>
                <a:latin typeface="Noto Sans Kr"/>
                <a:ea typeface="Noto Sans Kr"/>
                <a:cs typeface="Noto Sans Kr"/>
              </a:defRPr>
            </a:lvl7pPr>
            <a:lvl8pPr algn="l">
              <a:buNone/>
              <a:defRPr sz="2400" b="0">
                <a:solidFill>
                  <a:srgbClr val="566A80"/>
                </a:solidFill>
                <a:latin typeface="Noto Sans Kr"/>
                <a:ea typeface="Noto Sans Kr"/>
                <a:cs typeface="Noto Sans Kr"/>
              </a:defRPr>
            </a:lvl8pPr>
            <a:lvl9pPr algn="l">
              <a:buNone/>
              <a:defRPr sz="2400" b="0">
                <a:solidFill>
                  <a:srgbClr val="566A80"/>
                </a:solidFill>
                <a:latin typeface="Noto Sans Kr"/>
                <a:ea typeface="Noto Sans Kr"/>
                <a:cs typeface="Noto Sans Kr"/>
              </a:defRPr>
            </a:lvl9pPr>
          </a:lstStyle>
          <a:p xmlns:a="http://schemas.openxmlformats.org/drawingml/2006/main">
            <a:pPr algn="l">
              <a:buNone/>
              <a:defRPr sz="2400" b="0">
                <a:solidFill>
                  <a:srgbClr val="566A80"/>
                </a:solidFill>
                <a:latin typeface="Noto Sans Kr"/>
                <a:ea typeface="Noto Sans Kr"/>
                <a:cs typeface="Noto Sans Kr"/>
              </a:defRPr>
            </a:pPr>
            <a:r>
              <a:rPr sz="2400" b="0">
                <a:solidFill>
                  <a:srgbClr val="566A80"/>
                </a:solidFill>
                <a:latin typeface="Noto Sans Kr"/>
                <a:ea typeface="Noto Sans Kr"/>
                <a:cs typeface="Noto Sans Kr"/>
              </a:rPr>
              <a:t>화면·백엔드·AI의 책임을 나누고, 조회와 평가 경로를 연결했습니다.</a:t>
            </a:r>
          </a:p>
        </p:txBody>
      </p:sp>
      <p:sp>
        <p:nvSpPr>
          <p:cNvPr id="5" name="scope-note">
            <a:extLst xmlns:a="http://schemas.openxmlformats.org/drawingml/2006/main">
              <a:ext uri="{FF2B5EF4-FFF2-40B4-BE49-F238E27FC236}">
                <a16:creationId xmlns:a16="http://schemas.microsoft.com/office/drawing/2014/main" id="{1B6BB165-A58D-4586-8347-7747AE098F1B}"/>
              </a:ext>
            </a:extLst>
          </p:cNvPr>
          <p:cNvSpPr>
            <a:spLocks xmlns:a="http://schemas.openxmlformats.org/drawingml/2006/main" noGrp="1"/>
          </p:cNvSpPr>
          <p:nvPr/>
        </p:nvSpPr>
        <p:spPr>
          <a:xfrm xmlns:a="http://schemas.openxmlformats.org/drawingml/2006/main">
            <a:off x="1143000" y="8820150"/>
            <a:ext cx="16002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1800" b="0">
                <a:solidFill>
                  <a:srgbClr val="566A80"/>
                </a:solidFill>
                <a:latin typeface="Noto Sans Kr"/>
                <a:ea typeface="Noto Sans Kr"/>
                <a:cs typeface="Noto Sans Kr"/>
              </a:defRPr>
            </a:defPPr>
            <a:lvl1pPr algn="l">
              <a:buNone/>
              <a:defRPr sz="1800" b="0">
                <a:solidFill>
                  <a:srgbClr val="566A80"/>
                </a:solidFill>
                <a:latin typeface="Noto Sans Kr"/>
                <a:ea typeface="Noto Sans Kr"/>
                <a:cs typeface="Noto Sans Kr"/>
              </a:defRPr>
            </a:lvl1pPr>
            <a:lvl2pPr algn="l">
              <a:buNone/>
              <a:defRPr sz="1800" b="0">
                <a:solidFill>
                  <a:srgbClr val="566A80"/>
                </a:solidFill>
                <a:latin typeface="Noto Sans Kr"/>
                <a:ea typeface="Noto Sans Kr"/>
                <a:cs typeface="Noto Sans Kr"/>
              </a:defRPr>
            </a:lvl2pPr>
            <a:lvl3pPr algn="l">
              <a:buNone/>
              <a:defRPr sz="1800" b="0">
                <a:solidFill>
                  <a:srgbClr val="566A80"/>
                </a:solidFill>
                <a:latin typeface="Noto Sans Kr"/>
                <a:ea typeface="Noto Sans Kr"/>
                <a:cs typeface="Noto Sans Kr"/>
              </a:defRPr>
            </a:lvl3pPr>
            <a:lvl4pPr algn="l">
              <a:buNone/>
              <a:defRPr sz="1800" b="0">
                <a:solidFill>
                  <a:srgbClr val="566A80"/>
                </a:solidFill>
                <a:latin typeface="Noto Sans Kr"/>
                <a:ea typeface="Noto Sans Kr"/>
                <a:cs typeface="Noto Sans Kr"/>
              </a:defRPr>
            </a:lvl4pPr>
            <a:lvl5pPr algn="l">
              <a:buNone/>
              <a:defRPr sz="1800" b="0">
                <a:solidFill>
                  <a:srgbClr val="566A80"/>
                </a:solidFill>
                <a:latin typeface="Noto Sans Kr"/>
                <a:ea typeface="Noto Sans Kr"/>
                <a:cs typeface="Noto Sans Kr"/>
              </a:defRPr>
            </a:lvl5pPr>
            <a:lvl6pPr algn="l">
              <a:buNone/>
              <a:defRPr sz="1800" b="0">
                <a:solidFill>
                  <a:srgbClr val="566A80"/>
                </a:solidFill>
                <a:latin typeface="Noto Sans Kr"/>
                <a:ea typeface="Noto Sans Kr"/>
                <a:cs typeface="Noto Sans Kr"/>
              </a:defRPr>
            </a:lvl6pPr>
            <a:lvl7pPr algn="l">
              <a:buNone/>
              <a:defRPr sz="1800" b="0">
                <a:solidFill>
                  <a:srgbClr val="566A80"/>
                </a:solidFill>
                <a:latin typeface="Noto Sans Kr"/>
                <a:ea typeface="Noto Sans Kr"/>
                <a:cs typeface="Noto Sans Kr"/>
              </a:defRPr>
            </a:lvl7pPr>
            <a:lvl8pPr algn="l">
              <a:buNone/>
              <a:defRPr sz="1800" b="0">
                <a:solidFill>
                  <a:srgbClr val="566A80"/>
                </a:solidFill>
                <a:latin typeface="Noto Sans Kr"/>
                <a:ea typeface="Noto Sans Kr"/>
                <a:cs typeface="Noto Sans Kr"/>
              </a:defRPr>
            </a:lvl8pPr>
            <a:lvl9pPr algn="l">
              <a:buNone/>
              <a:defRPr sz="1800" b="0">
                <a:solidFill>
                  <a:srgbClr val="566A80"/>
                </a:solidFill>
                <a:latin typeface="Noto Sans Kr"/>
                <a:ea typeface="Noto Sans Kr"/>
                <a:cs typeface="Noto Sans Kr"/>
              </a:defRPr>
            </a:lvl9pPr>
          </a:lstStyle>
          <a:p xmlns:a="http://schemas.openxmlformats.org/drawingml/2006/main">
            <a:pPr algn="l">
              <a:buNone/>
              <a:defRPr sz="1800" b="0">
                <a:solidFill>
                  <a:srgbClr val="566A80"/>
                </a:solidFill>
                <a:latin typeface="Noto Sans Kr"/>
                <a:ea typeface="Noto Sans Kr"/>
                <a:cs typeface="Noto Sans Kr"/>
              </a:defRPr>
            </a:pPr>
            <a:r>
              <a:rPr sz="1800" b="0">
                <a:solidFill>
                  <a:srgbClr val="566A80"/>
                </a:solidFill>
                <a:latin typeface="Noto Sans Kr"/>
                <a:ea typeface="Noto Sans Kr"/>
                <a:cs typeface="Noto Sans Kr"/>
              </a:rPr>
              <a:t>실제 LLM 연결 / 지표·로그·추가 관측은 교육용 합성 데이터</a:t>
            </a:r>
          </a:p>
        </p:txBody>
      </p:sp>
      <p:cxnSp>
        <p:nvCxnSpPr>
          <p:cNvPr id="6" name="footer-rule">
            <a:extLst xmlns:a="http://schemas.openxmlformats.org/drawingml/2006/main">
              <a:ext uri="{FF2B5EF4-FFF2-40B4-BE49-F238E27FC236}">
                <a16:creationId xmlns:a16="http://schemas.microsoft.com/office/drawing/2014/main" id="{2F1BD57F-4E0E-4BA0-805D-4E460B4965B8}"/>
              </a:ext>
            </a:extLst>
          </p:cNvPr>
          <p:cNvCxnSpPr/>
          <p:nvPr/>
        </p:nvCxnSpPr>
        <p:spPr>
          <a:xfrm xmlns:a="http://schemas.openxmlformats.org/drawingml/2006/main">
            <a:off x="1143000" y="9353550"/>
            <a:ext cx="16002000" cy="0"/>
          </a:xfrm>
          <a:prstGeom xmlns:a="http://schemas.openxmlformats.org/drawingml/2006/main" prst="straightConnector1">
            <a:avLst/>
          </a:prstGeom>
          <a:ln xmlns:a="http://schemas.openxmlformats.org/drawingml/2006/main" w="28575">
            <a:solidFill>
              <a:srgbClr val="DDE5EE"/>
            </a:solidFill>
          </a:ln>
        </p:spPr>
      </p:cxnSp>
      <p:sp>
        <p:nvSpPr>
          <p:cNvPr id="7" name="footer">
            <a:extLst xmlns:a="http://schemas.openxmlformats.org/drawingml/2006/main">
              <a:ext uri="{FF2B5EF4-FFF2-40B4-BE49-F238E27FC236}">
                <a16:creationId xmlns:a16="http://schemas.microsoft.com/office/drawing/2014/main" id="{9E71FA80-2858-4AD6-BB19-7588A5D4D05E}"/>
              </a:ext>
            </a:extLst>
          </p:cNvPr>
          <p:cNvSpPr>
            <a:spLocks xmlns:a="http://schemas.openxmlformats.org/drawingml/2006/main" noGrp="1"/>
          </p:cNvSpPr>
          <p:nvPr/>
        </p:nvSpPr>
        <p:spPr>
          <a:xfrm xmlns:a="http://schemas.openxmlformats.org/drawingml/2006/main">
            <a:off x="1143000" y="9553575"/>
            <a:ext cx="12382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1650" b="0">
                <a:solidFill>
                  <a:srgbClr val="566A80"/>
                </a:solidFill>
                <a:latin typeface="Noto Sans Kr"/>
                <a:ea typeface="Noto Sans Kr"/>
                <a:cs typeface="Noto Sans Kr"/>
              </a:defRPr>
            </a:defPPr>
            <a:lvl1pPr algn="l">
              <a:buNone/>
              <a:defRPr sz="1650" b="0">
                <a:solidFill>
                  <a:srgbClr val="566A80"/>
                </a:solidFill>
                <a:latin typeface="Noto Sans Kr"/>
                <a:ea typeface="Noto Sans Kr"/>
                <a:cs typeface="Noto Sans Kr"/>
              </a:defRPr>
            </a:lvl1pPr>
            <a:lvl2pPr algn="l">
              <a:buNone/>
              <a:defRPr sz="1650" b="0">
                <a:solidFill>
                  <a:srgbClr val="566A80"/>
                </a:solidFill>
                <a:latin typeface="Noto Sans Kr"/>
                <a:ea typeface="Noto Sans Kr"/>
                <a:cs typeface="Noto Sans Kr"/>
              </a:defRPr>
            </a:lvl2pPr>
            <a:lvl3pPr algn="l">
              <a:buNone/>
              <a:defRPr sz="1650" b="0">
                <a:solidFill>
                  <a:srgbClr val="566A80"/>
                </a:solidFill>
                <a:latin typeface="Noto Sans Kr"/>
                <a:ea typeface="Noto Sans Kr"/>
                <a:cs typeface="Noto Sans Kr"/>
              </a:defRPr>
            </a:lvl3pPr>
            <a:lvl4pPr algn="l">
              <a:buNone/>
              <a:defRPr sz="1650" b="0">
                <a:solidFill>
                  <a:srgbClr val="566A80"/>
                </a:solidFill>
                <a:latin typeface="Noto Sans Kr"/>
                <a:ea typeface="Noto Sans Kr"/>
                <a:cs typeface="Noto Sans Kr"/>
              </a:defRPr>
            </a:lvl4pPr>
            <a:lvl5pPr algn="l">
              <a:buNone/>
              <a:defRPr sz="1650" b="0">
                <a:solidFill>
                  <a:srgbClr val="566A80"/>
                </a:solidFill>
                <a:latin typeface="Noto Sans Kr"/>
                <a:ea typeface="Noto Sans Kr"/>
                <a:cs typeface="Noto Sans Kr"/>
              </a:defRPr>
            </a:lvl5pPr>
            <a:lvl6pPr algn="l">
              <a:buNone/>
              <a:defRPr sz="1650" b="0">
                <a:solidFill>
                  <a:srgbClr val="566A80"/>
                </a:solidFill>
                <a:latin typeface="Noto Sans Kr"/>
                <a:ea typeface="Noto Sans Kr"/>
                <a:cs typeface="Noto Sans Kr"/>
              </a:defRPr>
            </a:lvl6pPr>
            <a:lvl7pPr algn="l">
              <a:buNone/>
              <a:defRPr sz="1650" b="0">
                <a:solidFill>
                  <a:srgbClr val="566A80"/>
                </a:solidFill>
                <a:latin typeface="Noto Sans Kr"/>
                <a:ea typeface="Noto Sans Kr"/>
                <a:cs typeface="Noto Sans Kr"/>
              </a:defRPr>
            </a:lvl7pPr>
            <a:lvl8pPr algn="l">
              <a:buNone/>
              <a:defRPr sz="1650" b="0">
                <a:solidFill>
                  <a:srgbClr val="566A80"/>
                </a:solidFill>
                <a:latin typeface="Noto Sans Kr"/>
                <a:ea typeface="Noto Sans Kr"/>
                <a:cs typeface="Noto Sans Kr"/>
              </a:defRPr>
            </a:lvl8pPr>
            <a:lvl9pPr algn="l">
              <a:buNone/>
              <a:defRPr sz="1650" b="0">
                <a:solidFill>
                  <a:srgbClr val="566A80"/>
                </a:solidFill>
                <a:latin typeface="Noto Sans Kr"/>
                <a:ea typeface="Noto Sans Kr"/>
                <a:cs typeface="Noto Sans Kr"/>
              </a:defRPr>
            </a:lvl9pPr>
          </a:lstStyle>
          <a:p xmlns:a="http://schemas.openxmlformats.org/drawingml/2006/main">
            <a:pPr algn="l">
              <a:buNone/>
              <a:defRPr sz="1650" b="0">
                <a:solidFill>
                  <a:srgbClr val="566A80"/>
                </a:solidFill>
                <a:latin typeface="Noto Sans Kr"/>
                <a:ea typeface="Noto Sans Kr"/>
                <a:cs typeface="Noto Sans Kr"/>
              </a:defRPr>
            </a:pPr>
            <a:r>
              <a:rPr sz="1650" b="0">
                <a:solidFill>
                  <a:srgbClr val="566A80"/>
                </a:solidFill>
                <a:latin typeface="Noto Sans Kr"/>
                <a:ea typeface="Noto Sans Kr"/>
                <a:cs typeface="Noto Sans Kr"/>
              </a:rPr>
              <a:t>SKALA 광주 2반   G066 정준용</a:t>
            </a:r>
          </a:p>
        </p:txBody>
      </p:sp>
      <p:cxnSp>
        <p:nvCxnSpPr>
          <p:cNvPr id="8" name="architecture-link">
            <a:extLst xmlns:a="http://schemas.openxmlformats.org/drawingml/2006/main">
              <a:ext uri="{FF2B5EF4-FFF2-40B4-BE49-F238E27FC236}">
                <a16:creationId xmlns:a16="http://schemas.microsoft.com/office/drawing/2014/main" id="{A5BCE8C3-C0D4-4F1E-9710-316BD2501362}"/>
              </a:ext>
            </a:extLst>
          </p:cNvPr>
          <p:cNvCxnSpPr/>
          <p:nvPr/>
        </p:nvCxnSpPr>
        <p:spPr>
          <a:xfrm xmlns:a="http://schemas.openxmlformats.org/drawingml/2006/main">
            <a:off x="4572000" y="5286375"/>
            <a:ext cx="1619250" cy="0"/>
          </a:xfrm>
          <a:prstGeom xmlns:a="http://schemas.openxmlformats.org/drawingml/2006/main" prst="straightConnector1">
            <a:avLst/>
          </a:prstGeom>
          <a:ln xmlns:a="http://schemas.openxmlformats.org/drawingml/2006/main" w="28575">
            <a:solidFill>
              <a:srgbClr val="2B5BEB"/>
            </a:solidFill>
            <a:tailEnd type="triangle" w="med" len="med"/>
          </a:ln>
        </p:spPr>
      </p:cxnSp>
      <p:cxnSp>
        <p:nvCxnSpPr>
          <p:cNvPr id="9" name="architecture-link">
            <a:extLst xmlns:a="http://schemas.openxmlformats.org/drawingml/2006/main">
              <a:ext uri="{FF2B5EF4-FFF2-40B4-BE49-F238E27FC236}">
                <a16:creationId xmlns:a16="http://schemas.microsoft.com/office/drawing/2014/main" id="{B6FDE4B8-F279-41EA-95FD-6CF308778174}"/>
              </a:ext>
            </a:extLst>
          </p:cNvPr>
          <p:cNvCxnSpPr/>
          <p:nvPr/>
        </p:nvCxnSpPr>
        <p:spPr>
          <a:xfrm xmlns:a="http://schemas.openxmlformats.org/drawingml/2006/main">
            <a:off x="4572000" y="5953125"/>
            <a:ext cx="1619250" cy="0"/>
          </a:xfrm>
          <a:prstGeom xmlns:a="http://schemas.openxmlformats.org/drawingml/2006/main" prst="straightConnector1">
            <a:avLst/>
          </a:prstGeom>
          <a:ln xmlns:a="http://schemas.openxmlformats.org/drawingml/2006/main" w="28575">
            <a:solidFill>
              <a:srgbClr val="2B5BEB"/>
            </a:solidFill>
            <a:headEnd type="triangle" w="med" len="med"/>
          </a:ln>
        </p:spPr>
      </p:cxnSp>
      <p:sp>
        <p:nvSpPr>
          <p:cNvPr id="10" name="http-label">
            <a:extLst xmlns:a="http://schemas.openxmlformats.org/drawingml/2006/main">
              <a:ext uri="{FF2B5EF4-FFF2-40B4-BE49-F238E27FC236}">
                <a16:creationId xmlns:a16="http://schemas.microsoft.com/office/drawing/2014/main" id="{FDDBA362-6185-47FF-B4F5-ADCE5FA8C2EE}"/>
              </a:ext>
            </a:extLst>
          </p:cNvPr>
          <p:cNvSpPr>
            <a:spLocks xmlns:a="http://schemas.openxmlformats.org/drawingml/2006/main" noGrp="1"/>
          </p:cNvSpPr>
          <p:nvPr/>
        </p:nvSpPr>
        <p:spPr>
          <a:xfrm xmlns:a="http://schemas.openxmlformats.org/drawingml/2006/main">
            <a:off x="4714875" y="4810125"/>
            <a:ext cx="13335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ctr">
              <a:defRPr sz="1800" b="0">
                <a:solidFill>
                  <a:srgbClr val="566A80"/>
                </a:solidFill>
                <a:latin typeface="Noto Sans Kr"/>
                <a:ea typeface="Noto Sans Kr"/>
                <a:cs typeface="Noto Sans Kr"/>
              </a:defRPr>
            </a:defPPr>
            <a:lvl1pPr algn="ctr">
              <a:buNone/>
              <a:defRPr sz="1800" b="0">
                <a:solidFill>
                  <a:srgbClr val="566A80"/>
                </a:solidFill>
                <a:latin typeface="Noto Sans Kr"/>
                <a:ea typeface="Noto Sans Kr"/>
                <a:cs typeface="Noto Sans Kr"/>
              </a:defRPr>
            </a:lvl1pPr>
            <a:lvl2pPr algn="ctr">
              <a:buNone/>
              <a:defRPr sz="1800" b="0">
                <a:solidFill>
                  <a:srgbClr val="566A80"/>
                </a:solidFill>
                <a:latin typeface="Noto Sans Kr"/>
                <a:ea typeface="Noto Sans Kr"/>
                <a:cs typeface="Noto Sans Kr"/>
              </a:defRPr>
            </a:lvl2pPr>
            <a:lvl3pPr algn="ctr">
              <a:buNone/>
              <a:defRPr sz="1800" b="0">
                <a:solidFill>
                  <a:srgbClr val="566A80"/>
                </a:solidFill>
                <a:latin typeface="Noto Sans Kr"/>
                <a:ea typeface="Noto Sans Kr"/>
                <a:cs typeface="Noto Sans Kr"/>
              </a:defRPr>
            </a:lvl3pPr>
            <a:lvl4pPr algn="ctr">
              <a:buNone/>
              <a:defRPr sz="1800" b="0">
                <a:solidFill>
                  <a:srgbClr val="566A80"/>
                </a:solidFill>
                <a:latin typeface="Noto Sans Kr"/>
                <a:ea typeface="Noto Sans Kr"/>
                <a:cs typeface="Noto Sans Kr"/>
              </a:defRPr>
            </a:lvl4pPr>
            <a:lvl5pPr algn="ctr">
              <a:buNone/>
              <a:defRPr sz="1800" b="0">
                <a:solidFill>
                  <a:srgbClr val="566A80"/>
                </a:solidFill>
                <a:latin typeface="Noto Sans Kr"/>
                <a:ea typeface="Noto Sans Kr"/>
                <a:cs typeface="Noto Sans Kr"/>
              </a:defRPr>
            </a:lvl5pPr>
            <a:lvl6pPr algn="ctr">
              <a:buNone/>
              <a:defRPr sz="1800" b="0">
                <a:solidFill>
                  <a:srgbClr val="566A80"/>
                </a:solidFill>
                <a:latin typeface="Noto Sans Kr"/>
                <a:ea typeface="Noto Sans Kr"/>
                <a:cs typeface="Noto Sans Kr"/>
              </a:defRPr>
            </a:lvl6pPr>
            <a:lvl7pPr algn="ctr">
              <a:buNone/>
              <a:defRPr sz="1800" b="0">
                <a:solidFill>
                  <a:srgbClr val="566A80"/>
                </a:solidFill>
                <a:latin typeface="Noto Sans Kr"/>
                <a:ea typeface="Noto Sans Kr"/>
                <a:cs typeface="Noto Sans Kr"/>
              </a:defRPr>
            </a:lvl7pPr>
            <a:lvl8pPr algn="ctr">
              <a:buNone/>
              <a:defRPr sz="1800" b="0">
                <a:solidFill>
                  <a:srgbClr val="566A80"/>
                </a:solidFill>
                <a:latin typeface="Noto Sans Kr"/>
                <a:ea typeface="Noto Sans Kr"/>
                <a:cs typeface="Noto Sans Kr"/>
              </a:defRPr>
            </a:lvl8pPr>
            <a:lvl9pPr algn="ctr">
              <a:buNone/>
              <a:defRPr sz="1800" b="0">
                <a:solidFill>
                  <a:srgbClr val="566A80"/>
                </a:solidFill>
                <a:latin typeface="Noto Sans Kr"/>
                <a:ea typeface="Noto Sans Kr"/>
                <a:cs typeface="Noto Sans Kr"/>
              </a:defRPr>
            </a:lvl9pPr>
          </a:lstStyle>
          <a:p xmlns:a="http://schemas.openxmlformats.org/drawingml/2006/main">
            <a:pPr algn="ctr">
              <a:buNone/>
              <a:defRPr sz="1800" b="0">
                <a:solidFill>
                  <a:srgbClr val="566A80"/>
                </a:solidFill>
                <a:latin typeface="Noto Sans Kr"/>
                <a:ea typeface="Noto Sans Kr"/>
                <a:cs typeface="Noto Sans Kr"/>
              </a:defRPr>
            </a:pPr>
            <a:r>
              <a:rPr sz="1800" b="0">
                <a:solidFill>
                  <a:srgbClr val="566A80"/>
                </a:solidFill>
                <a:latin typeface="Noto Sans Kr"/>
                <a:ea typeface="Noto Sans Kr"/>
                <a:cs typeface="Noto Sans Kr"/>
              </a:rPr>
              <a:t>HTTP</a:t>
            </a:r>
          </a:p>
        </p:txBody>
      </p:sp>
      <p:sp>
        <p:nvSpPr>
          <p:cNvPr id="11" name="sse-label">
            <a:extLst xmlns:a="http://schemas.openxmlformats.org/drawingml/2006/main">
              <a:ext uri="{FF2B5EF4-FFF2-40B4-BE49-F238E27FC236}">
                <a16:creationId xmlns:a16="http://schemas.microsoft.com/office/drawing/2014/main" id="{923CC24F-5325-4F8C-BE51-437A4AB6111C}"/>
              </a:ext>
            </a:extLst>
          </p:cNvPr>
          <p:cNvSpPr>
            <a:spLocks xmlns:a="http://schemas.openxmlformats.org/drawingml/2006/main" noGrp="1"/>
          </p:cNvSpPr>
          <p:nvPr/>
        </p:nvSpPr>
        <p:spPr>
          <a:xfrm xmlns:a="http://schemas.openxmlformats.org/drawingml/2006/main">
            <a:off x="4714875" y="6115050"/>
            <a:ext cx="13335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ctr">
              <a:defRPr sz="1800" b="0">
                <a:solidFill>
                  <a:srgbClr val="566A80"/>
                </a:solidFill>
                <a:latin typeface="Noto Sans Kr"/>
                <a:ea typeface="Noto Sans Kr"/>
                <a:cs typeface="Noto Sans Kr"/>
              </a:defRPr>
            </a:defPPr>
            <a:lvl1pPr algn="ctr">
              <a:buNone/>
              <a:defRPr sz="1800" b="0">
                <a:solidFill>
                  <a:srgbClr val="566A80"/>
                </a:solidFill>
                <a:latin typeface="Noto Sans Kr"/>
                <a:ea typeface="Noto Sans Kr"/>
                <a:cs typeface="Noto Sans Kr"/>
              </a:defRPr>
            </a:lvl1pPr>
            <a:lvl2pPr algn="ctr">
              <a:buNone/>
              <a:defRPr sz="1800" b="0">
                <a:solidFill>
                  <a:srgbClr val="566A80"/>
                </a:solidFill>
                <a:latin typeface="Noto Sans Kr"/>
                <a:ea typeface="Noto Sans Kr"/>
                <a:cs typeface="Noto Sans Kr"/>
              </a:defRPr>
            </a:lvl2pPr>
            <a:lvl3pPr algn="ctr">
              <a:buNone/>
              <a:defRPr sz="1800" b="0">
                <a:solidFill>
                  <a:srgbClr val="566A80"/>
                </a:solidFill>
                <a:latin typeface="Noto Sans Kr"/>
                <a:ea typeface="Noto Sans Kr"/>
                <a:cs typeface="Noto Sans Kr"/>
              </a:defRPr>
            </a:lvl3pPr>
            <a:lvl4pPr algn="ctr">
              <a:buNone/>
              <a:defRPr sz="1800" b="0">
                <a:solidFill>
                  <a:srgbClr val="566A80"/>
                </a:solidFill>
                <a:latin typeface="Noto Sans Kr"/>
                <a:ea typeface="Noto Sans Kr"/>
                <a:cs typeface="Noto Sans Kr"/>
              </a:defRPr>
            </a:lvl4pPr>
            <a:lvl5pPr algn="ctr">
              <a:buNone/>
              <a:defRPr sz="1800" b="0">
                <a:solidFill>
                  <a:srgbClr val="566A80"/>
                </a:solidFill>
                <a:latin typeface="Noto Sans Kr"/>
                <a:ea typeface="Noto Sans Kr"/>
                <a:cs typeface="Noto Sans Kr"/>
              </a:defRPr>
            </a:lvl5pPr>
            <a:lvl6pPr algn="ctr">
              <a:buNone/>
              <a:defRPr sz="1800" b="0">
                <a:solidFill>
                  <a:srgbClr val="566A80"/>
                </a:solidFill>
                <a:latin typeface="Noto Sans Kr"/>
                <a:ea typeface="Noto Sans Kr"/>
                <a:cs typeface="Noto Sans Kr"/>
              </a:defRPr>
            </a:lvl6pPr>
            <a:lvl7pPr algn="ctr">
              <a:buNone/>
              <a:defRPr sz="1800" b="0">
                <a:solidFill>
                  <a:srgbClr val="566A80"/>
                </a:solidFill>
                <a:latin typeface="Noto Sans Kr"/>
                <a:ea typeface="Noto Sans Kr"/>
                <a:cs typeface="Noto Sans Kr"/>
              </a:defRPr>
            </a:lvl7pPr>
            <a:lvl8pPr algn="ctr">
              <a:buNone/>
              <a:defRPr sz="1800" b="0">
                <a:solidFill>
                  <a:srgbClr val="566A80"/>
                </a:solidFill>
                <a:latin typeface="Noto Sans Kr"/>
                <a:ea typeface="Noto Sans Kr"/>
                <a:cs typeface="Noto Sans Kr"/>
              </a:defRPr>
            </a:lvl8pPr>
            <a:lvl9pPr algn="ctr">
              <a:buNone/>
              <a:defRPr sz="1800" b="0">
                <a:solidFill>
                  <a:srgbClr val="566A80"/>
                </a:solidFill>
                <a:latin typeface="Noto Sans Kr"/>
                <a:ea typeface="Noto Sans Kr"/>
                <a:cs typeface="Noto Sans Kr"/>
              </a:defRPr>
            </a:lvl9pPr>
          </a:lstStyle>
          <a:p xmlns:a="http://schemas.openxmlformats.org/drawingml/2006/main">
            <a:pPr algn="ctr">
              <a:buNone/>
              <a:defRPr sz="1800" b="0">
                <a:solidFill>
                  <a:srgbClr val="566A80"/>
                </a:solidFill>
                <a:latin typeface="Noto Sans Kr"/>
                <a:ea typeface="Noto Sans Kr"/>
                <a:cs typeface="Noto Sans Kr"/>
              </a:defRPr>
            </a:pPr>
            <a:r>
              <a:rPr sz="1800" b="0">
                <a:solidFill>
                  <a:srgbClr val="566A80"/>
                </a:solidFill>
                <a:latin typeface="Noto Sans Kr"/>
                <a:ea typeface="Noto Sans Kr"/>
                <a:cs typeface="Noto Sans Kr"/>
              </a:rPr>
              <a:t>SSE</a:t>
            </a:r>
          </a:p>
        </p:txBody>
      </p:sp>
      <p:cxnSp>
        <p:nvCxnSpPr>
          <p:cNvPr id="12" name="architecture-link">
            <a:extLst xmlns:a="http://schemas.openxmlformats.org/drawingml/2006/main">
              <a:ext uri="{FF2B5EF4-FFF2-40B4-BE49-F238E27FC236}">
                <a16:creationId xmlns:a16="http://schemas.microsoft.com/office/drawing/2014/main" id="{0F3F0567-7D50-4D5A-9542-6CE7B9674F3E}"/>
              </a:ext>
            </a:extLst>
          </p:cNvPr>
          <p:cNvCxnSpPr/>
          <p:nvPr/>
        </p:nvCxnSpPr>
        <p:spPr>
          <a:xfrm xmlns:a="http://schemas.openxmlformats.org/drawingml/2006/main">
            <a:off x="9906000" y="5619750"/>
            <a:ext cx="1524000" cy="0"/>
          </a:xfrm>
          <a:prstGeom xmlns:a="http://schemas.openxmlformats.org/drawingml/2006/main" prst="straightConnector1">
            <a:avLst/>
          </a:prstGeom>
          <a:ln xmlns:a="http://schemas.openxmlformats.org/drawingml/2006/main" w="28575">
            <a:solidFill>
              <a:srgbClr val="2B5BEB"/>
            </a:solidFill>
            <a:tailEnd type="triangle" w="med" len="med"/>
          </a:ln>
        </p:spPr>
      </p:cxnSp>
      <p:sp>
        <p:nvSpPr>
          <p:cNvPr id="13" name="orchestration-label">
            <a:extLst xmlns:a="http://schemas.openxmlformats.org/drawingml/2006/main">
              <a:ext uri="{FF2B5EF4-FFF2-40B4-BE49-F238E27FC236}">
                <a16:creationId xmlns:a16="http://schemas.microsoft.com/office/drawing/2014/main" id="{B8BC5225-D43D-4C04-B414-10B9028C4446}"/>
              </a:ext>
            </a:extLst>
          </p:cNvPr>
          <p:cNvSpPr>
            <a:spLocks xmlns:a="http://schemas.openxmlformats.org/drawingml/2006/main" noGrp="1"/>
          </p:cNvSpPr>
          <p:nvPr/>
        </p:nvSpPr>
        <p:spPr>
          <a:xfrm xmlns:a="http://schemas.openxmlformats.org/drawingml/2006/main">
            <a:off x="10048875" y="5095875"/>
            <a:ext cx="1238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ctr">
              <a:defRPr sz="1800" b="0">
                <a:solidFill>
                  <a:srgbClr val="566A80"/>
                </a:solidFill>
                <a:latin typeface="Noto Sans Kr"/>
                <a:ea typeface="Noto Sans Kr"/>
                <a:cs typeface="Noto Sans Kr"/>
              </a:defRPr>
            </a:defPPr>
            <a:lvl1pPr algn="ctr">
              <a:buNone/>
              <a:defRPr sz="1800" b="0">
                <a:solidFill>
                  <a:srgbClr val="566A80"/>
                </a:solidFill>
                <a:latin typeface="Noto Sans Kr"/>
                <a:ea typeface="Noto Sans Kr"/>
                <a:cs typeface="Noto Sans Kr"/>
              </a:defRPr>
            </a:lvl1pPr>
            <a:lvl2pPr algn="ctr">
              <a:buNone/>
              <a:defRPr sz="1800" b="0">
                <a:solidFill>
                  <a:srgbClr val="566A80"/>
                </a:solidFill>
                <a:latin typeface="Noto Sans Kr"/>
                <a:ea typeface="Noto Sans Kr"/>
                <a:cs typeface="Noto Sans Kr"/>
              </a:defRPr>
            </a:lvl2pPr>
            <a:lvl3pPr algn="ctr">
              <a:buNone/>
              <a:defRPr sz="1800" b="0">
                <a:solidFill>
                  <a:srgbClr val="566A80"/>
                </a:solidFill>
                <a:latin typeface="Noto Sans Kr"/>
                <a:ea typeface="Noto Sans Kr"/>
                <a:cs typeface="Noto Sans Kr"/>
              </a:defRPr>
            </a:lvl3pPr>
            <a:lvl4pPr algn="ctr">
              <a:buNone/>
              <a:defRPr sz="1800" b="0">
                <a:solidFill>
                  <a:srgbClr val="566A80"/>
                </a:solidFill>
                <a:latin typeface="Noto Sans Kr"/>
                <a:ea typeface="Noto Sans Kr"/>
                <a:cs typeface="Noto Sans Kr"/>
              </a:defRPr>
            </a:lvl4pPr>
            <a:lvl5pPr algn="ctr">
              <a:buNone/>
              <a:defRPr sz="1800" b="0">
                <a:solidFill>
                  <a:srgbClr val="566A80"/>
                </a:solidFill>
                <a:latin typeface="Noto Sans Kr"/>
                <a:ea typeface="Noto Sans Kr"/>
                <a:cs typeface="Noto Sans Kr"/>
              </a:defRPr>
            </a:lvl5pPr>
            <a:lvl6pPr algn="ctr">
              <a:buNone/>
              <a:defRPr sz="1800" b="0">
                <a:solidFill>
                  <a:srgbClr val="566A80"/>
                </a:solidFill>
                <a:latin typeface="Noto Sans Kr"/>
                <a:ea typeface="Noto Sans Kr"/>
                <a:cs typeface="Noto Sans Kr"/>
              </a:defRPr>
            </a:lvl6pPr>
            <a:lvl7pPr algn="ctr">
              <a:buNone/>
              <a:defRPr sz="1800" b="0">
                <a:solidFill>
                  <a:srgbClr val="566A80"/>
                </a:solidFill>
                <a:latin typeface="Noto Sans Kr"/>
                <a:ea typeface="Noto Sans Kr"/>
                <a:cs typeface="Noto Sans Kr"/>
              </a:defRPr>
            </a:lvl7pPr>
            <a:lvl8pPr algn="ctr">
              <a:buNone/>
              <a:defRPr sz="1800" b="0">
                <a:solidFill>
                  <a:srgbClr val="566A80"/>
                </a:solidFill>
                <a:latin typeface="Noto Sans Kr"/>
                <a:ea typeface="Noto Sans Kr"/>
                <a:cs typeface="Noto Sans Kr"/>
              </a:defRPr>
            </a:lvl8pPr>
            <a:lvl9pPr algn="ctr">
              <a:buNone/>
              <a:defRPr sz="1800" b="0">
                <a:solidFill>
                  <a:srgbClr val="566A80"/>
                </a:solidFill>
                <a:latin typeface="Noto Sans Kr"/>
                <a:ea typeface="Noto Sans Kr"/>
                <a:cs typeface="Noto Sans Kr"/>
              </a:defRPr>
            </a:lvl9pPr>
          </a:lstStyle>
          <a:p xmlns:a="http://schemas.openxmlformats.org/drawingml/2006/main">
            <a:pPr algn="ctr">
              <a:buNone/>
              <a:defRPr sz="1800" b="0">
                <a:solidFill>
                  <a:srgbClr val="566A80"/>
                </a:solidFill>
                <a:latin typeface="Noto Sans Kr"/>
                <a:ea typeface="Noto Sans Kr"/>
                <a:cs typeface="Noto Sans Kr"/>
              </a:defRPr>
            </a:pPr>
            <a:r>
              <a:rPr sz="1800" b="0">
                <a:solidFill>
                  <a:srgbClr val="566A80"/>
                </a:solidFill>
                <a:latin typeface="Noto Sans Kr"/>
                <a:ea typeface="Noto Sans Kr"/>
                <a:cs typeface="Noto Sans Kr"/>
              </a:rPr>
              <a:t>조정</a:t>
            </a:r>
          </a:p>
        </p:txBody>
      </p:sp>
      <p:cxnSp>
        <p:nvCxnSpPr>
          <p:cNvPr id="14" name="architecture-link">
            <a:extLst xmlns:a="http://schemas.openxmlformats.org/drawingml/2006/main">
              <a:ext uri="{FF2B5EF4-FFF2-40B4-BE49-F238E27FC236}">
                <a16:creationId xmlns:a16="http://schemas.microsoft.com/office/drawing/2014/main" id="{FE0DEA6F-23DD-4D7A-8F7D-172AEC278E49}"/>
              </a:ext>
            </a:extLst>
          </p:cNvPr>
          <p:cNvCxnSpPr/>
          <p:nvPr/>
        </p:nvCxnSpPr>
        <p:spPr>
          <a:xfrm xmlns:a="http://schemas.openxmlformats.org/drawingml/2006/main">
            <a:off x="12763500" y="4191000"/>
            <a:ext cx="0" cy="571500"/>
          </a:xfrm>
          <a:prstGeom xmlns:a="http://schemas.openxmlformats.org/drawingml/2006/main" prst="straightConnector1">
            <a:avLst/>
          </a:prstGeom>
          <a:ln xmlns:a="http://schemas.openxmlformats.org/drawingml/2006/main" w="28575">
            <a:solidFill>
              <a:srgbClr val="2B5BEB"/>
            </a:solidFill>
            <a:headEnd type="triangle" w="med" len="med"/>
          </a:ln>
        </p:spPr>
      </p:cxnSp>
      <p:cxnSp>
        <p:nvCxnSpPr>
          <p:cNvPr id="15" name="architecture-link">
            <a:extLst xmlns:a="http://schemas.openxmlformats.org/drawingml/2006/main">
              <a:ext uri="{FF2B5EF4-FFF2-40B4-BE49-F238E27FC236}">
                <a16:creationId xmlns:a16="http://schemas.microsoft.com/office/drawing/2014/main" id="{F6021DDA-152E-401A-A160-12C6D6C67136}"/>
              </a:ext>
            </a:extLst>
          </p:cNvPr>
          <p:cNvCxnSpPr/>
          <p:nvPr/>
        </p:nvCxnSpPr>
        <p:spPr>
          <a:xfrm xmlns:a="http://schemas.openxmlformats.org/drawingml/2006/main">
            <a:off x="15811500" y="4191000"/>
            <a:ext cx="0" cy="571500"/>
          </a:xfrm>
          <a:prstGeom xmlns:a="http://schemas.openxmlformats.org/drawingml/2006/main" prst="straightConnector1">
            <a:avLst/>
          </a:prstGeom>
          <a:ln xmlns:a="http://schemas.openxmlformats.org/drawingml/2006/main" w="28575">
            <a:solidFill>
              <a:srgbClr val="7659BD"/>
            </a:solidFill>
            <a:prstDash val="dash"/>
            <a:headEnd type="triangle" w="med" len="med"/>
          </a:ln>
        </p:spPr>
      </p:cxnSp>
      <p:cxnSp>
        <p:nvCxnSpPr>
          <p:cNvPr id="16" name="architecture-link">
            <a:extLst xmlns:a="http://schemas.openxmlformats.org/drawingml/2006/main">
              <a:ext uri="{FF2B5EF4-FFF2-40B4-BE49-F238E27FC236}">
                <a16:creationId xmlns:a16="http://schemas.microsoft.com/office/drawing/2014/main" id="{16FAB149-F429-4394-865B-5086D05FB786}"/>
              </a:ext>
            </a:extLst>
          </p:cNvPr>
          <p:cNvCxnSpPr/>
          <p:nvPr/>
        </p:nvCxnSpPr>
        <p:spPr>
          <a:xfrm xmlns:a="http://schemas.openxmlformats.org/drawingml/2006/main">
            <a:off x="8048625" y="6477000"/>
            <a:ext cx="0" cy="762000"/>
          </a:xfrm>
          <a:prstGeom xmlns:a="http://schemas.openxmlformats.org/drawingml/2006/main" prst="straightConnector1">
            <a:avLst/>
          </a:prstGeom>
          <a:ln xmlns:a="http://schemas.openxmlformats.org/drawingml/2006/main" w="28575">
            <a:solidFill>
              <a:srgbClr val="2B5BEB"/>
            </a:solidFill>
            <a:tailEnd type="triangle" w="med" len="med"/>
          </a:ln>
        </p:spPr>
      </p:cxnSp>
      <p:cxnSp>
        <p:nvCxnSpPr>
          <p:cNvPr id="17" name="architecture-link">
            <a:extLst xmlns:a="http://schemas.openxmlformats.org/drawingml/2006/main">
              <a:ext uri="{FF2B5EF4-FFF2-40B4-BE49-F238E27FC236}">
                <a16:creationId xmlns:a16="http://schemas.microsoft.com/office/drawing/2014/main" id="{86D75295-831C-4B1C-9D1B-4E9576C40649}"/>
              </a:ext>
            </a:extLst>
          </p:cNvPr>
          <p:cNvCxnSpPr/>
          <p:nvPr/>
        </p:nvCxnSpPr>
        <p:spPr>
          <a:xfrm xmlns:a="http://schemas.openxmlformats.org/drawingml/2006/main">
            <a:off x="12763500" y="6477000"/>
            <a:ext cx="0" cy="762000"/>
          </a:xfrm>
          <a:prstGeom xmlns:a="http://schemas.openxmlformats.org/drawingml/2006/main" prst="straightConnector1">
            <a:avLst/>
          </a:prstGeom>
          <a:ln xmlns:a="http://schemas.openxmlformats.org/drawingml/2006/main" w="28575">
            <a:solidFill>
              <a:srgbClr val="2B5BEB"/>
            </a:solidFill>
            <a:tailEnd type="triangle" w="med" len="med"/>
          </a:ln>
        </p:spPr>
      </p:cxnSp>
      <p:cxnSp>
        <p:nvCxnSpPr>
          <p:cNvPr id="18" name="architecture-link">
            <a:extLst xmlns:a="http://schemas.openxmlformats.org/drawingml/2006/main">
              <a:ext uri="{FF2B5EF4-FFF2-40B4-BE49-F238E27FC236}">
                <a16:creationId xmlns:a16="http://schemas.microsoft.com/office/drawing/2014/main" id="{3113A971-29BB-4244-9E70-60651BABC6AC}"/>
              </a:ext>
            </a:extLst>
          </p:cNvPr>
          <p:cNvCxnSpPr/>
          <p:nvPr/>
        </p:nvCxnSpPr>
        <p:spPr>
          <a:xfrm xmlns:a="http://schemas.openxmlformats.org/drawingml/2006/main">
            <a:off x="15811500" y="6477000"/>
            <a:ext cx="0" cy="762000"/>
          </a:xfrm>
          <a:prstGeom xmlns:a="http://schemas.openxmlformats.org/drawingml/2006/main" prst="straightConnector1">
            <a:avLst/>
          </a:prstGeom>
          <a:ln xmlns:a="http://schemas.openxmlformats.org/drawingml/2006/main" w="28575">
            <a:solidFill>
              <a:srgbClr val="2B5BEB"/>
            </a:solidFill>
            <a:tailEnd type="triangle" w="med" len="med"/>
          </a:ln>
        </p:spPr>
      </p:cxnSp>
      <p:sp>
        <p:nvSpPr>
          <p:cNvPr id="19" name="architecture-frontend">
            <a:extLst xmlns:a="http://schemas.openxmlformats.org/drawingml/2006/main">
              <a:ext uri="{FF2B5EF4-FFF2-40B4-BE49-F238E27FC236}">
                <a16:creationId xmlns:a16="http://schemas.microsoft.com/office/drawing/2014/main" id="{5BDEC6DF-8946-4001-B73B-606EA109F629}"/>
              </a:ext>
            </a:extLst>
          </p:cNvPr>
          <p:cNvSpPr>
            <a:spLocks xmlns:a="http://schemas.openxmlformats.org/drawingml/2006/main" noGrp="1"/>
          </p:cNvSpPr>
          <p:nvPr/>
        </p:nvSpPr>
        <p:spPr>
          <a:xfrm xmlns:a="http://schemas.openxmlformats.org/drawingml/2006/main">
            <a:off x="1143000" y="4762500"/>
            <a:ext cx="3429000" cy="1714500"/>
          </a:xfrm>
          <a:prstGeom xmlns:a="http://schemas.openxmlformats.org/drawingml/2006/main" prst="roundRect">
            <a:avLst>
              <a:gd name="adj" fmla="val 6667"/>
            </a:avLst>
          </a:prstGeom>
          <a:solidFill xmlns:a="http://schemas.openxmlformats.org/drawingml/2006/main">
            <a:srgbClr val="EFF9F6"/>
          </a:solidFill>
          <a:ln xmlns:a="http://schemas.openxmlformats.org/drawingml/2006/main" w="19050">
            <a:solidFill>
              <a:srgbClr val="A3D7C5"/>
            </a:solidFill>
          </a:ln>
        </p:spPr>
        <p:txBody>
          <a:bodyPr xmlns:a="http://schemas.openxmlformats.org/drawingml/2006/main" wrap="none" lIns="152400" tIns="152400" rIns="152400" bIns="152400" anchor="ctr">
            <a:noAutofit/>
          </a:bodyPr>
          <a:lstStyle xmlns:a="http://schemas.openxmlformats.org/drawingml/2006/main">
            <a:defPPr algn="ctr">
              <a:defRPr sz="2400">
                <a:solidFill>
                  <a:srgbClr val="566A80"/>
                </a:solidFill>
                <a:latin typeface="Noto Sans Kr"/>
                <a:ea typeface="Noto Sans Kr"/>
                <a:cs typeface="Noto Sans Kr"/>
              </a:defRPr>
            </a:defPPr>
            <a:lvl1pPr algn="ctr">
              <a:buNone/>
              <a:defRPr sz="2400">
                <a:solidFill>
                  <a:srgbClr val="566A80"/>
                </a:solidFill>
                <a:latin typeface="Noto Sans Kr"/>
                <a:ea typeface="Noto Sans Kr"/>
                <a:cs typeface="Noto Sans Kr"/>
              </a:defRPr>
            </a:lvl1pPr>
            <a:lvl2pPr algn="ctr">
              <a:buNone/>
              <a:defRPr sz="2400">
                <a:solidFill>
                  <a:srgbClr val="566A80"/>
                </a:solidFill>
                <a:latin typeface="Noto Sans Kr"/>
                <a:ea typeface="Noto Sans Kr"/>
                <a:cs typeface="Noto Sans Kr"/>
              </a:defRPr>
            </a:lvl2pPr>
            <a:lvl3pPr algn="ctr">
              <a:buNone/>
              <a:defRPr sz="2400">
                <a:solidFill>
                  <a:srgbClr val="566A80"/>
                </a:solidFill>
                <a:latin typeface="Noto Sans Kr"/>
                <a:ea typeface="Noto Sans Kr"/>
                <a:cs typeface="Noto Sans Kr"/>
              </a:defRPr>
            </a:lvl3pPr>
            <a:lvl4pPr algn="ctr">
              <a:buNone/>
              <a:defRPr sz="2400">
                <a:solidFill>
                  <a:srgbClr val="566A80"/>
                </a:solidFill>
                <a:latin typeface="Noto Sans Kr"/>
                <a:ea typeface="Noto Sans Kr"/>
                <a:cs typeface="Noto Sans Kr"/>
              </a:defRPr>
            </a:lvl4pPr>
            <a:lvl5pPr algn="ctr">
              <a:buNone/>
              <a:defRPr sz="2400">
                <a:solidFill>
                  <a:srgbClr val="566A80"/>
                </a:solidFill>
                <a:latin typeface="Noto Sans Kr"/>
                <a:ea typeface="Noto Sans Kr"/>
                <a:cs typeface="Noto Sans Kr"/>
              </a:defRPr>
            </a:lvl5pPr>
            <a:lvl6pPr algn="ctr">
              <a:buNone/>
              <a:defRPr sz="2400">
                <a:solidFill>
                  <a:srgbClr val="566A80"/>
                </a:solidFill>
                <a:latin typeface="Noto Sans Kr"/>
                <a:ea typeface="Noto Sans Kr"/>
                <a:cs typeface="Noto Sans Kr"/>
              </a:defRPr>
            </a:lvl6pPr>
            <a:lvl7pPr algn="ctr">
              <a:buNone/>
              <a:defRPr sz="2400">
                <a:solidFill>
                  <a:srgbClr val="566A80"/>
                </a:solidFill>
                <a:latin typeface="Noto Sans Kr"/>
                <a:ea typeface="Noto Sans Kr"/>
                <a:cs typeface="Noto Sans Kr"/>
              </a:defRPr>
            </a:lvl7pPr>
            <a:lvl8pPr algn="ctr">
              <a:buNone/>
              <a:defRPr sz="2400">
                <a:solidFill>
                  <a:srgbClr val="566A80"/>
                </a:solidFill>
                <a:latin typeface="Noto Sans Kr"/>
                <a:ea typeface="Noto Sans Kr"/>
                <a:cs typeface="Noto Sans Kr"/>
              </a:defRPr>
            </a:lvl8pPr>
            <a:lvl9pPr algn="ctr">
              <a:buNone/>
              <a:defRPr sz="2400">
                <a:solidFill>
                  <a:srgbClr val="566A80"/>
                </a:solidFill>
                <a:latin typeface="Noto Sans Kr"/>
                <a:ea typeface="Noto Sans Kr"/>
                <a:cs typeface="Noto Sans Kr"/>
              </a:defRPr>
            </a:lvl9pPr>
          </a:lstStyle>
          <a:p xmlns:a="http://schemas.openxmlformats.org/drawingml/2006/main">
            <a:pPr algn="ctr">
              <a:spcAft>
                <a:spcPts val="12"/>
              </a:spcAft>
              <a:buNone/>
              <a:defRPr sz="2400">
                <a:solidFill>
                  <a:srgbClr val="566A80"/>
                </a:solidFill>
                <a:latin typeface="Noto Sans Kr"/>
                <a:ea typeface="Noto Sans Kr"/>
                <a:cs typeface="Noto Sans Kr"/>
              </a:defRPr>
            </a:pPr>
            <a:r>
              <a:rPr sz="3450" b="1">
                <a:solidFill>
                  <a:srgbClr val="122C46"/>
                </a:solidFill>
                <a:latin typeface="Noto Sans Bold"/>
                <a:ea typeface="Noto Sans Bold"/>
                <a:cs typeface="Noto Sans Bold"/>
              </a:rPr>
              <a:t>Vue 3</a:t>
            </a:r>
          </a:p>
          <a:p xmlns:a="http://schemas.openxmlformats.org/drawingml/2006/main">
            <a:pPr algn="ctr">
              <a:buNone/>
              <a:defRPr sz="2400">
                <a:solidFill>
                  <a:srgbClr val="566A80"/>
                </a:solidFill>
                <a:latin typeface="Noto Sans Kr"/>
                <a:ea typeface="Noto Sans Kr"/>
                <a:cs typeface="Noto Sans Kr"/>
              </a:defRPr>
            </a:pPr>
            <a:r>
              <a:rPr sz="2400">
                <a:solidFill>
                  <a:srgbClr val="566A80"/>
                </a:solidFill>
                <a:latin typeface="Noto Sans Kr"/>
                <a:ea typeface="Noto Sans Kr"/>
                <a:cs typeface="Noto Sans Kr"/>
              </a:rPr>
              <a:t>채팅·조사 과정</a:t>
            </a:r>
          </a:p>
        </p:txBody>
      </p:sp>
      <p:sp>
        <p:nvSpPr>
          <p:cNvPr id="20" name="architecture-backend">
            <a:extLst xmlns:a="http://schemas.openxmlformats.org/drawingml/2006/main">
              <a:ext uri="{FF2B5EF4-FFF2-40B4-BE49-F238E27FC236}">
                <a16:creationId xmlns:a16="http://schemas.microsoft.com/office/drawing/2014/main" id="{3B304780-EE42-4B12-8F46-D603A49B3DAA}"/>
              </a:ext>
            </a:extLst>
          </p:cNvPr>
          <p:cNvSpPr>
            <a:spLocks xmlns:a="http://schemas.openxmlformats.org/drawingml/2006/main" noGrp="1"/>
          </p:cNvSpPr>
          <p:nvPr/>
        </p:nvSpPr>
        <p:spPr>
          <a:xfrm xmlns:a="http://schemas.openxmlformats.org/drawingml/2006/main">
            <a:off x="6191250" y="4762500"/>
            <a:ext cx="3714750" cy="1714500"/>
          </a:xfrm>
          <a:prstGeom xmlns:a="http://schemas.openxmlformats.org/drawingml/2006/main" prst="roundRect">
            <a:avLst>
              <a:gd name="adj" fmla="val 6667"/>
            </a:avLst>
          </a:prstGeom>
          <a:solidFill xmlns:a="http://schemas.openxmlformats.org/drawingml/2006/main">
            <a:srgbClr val="EEF3FF"/>
          </a:solidFill>
          <a:ln xmlns:a="http://schemas.openxmlformats.org/drawingml/2006/main" w="19050">
            <a:solidFill>
              <a:srgbClr val="ACC1F5"/>
            </a:solidFill>
          </a:ln>
        </p:spPr>
        <p:txBody>
          <a:bodyPr xmlns:a="http://schemas.openxmlformats.org/drawingml/2006/main" wrap="none" lIns="152400" tIns="152400" rIns="152400" bIns="152400" anchor="ctr">
            <a:noAutofit/>
          </a:bodyPr>
          <a:lstStyle xmlns:a="http://schemas.openxmlformats.org/drawingml/2006/main">
            <a:defPPr algn="ctr">
              <a:defRPr sz="2400">
                <a:solidFill>
                  <a:srgbClr val="566A80"/>
                </a:solidFill>
                <a:latin typeface="Noto Sans Kr"/>
                <a:ea typeface="Noto Sans Kr"/>
                <a:cs typeface="Noto Sans Kr"/>
              </a:defRPr>
            </a:defPPr>
            <a:lvl1pPr algn="ctr">
              <a:buNone/>
              <a:defRPr sz="2400">
                <a:solidFill>
                  <a:srgbClr val="566A80"/>
                </a:solidFill>
                <a:latin typeface="Noto Sans Kr"/>
                <a:ea typeface="Noto Sans Kr"/>
                <a:cs typeface="Noto Sans Kr"/>
              </a:defRPr>
            </a:lvl1pPr>
            <a:lvl2pPr algn="ctr">
              <a:buNone/>
              <a:defRPr sz="2400">
                <a:solidFill>
                  <a:srgbClr val="566A80"/>
                </a:solidFill>
                <a:latin typeface="Noto Sans Kr"/>
                <a:ea typeface="Noto Sans Kr"/>
                <a:cs typeface="Noto Sans Kr"/>
              </a:defRPr>
            </a:lvl2pPr>
            <a:lvl3pPr algn="ctr">
              <a:buNone/>
              <a:defRPr sz="2400">
                <a:solidFill>
                  <a:srgbClr val="566A80"/>
                </a:solidFill>
                <a:latin typeface="Noto Sans Kr"/>
                <a:ea typeface="Noto Sans Kr"/>
                <a:cs typeface="Noto Sans Kr"/>
              </a:defRPr>
            </a:lvl3pPr>
            <a:lvl4pPr algn="ctr">
              <a:buNone/>
              <a:defRPr sz="2400">
                <a:solidFill>
                  <a:srgbClr val="566A80"/>
                </a:solidFill>
                <a:latin typeface="Noto Sans Kr"/>
                <a:ea typeface="Noto Sans Kr"/>
                <a:cs typeface="Noto Sans Kr"/>
              </a:defRPr>
            </a:lvl4pPr>
            <a:lvl5pPr algn="ctr">
              <a:buNone/>
              <a:defRPr sz="2400">
                <a:solidFill>
                  <a:srgbClr val="566A80"/>
                </a:solidFill>
                <a:latin typeface="Noto Sans Kr"/>
                <a:ea typeface="Noto Sans Kr"/>
                <a:cs typeface="Noto Sans Kr"/>
              </a:defRPr>
            </a:lvl5pPr>
            <a:lvl6pPr algn="ctr">
              <a:buNone/>
              <a:defRPr sz="2400">
                <a:solidFill>
                  <a:srgbClr val="566A80"/>
                </a:solidFill>
                <a:latin typeface="Noto Sans Kr"/>
                <a:ea typeface="Noto Sans Kr"/>
                <a:cs typeface="Noto Sans Kr"/>
              </a:defRPr>
            </a:lvl6pPr>
            <a:lvl7pPr algn="ctr">
              <a:buNone/>
              <a:defRPr sz="2400">
                <a:solidFill>
                  <a:srgbClr val="566A80"/>
                </a:solidFill>
                <a:latin typeface="Noto Sans Kr"/>
                <a:ea typeface="Noto Sans Kr"/>
                <a:cs typeface="Noto Sans Kr"/>
              </a:defRPr>
            </a:lvl7pPr>
            <a:lvl8pPr algn="ctr">
              <a:buNone/>
              <a:defRPr sz="2400">
                <a:solidFill>
                  <a:srgbClr val="566A80"/>
                </a:solidFill>
                <a:latin typeface="Noto Sans Kr"/>
                <a:ea typeface="Noto Sans Kr"/>
                <a:cs typeface="Noto Sans Kr"/>
              </a:defRPr>
            </a:lvl8pPr>
            <a:lvl9pPr algn="ctr">
              <a:buNone/>
              <a:defRPr sz="2400">
                <a:solidFill>
                  <a:srgbClr val="566A80"/>
                </a:solidFill>
                <a:latin typeface="Noto Sans Kr"/>
                <a:ea typeface="Noto Sans Kr"/>
                <a:cs typeface="Noto Sans Kr"/>
              </a:defRPr>
            </a:lvl9pPr>
          </a:lstStyle>
          <a:p xmlns:a="http://schemas.openxmlformats.org/drawingml/2006/main">
            <a:pPr algn="ctr">
              <a:spcAft>
                <a:spcPts val="12"/>
              </a:spcAft>
              <a:buNone/>
              <a:defRPr sz="2400">
                <a:solidFill>
                  <a:srgbClr val="566A80"/>
                </a:solidFill>
                <a:latin typeface="Noto Sans Kr"/>
                <a:ea typeface="Noto Sans Kr"/>
                <a:cs typeface="Noto Sans Kr"/>
              </a:defRPr>
            </a:pPr>
            <a:r>
              <a:rPr sz="3450" b="1">
                <a:solidFill>
                  <a:srgbClr val="122C46"/>
                </a:solidFill>
                <a:latin typeface="Noto Sans Bold"/>
                <a:ea typeface="Noto Sans Bold"/>
                <a:cs typeface="Noto Sans Bold"/>
              </a:rPr>
              <a:t>FastAPI</a:t>
            </a:r>
          </a:p>
          <a:p xmlns:a="http://schemas.openxmlformats.org/drawingml/2006/main">
            <a:pPr algn="ctr">
              <a:buNone/>
              <a:defRPr sz="2400">
                <a:solidFill>
                  <a:srgbClr val="566A80"/>
                </a:solidFill>
                <a:latin typeface="Noto Sans Kr"/>
                <a:ea typeface="Noto Sans Kr"/>
                <a:cs typeface="Noto Sans Kr"/>
              </a:defRPr>
            </a:pPr>
            <a:r>
              <a:rPr sz="2400">
                <a:solidFill>
                  <a:srgbClr val="566A80"/>
                </a:solidFill>
                <a:latin typeface="Noto Sans Kr"/>
                <a:ea typeface="Noto Sans Kr"/>
                <a:cs typeface="Noto Sans Kr"/>
              </a:rPr>
              <a:t>입력·대상 확인</a:t>
            </a:r>
          </a:p>
        </p:txBody>
      </p:sp>
      <p:sp>
        <p:nvSpPr>
          <p:cNvPr id="21" name="architecture-ai">
            <a:extLst xmlns:a="http://schemas.openxmlformats.org/drawingml/2006/main">
              <a:ext uri="{FF2B5EF4-FFF2-40B4-BE49-F238E27FC236}">
                <a16:creationId xmlns:a16="http://schemas.microsoft.com/office/drawing/2014/main" id="{2B795D23-F2CE-4719-AE04-0587D9D43921}"/>
              </a:ext>
            </a:extLst>
          </p:cNvPr>
          <p:cNvSpPr>
            <a:spLocks xmlns:a="http://schemas.openxmlformats.org/drawingml/2006/main" noGrp="1"/>
          </p:cNvSpPr>
          <p:nvPr/>
        </p:nvSpPr>
        <p:spPr>
          <a:xfrm xmlns:a="http://schemas.openxmlformats.org/drawingml/2006/main">
            <a:off x="11430000" y="4762500"/>
            <a:ext cx="5715000" cy="1714500"/>
          </a:xfrm>
          <a:prstGeom xmlns:a="http://schemas.openxmlformats.org/drawingml/2006/main" prst="roundRect">
            <a:avLst>
              <a:gd name="adj" fmla="val 6667"/>
            </a:avLst>
          </a:prstGeom>
          <a:solidFill xmlns:a="http://schemas.openxmlformats.org/drawingml/2006/main">
            <a:srgbClr val="112840"/>
          </a:solidFill>
          <a:ln xmlns:a="http://schemas.openxmlformats.org/drawingml/2006/main" w="19050">
            <a:solidFill>
              <a:srgbClr val="112840"/>
            </a:solidFill>
          </a:ln>
        </p:spPr>
        <p:txBody>
          <a:bodyPr xmlns:a="http://schemas.openxmlformats.org/drawingml/2006/main" wrap="none" lIns="152400" tIns="152400" rIns="152400" bIns="152400" anchor="ctr">
            <a:noAutofit/>
          </a:bodyPr>
          <a:lstStyle xmlns:a="http://schemas.openxmlformats.org/drawingml/2006/main">
            <a:defPPr algn="ctr">
              <a:defRPr sz="2250">
                <a:solidFill>
                  <a:srgbClr val="D6E1EE"/>
                </a:solidFill>
                <a:latin typeface="Noto Sans Kr"/>
                <a:ea typeface="Noto Sans Kr"/>
                <a:cs typeface="Noto Sans Kr"/>
              </a:defRPr>
            </a:defPPr>
            <a:lvl1pPr algn="ctr">
              <a:buNone/>
              <a:defRPr sz="2250">
                <a:solidFill>
                  <a:srgbClr val="D6E1EE"/>
                </a:solidFill>
                <a:latin typeface="Noto Sans Kr"/>
                <a:ea typeface="Noto Sans Kr"/>
                <a:cs typeface="Noto Sans Kr"/>
              </a:defRPr>
            </a:lvl1pPr>
            <a:lvl2pPr algn="ctr">
              <a:buNone/>
              <a:defRPr sz="2250">
                <a:solidFill>
                  <a:srgbClr val="D6E1EE"/>
                </a:solidFill>
                <a:latin typeface="Noto Sans Kr"/>
                <a:ea typeface="Noto Sans Kr"/>
                <a:cs typeface="Noto Sans Kr"/>
              </a:defRPr>
            </a:lvl2pPr>
            <a:lvl3pPr algn="ctr">
              <a:buNone/>
              <a:defRPr sz="2250">
                <a:solidFill>
                  <a:srgbClr val="D6E1EE"/>
                </a:solidFill>
                <a:latin typeface="Noto Sans Kr"/>
                <a:ea typeface="Noto Sans Kr"/>
                <a:cs typeface="Noto Sans Kr"/>
              </a:defRPr>
            </a:lvl3pPr>
            <a:lvl4pPr algn="ctr">
              <a:buNone/>
              <a:defRPr sz="2250">
                <a:solidFill>
                  <a:srgbClr val="D6E1EE"/>
                </a:solidFill>
                <a:latin typeface="Noto Sans Kr"/>
                <a:ea typeface="Noto Sans Kr"/>
                <a:cs typeface="Noto Sans Kr"/>
              </a:defRPr>
            </a:lvl4pPr>
            <a:lvl5pPr algn="ctr">
              <a:buNone/>
              <a:defRPr sz="2250">
                <a:solidFill>
                  <a:srgbClr val="D6E1EE"/>
                </a:solidFill>
                <a:latin typeface="Noto Sans Kr"/>
                <a:ea typeface="Noto Sans Kr"/>
                <a:cs typeface="Noto Sans Kr"/>
              </a:defRPr>
            </a:lvl5pPr>
            <a:lvl6pPr algn="ctr">
              <a:buNone/>
              <a:defRPr sz="2250">
                <a:solidFill>
                  <a:srgbClr val="D6E1EE"/>
                </a:solidFill>
                <a:latin typeface="Noto Sans Kr"/>
                <a:ea typeface="Noto Sans Kr"/>
                <a:cs typeface="Noto Sans Kr"/>
              </a:defRPr>
            </a:lvl6pPr>
            <a:lvl7pPr algn="ctr">
              <a:buNone/>
              <a:defRPr sz="2250">
                <a:solidFill>
                  <a:srgbClr val="D6E1EE"/>
                </a:solidFill>
                <a:latin typeface="Noto Sans Kr"/>
                <a:ea typeface="Noto Sans Kr"/>
                <a:cs typeface="Noto Sans Kr"/>
              </a:defRPr>
            </a:lvl7pPr>
            <a:lvl8pPr algn="ctr">
              <a:buNone/>
              <a:defRPr sz="2250">
                <a:solidFill>
                  <a:srgbClr val="D6E1EE"/>
                </a:solidFill>
                <a:latin typeface="Noto Sans Kr"/>
                <a:ea typeface="Noto Sans Kr"/>
                <a:cs typeface="Noto Sans Kr"/>
              </a:defRPr>
            </a:lvl8pPr>
            <a:lvl9pPr algn="ctr">
              <a:buNone/>
              <a:defRPr sz="2250">
                <a:solidFill>
                  <a:srgbClr val="D6E1EE"/>
                </a:solidFill>
                <a:latin typeface="Noto Sans Kr"/>
                <a:ea typeface="Noto Sans Kr"/>
                <a:cs typeface="Noto Sans Kr"/>
              </a:defRPr>
            </a:lvl9pPr>
          </a:lstStyle>
          <a:p xmlns:a="http://schemas.openxmlformats.org/drawingml/2006/main">
            <a:pPr algn="ctr">
              <a:spcAft>
                <a:spcPts val="12"/>
              </a:spcAft>
              <a:buNone/>
              <a:defRPr sz="2250">
                <a:solidFill>
                  <a:srgbClr val="D6E1EE"/>
                </a:solidFill>
                <a:latin typeface="Noto Sans Kr"/>
                <a:ea typeface="Noto Sans Kr"/>
                <a:cs typeface="Noto Sans Kr"/>
              </a:defRPr>
            </a:pPr>
            <a:r>
              <a:rPr sz="3450" b="1">
                <a:solidFill>
                  <a:srgbClr val="FFFFFF"/>
                </a:solidFill>
                <a:latin typeface="Noto Sans Bold"/>
                <a:ea typeface="Noto Sans Bold"/>
                <a:cs typeface="Noto Sans Bold"/>
              </a:rPr>
              <a:t>LangGraph</a:t>
            </a:r>
          </a:p>
          <a:p xmlns:a="http://schemas.openxmlformats.org/drawingml/2006/main">
            <a:pPr algn="ctr">
              <a:buNone/>
              <a:defRPr sz="2250">
                <a:solidFill>
                  <a:srgbClr val="D6E1EE"/>
                </a:solidFill>
                <a:latin typeface="Noto Sans Kr"/>
                <a:ea typeface="Noto Sans Kr"/>
                <a:cs typeface="Noto Sans Kr"/>
              </a:defRPr>
            </a:pPr>
            <a:r>
              <a:rPr sz="2250">
                <a:solidFill>
                  <a:srgbClr val="D6E1EE"/>
                </a:solidFill>
                <a:latin typeface="Noto Sans Kr"/>
                <a:ea typeface="Noto Sans Kr"/>
                <a:cs typeface="Noto Sans Kr"/>
              </a:rPr>
              <a:t>근거 수집·가설 조사</a:t>
            </a:r>
            <a:br>
              <a:rPr sz="2250">
                <a:solidFill>
                  <a:srgbClr val="D6E1EE"/>
                </a:solidFill>
                <a:latin typeface="Noto Sans Kr"/>
                <a:ea typeface="Noto Sans Kr"/>
                <a:cs typeface="Noto Sans Kr"/>
              </a:rPr>
            </a:br>
            <a:r>
              <a:rPr sz="2250">
                <a:solidFill>
                  <a:srgbClr val="D6E1EE"/>
                </a:solidFill>
                <a:latin typeface="Noto Sans Kr"/>
                <a:ea typeface="Noto Sans Kr"/>
                <a:cs typeface="Noto Sans Kr"/>
              </a:rPr>
              <a:t>사실·조치 조건 검증</a:t>
            </a:r>
          </a:p>
        </p:txBody>
      </p:sp>
      <p:sp>
        <p:nvSpPr>
          <p:cNvPr id="22" name="architecture-llm">
            <a:extLst xmlns:a="http://schemas.openxmlformats.org/drawingml/2006/main">
              <a:ext uri="{FF2B5EF4-FFF2-40B4-BE49-F238E27FC236}">
                <a16:creationId xmlns:a16="http://schemas.microsoft.com/office/drawing/2014/main" id="{C35347ED-6E73-4F28-8AA2-9D9E9A5754A8}"/>
              </a:ext>
            </a:extLst>
          </p:cNvPr>
          <p:cNvSpPr>
            <a:spLocks xmlns:a="http://schemas.openxmlformats.org/drawingml/2006/main" noGrp="1"/>
          </p:cNvSpPr>
          <p:nvPr/>
        </p:nvSpPr>
        <p:spPr>
          <a:xfrm xmlns:a="http://schemas.openxmlformats.org/drawingml/2006/main">
            <a:off x="11430000" y="3048000"/>
            <a:ext cx="2667000" cy="1143000"/>
          </a:xfrm>
          <a:prstGeom xmlns:a="http://schemas.openxmlformats.org/drawingml/2006/main" prst="roundRect">
            <a:avLst>
              <a:gd name="adj" fmla="val 10000"/>
            </a:avLst>
          </a:prstGeom>
          <a:solidFill xmlns:a="http://schemas.openxmlformats.org/drawingml/2006/main">
            <a:srgbClr val="FFFFFF"/>
          </a:solidFill>
          <a:ln xmlns:a="http://schemas.openxmlformats.org/drawingml/2006/main" w="19050">
            <a:solidFill>
              <a:srgbClr val="DDE5EE"/>
            </a:solidFill>
          </a:ln>
        </p:spPr>
        <p:txBody>
          <a:bodyPr xmlns:a="http://schemas.openxmlformats.org/drawingml/2006/main" wrap="none" lIns="152400" tIns="152400" rIns="152400" bIns="152400" anchor="ctr">
            <a:noAutofit/>
          </a:bodyPr>
          <a:lstStyle xmlns:a="http://schemas.openxmlformats.org/drawingml/2006/main">
            <a:defPPr algn="ctr">
              <a:defRPr sz="1875">
                <a:solidFill>
                  <a:srgbClr val="566A80"/>
                </a:solidFill>
                <a:latin typeface="Noto Sans Kr"/>
                <a:ea typeface="Noto Sans Kr"/>
                <a:cs typeface="Noto Sans Kr"/>
              </a:defRPr>
            </a:defPPr>
            <a:lvl1pPr algn="ctr">
              <a:buNone/>
              <a:defRPr sz="1875">
                <a:solidFill>
                  <a:srgbClr val="566A80"/>
                </a:solidFill>
                <a:latin typeface="Noto Sans Kr"/>
                <a:ea typeface="Noto Sans Kr"/>
                <a:cs typeface="Noto Sans Kr"/>
              </a:defRPr>
            </a:lvl1pPr>
            <a:lvl2pPr algn="ctr">
              <a:buNone/>
              <a:defRPr sz="1875">
                <a:solidFill>
                  <a:srgbClr val="566A80"/>
                </a:solidFill>
                <a:latin typeface="Noto Sans Kr"/>
                <a:ea typeface="Noto Sans Kr"/>
                <a:cs typeface="Noto Sans Kr"/>
              </a:defRPr>
            </a:lvl2pPr>
            <a:lvl3pPr algn="ctr">
              <a:buNone/>
              <a:defRPr sz="1875">
                <a:solidFill>
                  <a:srgbClr val="566A80"/>
                </a:solidFill>
                <a:latin typeface="Noto Sans Kr"/>
                <a:ea typeface="Noto Sans Kr"/>
                <a:cs typeface="Noto Sans Kr"/>
              </a:defRPr>
            </a:lvl3pPr>
            <a:lvl4pPr algn="ctr">
              <a:buNone/>
              <a:defRPr sz="1875">
                <a:solidFill>
                  <a:srgbClr val="566A80"/>
                </a:solidFill>
                <a:latin typeface="Noto Sans Kr"/>
                <a:ea typeface="Noto Sans Kr"/>
                <a:cs typeface="Noto Sans Kr"/>
              </a:defRPr>
            </a:lvl4pPr>
            <a:lvl5pPr algn="ctr">
              <a:buNone/>
              <a:defRPr sz="1875">
                <a:solidFill>
                  <a:srgbClr val="566A80"/>
                </a:solidFill>
                <a:latin typeface="Noto Sans Kr"/>
                <a:ea typeface="Noto Sans Kr"/>
                <a:cs typeface="Noto Sans Kr"/>
              </a:defRPr>
            </a:lvl5pPr>
            <a:lvl6pPr algn="ctr">
              <a:buNone/>
              <a:defRPr sz="1875">
                <a:solidFill>
                  <a:srgbClr val="566A80"/>
                </a:solidFill>
                <a:latin typeface="Noto Sans Kr"/>
                <a:ea typeface="Noto Sans Kr"/>
                <a:cs typeface="Noto Sans Kr"/>
              </a:defRPr>
            </a:lvl6pPr>
            <a:lvl7pPr algn="ctr">
              <a:buNone/>
              <a:defRPr sz="1875">
                <a:solidFill>
                  <a:srgbClr val="566A80"/>
                </a:solidFill>
                <a:latin typeface="Noto Sans Kr"/>
                <a:ea typeface="Noto Sans Kr"/>
                <a:cs typeface="Noto Sans Kr"/>
              </a:defRPr>
            </a:lvl7pPr>
            <a:lvl8pPr algn="ctr">
              <a:buNone/>
              <a:defRPr sz="1875">
                <a:solidFill>
                  <a:srgbClr val="566A80"/>
                </a:solidFill>
                <a:latin typeface="Noto Sans Kr"/>
                <a:ea typeface="Noto Sans Kr"/>
                <a:cs typeface="Noto Sans Kr"/>
              </a:defRPr>
            </a:lvl8pPr>
            <a:lvl9pPr algn="ctr">
              <a:buNone/>
              <a:defRPr sz="1875">
                <a:solidFill>
                  <a:srgbClr val="566A80"/>
                </a:solidFill>
                <a:latin typeface="Noto Sans Kr"/>
                <a:ea typeface="Noto Sans Kr"/>
                <a:cs typeface="Noto Sans Kr"/>
              </a:defRPr>
            </a:lvl9pPr>
          </a:lstStyle>
          <a:p xmlns:a="http://schemas.openxmlformats.org/drawingml/2006/main">
            <a:pPr algn="ctr">
              <a:spcAft>
                <a:spcPts val="12"/>
              </a:spcAft>
              <a:buNone/>
              <a:defRPr sz="1875">
                <a:solidFill>
                  <a:srgbClr val="566A80"/>
                </a:solidFill>
                <a:latin typeface="Noto Sans Kr"/>
                <a:ea typeface="Noto Sans Kr"/>
                <a:cs typeface="Noto Sans Kr"/>
              </a:defRPr>
            </a:pPr>
            <a:r>
              <a:rPr sz="2700" b="1">
                <a:solidFill>
                  <a:srgbClr val="122C46"/>
                </a:solidFill>
                <a:latin typeface="Noto Sans Bold"/>
                <a:ea typeface="Noto Sans Bold"/>
                <a:cs typeface="Noto Sans Bold"/>
              </a:rPr>
              <a:t>LLM</a:t>
            </a:r>
          </a:p>
          <a:p xmlns:a="http://schemas.openxmlformats.org/drawingml/2006/main">
            <a:pPr algn="ctr">
              <a:buNone/>
              <a:defRPr sz="1875">
                <a:solidFill>
                  <a:srgbClr val="566A80"/>
                </a:solidFill>
                <a:latin typeface="Noto Sans Kr"/>
                <a:ea typeface="Noto Sans Kr"/>
                <a:cs typeface="Noto Sans Kr"/>
              </a:defRPr>
            </a:pPr>
            <a:r>
              <a:rPr sz="1875">
                <a:solidFill>
                  <a:srgbClr val="566A80"/>
                </a:solidFill>
                <a:latin typeface="Noto Sans Kr"/>
                <a:ea typeface="Noto Sans Kr"/>
                <a:cs typeface="Noto Sans Kr"/>
              </a:rPr>
              <a:t>Ollama · OpenAI</a:t>
            </a:r>
          </a:p>
        </p:txBody>
      </p:sp>
      <p:sp>
        <p:nvSpPr>
          <p:cNvPr id="23" name="architecture-evaluation">
            <a:extLst xmlns:a="http://schemas.openxmlformats.org/drawingml/2006/main">
              <a:ext uri="{FF2B5EF4-FFF2-40B4-BE49-F238E27FC236}">
                <a16:creationId xmlns:a16="http://schemas.microsoft.com/office/drawing/2014/main" id="{AF253FD0-5BE9-45BB-8B7D-D64C3EB1215E}"/>
              </a:ext>
            </a:extLst>
          </p:cNvPr>
          <p:cNvSpPr>
            <a:spLocks xmlns:a="http://schemas.openxmlformats.org/drawingml/2006/main" noGrp="1"/>
          </p:cNvSpPr>
          <p:nvPr/>
        </p:nvSpPr>
        <p:spPr>
          <a:xfrm xmlns:a="http://schemas.openxmlformats.org/drawingml/2006/main">
            <a:off x="14478000" y="3048000"/>
            <a:ext cx="2667000" cy="1143000"/>
          </a:xfrm>
          <a:prstGeom xmlns:a="http://schemas.openxmlformats.org/drawingml/2006/main" prst="roundRect">
            <a:avLst>
              <a:gd name="adj" fmla="val 10000"/>
            </a:avLst>
          </a:prstGeom>
          <a:solidFill xmlns:a="http://schemas.openxmlformats.org/drawingml/2006/main">
            <a:srgbClr val="F2EFF9"/>
          </a:solidFill>
          <a:ln xmlns:a="http://schemas.openxmlformats.org/drawingml/2006/main" w="19050">
            <a:solidFill>
              <a:srgbClr val="C9BAE5"/>
            </a:solidFill>
          </a:ln>
        </p:spPr>
        <p:txBody>
          <a:bodyPr xmlns:a="http://schemas.openxmlformats.org/drawingml/2006/main" wrap="none" lIns="152400" tIns="152400" rIns="152400" bIns="152400" anchor="ctr">
            <a:noAutofit/>
          </a:bodyPr>
          <a:lstStyle xmlns:a="http://schemas.openxmlformats.org/drawingml/2006/main">
            <a:defPPr algn="ctr">
              <a:defRPr sz="1875">
                <a:solidFill>
                  <a:srgbClr val="566A80"/>
                </a:solidFill>
                <a:latin typeface="Noto Sans Kr"/>
                <a:ea typeface="Noto Sans Kr"/>
                <a:cs typeface="Noto Sans Kr"/>
              </a:defRPr>
            </a:defPPr>
            <a:lvl1pPr algn="ctr">
              <a:buNone/>
              <a:defRPr sz="1875">
                <a:solidFill>
                  <a:srgbClr val="566A80"/>
                </a:solidFill>
                <a:latin typeface="Noto Sans Kr"/>
                <a:ea typeface="Noto Sans Kr"/>
                <a:cs typeface="Noto Sans Kr"/>
              </a:defRPr>
            </a:lvl1pPr>
            <a:lvl2pPr algn="ctr">
              <a:buNone/>
              <a:defRPr sz="1875">
                <a:solidFill>
                  <a:srgbClr val="566A80"/>
                </a:solidFill>
                <a:latin typeface="Noto Sans Kr"/>
                <a:ea typeface="Noto Sans Kr"/>
                <a:cs typeface="Noto Sans Kr"/>
              </a:defRPr>
            </a:lvl2pPr>
            <a:lvl3pPr algn="ctr">
              <a:buNone/>
              <a:defRPr sz="1875">
                <a:solidFill>
                  <a:srgbClr val="566A80"/>
                </a:solidFill>
                <a:latin typeface="Noto Sans Kr"/>
                <a:ea typeface="Noto Sans Kr"/>
                <a:cs typeface="Noto Sans Kr"/>
              </a:defRPr>
            </a:lvl3pPr>
            <a:lvl4pPr algn="ctr">
              <a:buNone/>
              <a:defRPr sz="1875">
                <a:solidFill>
                  <a:srgbClr val="566A80"/>
                </a:solidFill>
                <a:latin typeface="Noto Sans Kr"/>
                <a:ea typeface="Noto Sans Kr"/>
                <a:cs typeface="Noto Sans Kr"/>
              </a:defRPr>
            </a:lvl4pPr>
            <a:lvl5pPr algn="ctr">
              <a:buNone/>
              <a:defRPr sz="1875">
                <a:solidFill>
                  <a:srgbClr val="566A80"/>
                </a:solidFill>
                <a:latin typeface="Noto Sans Kr"/>
                <a:ea typeface="Noto Sans Kr"/>
                <a:cs typeface="Noto Sans Kr"/>
              </a:defRPr>
            </a:lvl5pPr>
            <a:lvl6pPr algn="ctr">
              <a:buNone/>
              <a:defRPr sz="1875">
                <a:solidFill>
                  <a:srgbClr val="566A80"/>
                </a:solidFill>
                <a:latin typeface="Noto Sans Kr"/>
                <a:ea typeface="Noto Sans Kr"/>
                <a:cs typeface="Noto Sans Kr"/>
              </a:defRPr>
            </a:lvl6pPr>
            <a:lvl7pPr algn="ctr">
              <a:buNone/>
              <a:defRPr sz="1875">
                <a:solidFill>
                  <a:srgbClr val="566A80"/>
                </a:solidFill>
                <a:latin typeface="Noto Sans Kr"/>
                <a:ea typeface="Noto Sans Kr"/>
                <a:cs typeface="Noto Sans Kr"/>
              </a:defRPr>
            </a:lvl7pPr>
            <a:lvl8pPr algn="ctr">
              <a:buNone/>
              <a:defRPr sz="1875">
                <a:solidFill>
                  <a:srgbClr val="566A80"/>
                </a:solidFill>
                <a:latin typeface="Noto Sans Kr"/>
                <a:ea typeface="Noto Sans Kr"/>
                <a:cs typeface="Noto Sans Kr"/>
              </a:defRPr>
            </a:lvl8pPr>
            <a:lvl9pPr algn="ctr">
              <a:buNone/>
              <a:defRPr sz="1875">
                <a:solidFill>
                  <a:srgbClr val="566A80"/>
                </a:solidFill>
                <a:latin typeface="Noto Sans Kr"/>
                <a:ea typeface="Noto Sans Kr"/>
                <a:cs typeface="Noto Sans Kr"/>
              </a:defRPr>
            </a:lvl9pPr>
          </a:lstStyle>
          <a:p xmlns:a="http://schemas.openxmlformats.org/drawingml/2006/main">
            <a:pPr algn="ctr">
              <a:spcAft>
                <a:spcPts val="12"/>
              </a:spcAft>
              <a:buNone/>
              <a:defRPr sz="1875">
                <a:solidFill>
                  <a:srgbClr val="566A80"/>
                </a:solidFill>
                <a:latin typeface="Noto Sans Kr"/>
                <a:ea typeface="Noto Sans Kr"/>
                <a:cs typeface="Noto Sans Kr"/>
              </a:defRPr>
            </a:pPr>
            <a:r>
              <a:rPr sz="2700" b="1">
                <a:solidFill>
                  <a:srgbClr val="122C46"/>
                </a:solidFill>
                <a:latin typeface="Noto Sans Bold"/>
                <a:ea typeface="Noto Sans Bold"/>
                <a:cs typeface="Noto Sans Bold"/>
              </a:rPr>
              <a:t>평가·추적</a:t>
            </a:r>
          </a:p>
          <a:p xmlns:a="http://schemas.openxmlformats.org/drawingml/2006/main">
            <a:pPr algn="ctr">
              <a:buNone/>
              <a:defRPr sz="1875">
                <a:solidFill>
                  <a:srgbClr val="566A80"/>
                </a:solidFill>
                <a:latin typeface="Noto Sans Kr"/>
                <a:ea typeface="Noto Sans Kr"/>
                <a:cs typeface="Noto Sans Kr"/>
              </a:defRPr>
            </a:pPr>
            <a:r>
              <a:rPr sz="1875">
                <a:solidFill>
                  <a:srgbClr val="566A80"/>
                </a:solidFill>
                <a:latin typeface="Noto Sans Kr"/>
                <a:ea typeface="Noto Sans Kr"/>
                <a:cs typeface="Noto Sans Kr"/>
              </a:rPr>
              <a:t>Judge / LangSmith</a:t>
            </a:r>
          </a:p>
        </p:txBody>
      </p:sp>
      <p:sp>
        <p:nvSpPr>
          <p:cNvPr id="24" name="architecture-sqlite">
            <a:extLst xmlns:a="http://schemas.openxmlformats.org/drawingml/2006/main">
              <a:ext uri="{FF2B5EF4-FFF2-40B4-BE49-F238E27FC236}">
                <a16:creationId xmlns:a16="http://schemas.microsoft.com/office/drawing/2014/main" id="{AD468A44-A0AA-4ADF-A640-50E79A5866CC}"/>
              </a:ext>
            </a:extLst>
          </p:cNvPr>
          <p:cNvSpPr>
            <a:spLocks xmlns:a="http://schemas.openxmlformats.org/drawingml/2006/main" noGrp="1"/>
          </p:cNvSpPr>
          <p:nvPr/>
        </p:nvSpPr>
        <p:spPr>
          <a:xfrm xmlns:a="http://schemas.openxmlformats.org/drawingml/2006/main">
            <a:off x="6191250" y="7239000"/>
            <a:ext cx="3714750" cy="1333500"/>
          </a:xfrm>
          <a:prstGeom xmlns:a="http://schemas.openxmlformats.org/drawingml/2006/main" prst="roundRect">
            <a:avLst>
              <a:gd name="adj" fmla="val 8571"/>
            </a:avLst>
          </a:prstGeom>
          <a:solidFill xmlns:a="http://schemas.openxmlformats.org/drawingml/2006/main">
            <a:srgbClr val="FFFFFF"/>
          </a:solidFill>
          <a:ln xmlns:a="http://schemas.openxmlformats.org/drawingml/2006/main" w="19050">
            <a:solidFill>
              <a:srgbClr val="DDE5EE"/>
            </a:solidFill>
          </a:ln>
        </p:spPr>
        <p:txBody>
          <a:bodyPr xmlns:a="http://schemas.openxmlformats.org/drawingml/2006/main" wrap="none" lIns="152400" tIns="152400" rIns="152400" bIns="152400" anchor="ctr">
            <a:noAutofit/>
          </a:bodyPr>
          <a:lstStyle xmlns:a="http://schemas.openxmlformats.org/drawingml/2006/main">
            <a:defPPr algn="ctr">
              <a:defRPr sz="2250">
                <a:solidFill>
                  <a:srgbClr val="566A80"/>
                </a:solidFill>
                <a:latin typeface="Noto Sans Kr"/>
                <a:ea typeface="Noto Sans Kr"/>
                <a:cs typeface="Noto Sans Kr"/>
              </a:defRPr>
            </a:defPPr>
            <a:lvl1pPr algn="ctr">
              <a:buNone/>
              <a:defRPr sz="2250">
                <a:solidFill>
                  <a:srgbClr val="566A80"/>
                </a:solidFill>
                <a:latin typeface="Noto Sans Kr"/>
                <a:ea typeface="Noto Sans Kr"/>
                <a:cs typeface="Noto Sans Kr"/>
              </a:defRPr>
            </a:lvl1pPr>
            <a:lvl2pPr algn="ctr">
              <a:buNone/>
              <a:defRPr sz="2250">
                <a:solidFill>
                  <a:srgbClr val="566A80"/>
                </a:solidFill>
                <a:latin typeface="Noto Sans Kr"/>
                <a:ea typeface="Noto Sans Kr"/>
                <a:cs typeface="Noto Sans Kr"/>
              </a:defRPr>
            </a:lvl2pPr>
            <a:lvl3pPr algn="ctr">
              <a:buNone/>
              <a:defRPr sz="2250">
                <a:solidFill>
                  <a:srgbClr val="566A80"/>
                </a:solidFill>
                <a:latin typeface="Noto Sans Kr"/>
                <a:ea typeface="Noto Sans Kr"/>
                <a:cs typeface="Noto Sans Kr"/>
              </a:defRPr>
            </a:lvl3pPr>
            <a:lvl4pPr algn="ctr">
              <a:buNone/>
              <a:defRPr sz="2250">
                <a:solidFill>
                  <a:srgbClr val="566A80"/>
                </a:solidFill>
                <a:latin typeface="Noto Sans Kr"/>
                <a:ea typeface="Noto Sans Kr"/>
                <a:cs typeface="Noto Sans Kr"/>
              </a:defRPr>
            </a:lvl4pPr>
            <a:lvl5pPr algn="ctr">
              <a:buNone/>
              <a:defRPr sz="2250">
                <a:solidFill>
                  <a:srgbClr val="566A80"/>
                </a:solidFill>
                <a:latin typeface="Noto Sans Kr"/>
                <a:ea typeface="Noto Sans Kr"/>
                <a:cs typeface="Noto Sans Kr"/>
              </a:defRPr>
            </a:lvl5pPr>
            <a:lvl6pPr algn="ctr">
              <a:buNone/>
              <a:defRPr sz="2250">
                <a:solidFill>
                  <a:srgbClr val="566A80"/>
                </a:solidFill>
                <a:latin typeface="Noto Sans Kr"/>
                <a:ea typeface="Noto Sans Kr"/>
                <a:cs typeface="Noto Sans Kr"/>
              </a:defRPr>
            </a:lvl6pPr>
            <a:lvl7pPr algn="ctr">
              <a:buNone/>
              <a:defRPr sz="2250">
                <a:solidFill>
                  <a:srgbClr val="566A80"/>
                </a:solidFill>
                <a:latin typeface="Noto Sans Kr"/>
                <a:ea typeface="Noto Sans Kr"/>
                <a:cs typeface="Noto Sans Kr"/>
              </a:defRPr>
            </a:lvl7pPr>
            <a:lvl8pPr algn="ctr">
              <a:buNone/>
              <a:defRPr sz="2250">
                <a:solidFill>
                  <a:srgbClr val="566A80"/>
                </a:solidFill>
                <a:latin typeface="Noto Sans Kr"/>
                <a:ea typeface="Noto Sans Kr"/>
                <a:cs typeface="Noto Sans Kr"/>
              </a:defRPr>
            </a:lvl8pPr>
            <a:lvl9pPr algn="ctr">
              <a:buNone/>
              <a:defRPr sz="2250">
                <a:solidFill>
                  <a:srgbClr val="566A80"/>
                </a:solidFill>
                <a:latin typeface="Noto Sans Kr"/>
                <a:ea typeface="Noto Sans Kr"/>
                <a:cs typeface="Noto Sans Kr"/>
              </a:defRPr>
            </a:lvl9pPr>
          </a:lstStyle>
          <a:p xmlns:a="http://schemas.openxmlformats.org/drawingml/2006/main">
            <a:pPr algn="ctr">
              <a:spcAft>
                <a:spcPts val="12"/>
              </a:spcAft>
              <a:buNone/>
              <a:defRPr sz="2250">
                <a:solidFill>
                  <a:srgbClr val="566A80"/>
                </a:solidFill>
                <a:latin typeface="Noto Sans Kr"/>
                <a:ea typeface="Noto Sans Kr"/>
                <a:cs typeface="Noto Sans Kr"/>
              </a:defRPr>
            </a:pPr>
            <a:r>
              <a:rPr sz="2850" b="1">
                <a:solidFill>
                  <a:srgbClr val="122C46"/>
                </a:solidFill>
                <a:latin typeface="Noto Sans Bold"/>
                <a:ea typeface="Noto Sans Bold"/>
                <a:cs typeface="Noto Sans Bold"/>
              </a:rPr>
              <a:t>SQLite</a:t>
            </a:r>
          </a:p>
          <a:p xmlns:a="http://schemas.openxmlformats.org/drawingml/2006/main">
            <a:pPr algn="ctr">
              <a:buNone/>
              <a:defRPr sz="2250">
                <a:solidFill>
                  <a:srgbClr val="566A80"/>
                </a:solidFill>
                <a:latin typeface="Noto Sans Kr"/>
                <a:ea typeface="Noto Sans Kr"/>
                <a:cs typeface="Noto Sans Kr"/>
              </a:defRPr>
            </a:pPr>
            <a:r>
              <a:rPr sz="2250">
                <a:solidFill>
                  <a:srgbClr val="566A80"/>
                </a:solidFill>
                <a:latin typeface="Noto Sans Kr"/>
                <a:ea typeface="Noto Sans Kr"/>
                <a:cs typeface="Noto Sans Kr"/>
              </a:rPr>
              <a:t>결과·근거·대화</a:t>
            </a:r>
          </a:p>
        </p:txBody>
      </p:sp>
      <p:sp>
        <p:nvSpPr>
          <p:cNvPr id="25" name="architecture-mcp">
            <a:extLst xmlns:a="http://schemas.openxmlformats.org/drawingml/2006/main">
              <a:ext uri="{FF2B5EF4-FFF2-40B4-BE49-F238E27FC236}">
                <a16:creationId xmlns:a16="http://schemas.microsoft.com/office/drawing/2014/main" id="{AA00C8E5-8704-45FF-A217-C95A90A859A8}"/>
              </a:ext>
            </a:extLst>
          </p:cNvPr>
          <p:cNvSpPr>
            <a:spLocks xmlns:a="http://schemas.openxmlformats.org/drawingml/2006/main" noGrp="1"/>
          </p:cNvSpPr>
          <p:nvPr/>
        </p:nvSpPr>
        <p:spPr>
          <a:xfrm xmlns:a="http://schemas.openxmlformats.org/drawingml/2006/main">
            <a:off x="11430000" y="7239000"/>
            <a:ext cx="2667000" cy="1333500"/>
          </a:xfrm>
          <a:prstGeom xmlns:a="http://schemas.openxmlformats.org/drawingml/2006/main" prst="roundRect">
            <a:avLst>
              <a:gd name="adj" fmla="val 8571"/>
            </a:avLst>
          </a:prstGeom>
          <a:solidFill xmlns:a="http://schemas.openxmlformats.org/drawingml/2006/main">
            <a:srgbClr val="FFFFFF"/>
          </a:solidFill>
          <a:ln xmlns:a="http://schemas.openxmlformats.org/drawingml/2006/main" w="19050">
            <a:solidFill>
              <a:srgbClr val="DDE5EE"/>
            </a:solidFill>
          </a:ln>
        </p:spPr>
        <p:txBody>
          <a:bodyPr xmlns:a="http://schemas.openxmlformats.org/drawingml/2006/main" wrap="none" lIns="152400" tIns="152400" rIns="152400" bIns="152400" anchor="ctr">
            <a:noAutofit/>
          </a:bodyPr>
          <a:lstStyle xmlns:a="http://schemas.openxmlformats.org/drawingml/2006/main">
            <a:defPPr algn="ctr">
              <a:defRPr sz="1950">
                <a:solidFill>
                  <a:srgbClr val="566A80"/>
                </a:solidFill>
                <a:latin typeface="Noto Sans Kr"/>
                <a:ea typeface="Noto Sans Kr"/>
                <a:cs typeface="Noto Sans Kr"/>
              </a:defRPr>
            </a:defPPr>
            <a:lvl1pPr algn="ctr">
              <a:buNone/>
              <a:defRPr sz="1950">
                <a:solidFill>
                  <a:srgbClr val="566A80"/>
                </a:solidFill>
                <a:latin typeface="Noto Sans Kr"/>
                <a:ea typeface="Noto Sans Kr"/>
                <a:cs typeface="Noto Sans Kr"/>
              </a:defRPr>
            </a:lvl1pPr>
            <a:lvl2pPr algn="ctr">
              <a:buNone/>
              <a:defRPr sz="1950">
                <a:solidFill>
                  <a:srgbClr val="566A80"/>
                </a:solidFill>
                <a:latin typeface="Noto Sans Kr"/>
                <a:ea typeface="Noto Sans Kr"/>
                <a:cs typeface="Noto Sans Kr"/>
              </a:defRPr>
            </a:lvl2pPr>
            <a:lvl3pPr algn="ctr">
              <a:buNone/>
              <a:defRPr sz="1950">
                <a:solidFill>
                  <a:srgbClr val="566A80"/>
                </a:solidFill>
                <a:latin typeface="Noto Sans Kr"/>
                <a:ea typeface="Noto Sans Kr"/>
                <a:cs typeface="Noto Sans Kr"/>
              </a:defRPr>
            </a:lvl3pPr>
            <a:lvl4pPr algn="ctr">
              <a:buNone/>
              <a:defRPr sz="1950">
                <a:solidFill>
                  <a:srgbClr val="566A80"/>
                </a:solidFill>
                <a:latin typeface="Noto Sans Kr"/>
                <a:ea typeface="Noto Sans Kr"/>
                <a:cs typeface="Noto Sans Kr"/>
              </a:defRPr>
            </a:lvl4pPr>
            <a:lvl5pPr algn="ctr">
              <a:buNone/>
              <a:defRPr sz="1950">
                <a:solidFill>
                  <a:srgbClr val="566A80"/>
                </a:solidFill>
                <a:latin typeface="Noto Sans Kr"/>
                <a:ea typeface="Noto Sans Kr"/>
                <a:cs typeface="Noto Sans Kr"/>
              </a:defRPr>
            </a:lvl5pPr>
            <a:lvl6pPr algn="ctr">
              <a:buNone/>
              <a:defRPr sz="1950">
                <a:solidFill>
                  <a:srgbClr val="566A80"/>
                </a:solidFill>
                <a:latin typeface="Noto Sans Kr"/>
                <a:ea typeface="Noto Sans Kr"/>
                <a:cs typeface="Noto Sans Kr"/>
              </a:defRPr>
            </a:lvl6pPr>
            <a:lvl7pPr algn="ctr">
              <a:buNone/>
              <a:defRPr sz="1950">
                <a:solidFill>
                  <a:srgbClr val="566A80"/>
                </a:solidFill>
                <a:latin typeface="Noto Sans Kr"/>
                <a:ea typeface="Noto Sans Kr"/>
                <a:cs typeface="Noto Sans Kr"/>
              </a:defRPr>
            </a:lvl7pPr>
            <a:lvl8pPr algn="ctr">
              <a:buNone/>
              <a:defRPr sz="1950">
                <a:solidFill>
                  <a:srgbClr val="566A80"/>
                </a:solidFill>
                <a:latin typeface="Noto Sans Kr"/>
                <a:ea typeface="Noto Sans Kr"/>
                <a:cs typeface="Noto Sans Kr"/>
              </a:defRPr>
            </a:lvl8pPr>
            <a:lvl9pPr algn="ctr">
              <a:buNone/>
              <a:defRPr sz="1950">
                <a:solidFill>
                  <a:srgbClr val="566A80"/>
                </a:solidFill>
                <a:latin typeface="Noto Sans Kr"/>
                <a:ea typeface="Noto Sans Kr"/>
                <a:cs typeface="Noto Sans Kr"/>
              </a:defRPr>
            </a:lvl9pPr>
          </a:lstStyle>
          <a:p xmlns:a="http://schemas.openxmlformats.org/drawingml/2006/main">
            <a:pPr algn="ctr">
              <a:spcAft>
                <a:spcPts val="12"/>
              </a:spcAft>
              <a:buNone/>
              <a:defRPr sz="1950">
                <a:solidFill>
                  <a:srgbClr val="566A80"/>
                </a:solidFill>
                <a:latin typeface="Noto Sans Kr"/>
                <a:ea typeface="Noto Sans Kr"/>
                <a:cs typeface="Noto Sans Kr"/>
              </a:defRPr>
            </a:pPr>
            <a:r>
              <a:rPr sz="2850" b="1">
                <a:solidFill>
                  <a:srgbClr val="122C46"/>
                </a:solidFill>
                <a:latin typeface="Noto Sans Bold"/>
                <a:ea typeface="Noto Sans Bold"/>
                <a:cs typeface="Noto Sans Bold"/>
              </a:rPr>
              <a:t>MCP</a:t>
            </a:r>
          </a:p>
          <a:p xmlns:a="http://schemas.openxmlformats.org/drawingml/2006/main">
            <a:pPr algn="ctr">
              <a:buNone/>
              <a:defRPr sz="1950">
                <a:solidFill>
                  <a:srgbClr val="566A80"/>
                </a:solidFill>
                <a:latin typeface="Noto Sans Kr"/>
                <a:ea typeface="Noto Sans Kr"/>
                <a:cs typeface="Noto Sans Kr"/>
              </a:defRPr>
            </a:pPr>
            <a:r>
              <a:rPr sz="1950">
                <a:solidFill>
                  <a:srgbClr val="566A80"/>
                </a:solidFill>
                <a:latin typeface="Noto Sans Kr"/>
                <a:ea typeface="Noto Sans Kr"/>
                <a:cs typeface="Noto Sans Kr"/>
              </a:rPr>
              <a:t>읽기 전용 관측</a:t>
            </a:r>
          </a:p>
        </p:txBody>
      </p:sp>
      <p:sp>
        <p:nvSpPr>
          <p:cNvPr id="26" name="architecture-rag">
            <a:extLst xmlns:a="http://schemas.openxmlformats.org/drawingml/2006/main">
              <a:ext uri="{FF2B5EF4-FFF2-40B4-BE49-F238E27FC236}">
                <a16:creationId xmlns:a16="http://schemas.microsoft.com/office/drawing/2014/main" id="{D8185CB9-3615-4CA9-B911-92215CE08B3D}"/>
              </a:ext>
            </a:extLst>
          </p:cNvPr>
          <p:cNvSpPr>
            <a:spLocks xmlns:a="http://schemas.openxmlformats.org/drawingml/2006/main" noGrp="1"/>
          </p:cNvSpPr>
          <p:nvPr/>
        </p:nvSpPr>
        <p:spPr>
          <a:xfrm xmlns:a="http://schemas.openxmlformats.org/drawingml/2006/main">
            <a:off x="14478000" y="7239000"/>
            <a:ext cx="2667000" cy="1333500"/>
          </a:xfrm>
          <a:prstGeom xmlns:a="http://schemas.openxmlformats.org/drawingml/2006/main" prst="roundRect">
            <a:avLst>
              <a:gd name="adj" fmla="val 8571"/>
            </a:avLst>
          </a:prstGeom>
          <a:solidFill xmlns:a="http://schemas.openxmlformats.org/drawingml/2006/main">
            <a:srgbClr val="FFFFFF"/>
          </a:solidFill>
          <a:ln xmlns:a="http://schemas.openxmlformats.org/drawingml/2006/main" w="19050">
            <a:solidFill>
              <a:srgbClr val="DDE5EE"/>
            </a:solidFill>
          </a:ln>
        </p:spPr>
        <p:txBody>
          <a:bodyPr xmlns:a="http://schemas.openxmlformats.org/drawingml/2006/main" wrap="none" lIns="152400" tIns="152400" rIns="152400" bIns="152400" anchor="ctr">
            <a:noAutofit/>
          </a:bodyPr>
          <a:lstStyle xmlns:a="http://schemas.openxmlformats.org/drawingml/2006/main">
            <a:defPPr algn="ctr">
              <a:defRPr sz="2100">
                <a:solidFill>
                  <a:srgbClr val="566A80"/>
                </a:solidFill>
                <a:latin typeface="Noto Sans Kr"/>
                <a:ea typeface="Noto Sans Kr"/>
                <a:cs typeface="Noto Sans Kr"/>
              </a:defRPr>
            </a:defPPr>
            <a:lvl1pPr algn="ctr">
              <a:buNone/>
              <a:defRPr sz="2100">
                <a:solidFill>
                  <a:srgbClr val="566A80"/>
                </a:solidFill>
                <a:latin typeface="Noto Sans Kr"/>
                <a:ea typeface="Noto Sans Kr"/>
                <a:cs typeface="Noto Sans Kr"/>
              </a:defRPr>
            </a:lvl1pPr>
            <a:lvl2pPr algn="ctr">
              <a:buNone/>
              <a:defRPr sz="2100">
                <a:solidFill>
                  <a:srgbClr val="566A80"/>
                </a:solidFill>
                <a:latin typeface="Noto Sans Kr"/>
                <a:ea typeface="Noto Sans Kr"/>
                <a:cs typeface="Noto Sans Kr"/>
              </a:defRPr>
            </a:lvl2pPr>
            <a:lvl3pPr algn="ctr">
              <a:buNone/>
              <a:defRPr sz="2100">
                <a:solidFill>
                  <a:srgbClr val="566A80"/>
                </a:solidFill>
                <a:latin typeface="Noto Sans Kr"/>
                <a:ea typeface="Noto Sans Kr"/>
                <a:cs typeface="Noto Sans Kr"/>
              </a:defRPr>
            </a:lvl3pPr>
            <a:lvl4pPr algn="ctr">
              <a:buNone/>
              <a:defRPr sz="2100">
                <a:solidFill>
                  <a:srgbClr val="566A80"/>
                </a:solidFill>
                <a:latin typeface="Noto Sans Kr"/>
                <a:ea typeface="Noto Sans Kr"/>
                <a:cs typeface="Noto Sans Kr"/>
              </a:defRPr>
            </a:lvl4pPr>
            <a:lvl5pPr algn="ctr">
              <a:buNone/>
              <a:defRPr sz="2100">
                <a:solidFill>
                  <a:srgbClr val="566A80"/>
                </a:solidFill>
                <a:latin typeface="Noto Sans Kr"/>
                <a:ea typeface="Noto Sans Kr"/>
                <a:cs typeface="Noto Sans Kr"/>
              </a:defRPr>
            </a:lvl5pPr>
            <a:lvl6pPr algn="ctr">
              <a:buNone/>
              <a:defRPr sz="2100">
                <a:solidFill>
                  <a:srgbClr val="566A80"/>
                </a:solidFill>
                <a:latin typeface="Noto Sans Kr"/>
                <a:ea typeface="Noto Sans Kr"/>
                <a:cs typeface="Noto Sans Kr"/>
              </a:defRPr>
            </a:lvl6pPr>
            <a:lvl7pPr algn="ctr">
              <a:buNone/>
              <a:defRPr sz="2100">
                <a:solidFill>
                  <a:srgbClr val="566A80"/>
                </a:solidFill>
                <a:latin typeface="Noto Sans Kr"/>
                <a:ea typeface="Noto Sans Kr"/>
                <a:cs typeface="Noto Sans Kr"/>
              </a:defRPr>
            </a:lvl7pPr>
            <a:lvl8pPr algn="ctr">
              <a:buNone/>
              <a:defRPr sz="2100">
                <a:solidFill>
                  <a:srgbClr val="566A80"/>
                </a:solidFill>
                <a:latin typeface="Noto Sans Kr"/>
                <a:ea typeface="Noto Sans Kr"/>
                <a:cs typeface="Noto Sans Kr"/>
              </a:defRPr>
            </a:lvl8pPr>
            <a:lvl9pPr algn="ctr">
              <a:buNone/>
              <a:defRPr sz="2100">
                <a:solidFill>
                  <a:srgbClr val="566A80"/>
                </a:solidFill>
                <a:latin typeface="Noto Sans Kr"/>
                <a:ea typeface="Noto Sans Kr"/>
                <a:cs typeface="Noto Sans Kr"/>
              </a:defRPr>
            </a:lvl9pPr>
          </a:lstStyle>
          <a:p xmlns:a="http://schemas.openxmlformats.org/drawingml/2006/main">
            <a:pPr algn="ctr">
              <a:spcAft>
                <a:spcPts val="12"/>
              </a:spcAft>
              <a:buNone/>
              <a:defRPr sz="2100">
                <a:solidFill>
                  <a:srgbClr val="566A80"/>
                </a:solidFill>
                <a:latin typeface="Noto Sans Kr"/>
                <a:ea typeface="Noto Sans Kr"/>
                <a:cs typeface="Noto Sans Kr"/>
              </a:defRPr>
            </a:pPr>
            <a:r>
              <a:rPr sz="2850" b="1">
                <a:solidFill>
                  <a:srgbClr val="122C46"/>
                </a:solidFill>
                <a:latin typeface="Noto Sans Bold"/>
                <a:ea typeface="Noto Sans Bold"/>
                <a:cs typeface="Noto Sans Bold"/>
              </a:rPr>
              <a:t>RAG</a:t>
            </a:r>
          </a:p>
          <a:p xmlns:a="http://schemas.openxmlformats.org/drawingml/2006/main">
            <a:pPr algn="ctr">
              <a:buNone/>
              <a:defRPr sz="2100">
                <a:solidFill>
                  <a:srgbClr val="566A80"/>
                </a:solidFill>
                <a:latin typeface="Noto Sans Kr"/>
                <a:ea typeface="Noto Sans Kr"/>
                <a:cs typeface="Noto Sans Kr"/>
              </a:defRPr>
            </a:pPr>
            <a:r>
              <a:rPr sz="2100">
                <a:solidFill>
                  <a:srgbClr val="566A80"/>
                </a:solidFill>
                <a:latin typeface="Noto Sans Kr"/>
                <a:ea typeface="Noto Sans Kr"/>
                <a:cs typeface="Noto Sans Kr"/>
              </a:rPr>
              <a:t>매뉴얼 검색</a:t>
            </a:r>
          </a:p>
        </p:txBody>
      </p:sp>
      <p:sp>
        <p:nvSpPr>
          <p:cNvPr id="27" name="architecture-legend">
            <a:extLst xmlns:a="http://schemas.openxmlformats.org/drawingml/2006/main">
              <a:ext uri="{FF2B5EF4-FFF2-40B4-BE49-F238E27FC236}">
                <a16:creationId xmlns:a16="http://schemas.microsoft.com/office/drawing/2014/main" id="{D9AE6A02-9F29-4492-A8D6-596AB0F1B040}"/>
              </a:ext>
            </a:extLst>
          </p:cNvPr>
          <p:cNvSpPr>
            <a:spLocks xmlns:a="http://schemas.openxmlformats.org/drawingml/2006/main" noGrp="1"/>
          </p:cNvSpPr>
          <p:nvPr/>
        </p:nvSpPr>
        <p:spPr>
          <a:xfrm xmlns:a="http://schemas.openxmlformats.org/drawingml/2006/main">
            <a:off x="1143000" y="7505700"/>
            <a:ext cx="38100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1875" b="0">
                <a:solidFill>
                  <a:srgbClr val="566A80"/>
                </a:solidFill>
                <a:latin typeface="Noto Sans Kr"/>
                <a:ea typeface="Noto Sans Kr"/>
                <a:cs typeface="Noto Sans Kr"/>
              </a:defRPr>
            </a:defPPr>
            <a:lvl1pPr algn="l">
              <a:buNone/>
              <a:defRPr sz="1875" b="0">
                <a:solidFill>
                  <a:srgbClr val="566A80"/>
                </a:solidFill>
                <a:latin typeface="Noto Sans Kr"/>
                <a:ea typeface="Noto Sans Kr"/>
                <a:cs typeface="Noto Sans Kr"/>
              </a:defRPr>
            </a:lvl1pPr>
            <a:lvl2pPr algn="l">
              <a:buNone/>
              <a:defRPr sz="1875" b="0">
                <a:solidFill>
                  <a:srgbClr val="566A80"/>
                </a:solidFill>
                <a:latin typeface="Noto Sans Kr"/>
                <a:ea typeface="Noto Sans Kr"/>
                <a:cs typeface="Noto Sans Kr"/>
              </a:defRPr>
            </a:lvl2pPr>
            <a:lvl3pPr algn="l">
              <a:buNone/>
              <a:defRPr sz="1875" b="0">
                <a:solidFill>
                  <a:srgbClr val="566A80"/>
                </a:solidFill>
                <a:latin typeface="Noto Sans Kr"/>
                <a:ea typeface="Noto Sans Kr"/>
                <a:cs typeface="Noto Sans Kr"/>
              </a:defRPr>
            </a:lvl3pPr>
            <a:lvl4pPr algn="l">
              <a:buNone/>
              <a:defRPr sz="1875" b="0">
                <a:solidFill>
                  <a:srgbClr val="566A80"/>
                </a:solidFill>
                <a:latin typeface="Noto Sans Kr"/>
                <a:ea typeface="Noto Sans Kr"/>
                <a:cs typeface="Noto Sans Kr"/>
              </a:defRPr>
            </a:lvl4pPr>
            <a:lvl5pPr algn="l">
              <a:buNone/>
              <a:defRPr sz="1875" b="0">
                <a:solidFill>
                  <a:srgbClr val="566A80"/>
                </a:solidFill>
                <a:latin typeface="Noto Sans Kr"/>
                <a:ea typeface="Noto Sans Kr"/>
                <a:cs typeface="Noto Sans Kr"/>
              </a:defRPr>
            </a:lvl5pPr>
            <a:lvl6pPr algn="l">
              <a:buNone/>
              <a:defRPr sz="1875" b="0">
                <a:solidFill>
                  <a:srgbClr val="566A80"/>
                </a:solidFill>
                <a:latin typeface="Noto Sans Kr"/>
                <a:ea typeface="Noto Sans Kr"/>
                <a:cs typeface="Noto Sans Kr"/>
              </a:defRPr>
            </a:lvl6pPr>
            <a:lvl7pPr algn="l">
              <a:buNone/>
              <a:defRPr sz="1875" b="0">
                <a:solidFill>
                  <a:srgbClr val="566A80"/>
                </a:solidFill>
                <a:latin typeface="Noto Sans Kr"/>
                <a:ea typeface="Noto Sans Kr"/>
                <a:cs typeface="Noto Sans Kr"/>
              </a:defRPr>
            </a:lvl7pPr>
            <a:lvl8pPr algn="l">
              <a:buNone/>
              <a:defRPr sz="1875" b="0">
                <a:solidFill>
                  <a:srgbClr val="566A80"/>
                </a:solidFill>
                <a:latin typeface="Noto Sans Kr"/>
                <a:ea typeface="Noto Sans Kr"/>
                <a:cs typeface="Noto Sans Kr"/>
              </a:defRPr>
            </a:lvl8pPr>
            <a:lvl9pPr algn="l">
              <a:buNone/>
              <a:defRPr sz="1875" b="0">
                <a:solidFill>
                  <a:srgbClr val="566A80"/>
                </a:solidFill>
                <a:latin typeface="Noto Sans Kr"/>
                <a:ea typeface="Noto Sans Kr"/>
                <a:cs typeface="Noto Sans Kr"/>
              </a:defRPr>
            </a:lvl9pPr>
          </a:lstStyle>
          <a:p xmlns:a="http://schemas.openxmlformats.org/drawingml/2006/main">
            <a:pPr algn="l">
              <a:buNone/>
              <a:defRPr sz="1875" b="0">
                <a:solidFill>
                  <a:srgbClr val="566A80"/>
                </a:solidFill>
                <a:latin typeface="Noto Sans Kr"/>
                <a:ea typeface="Noto Sans Kr"/>
                <a:cs typeface="Noto Sans Kr"/>
              </a:defRPr>
            </a:pPr>
            <a:r>
              <a:rPr sz="1875" b="0">
                <a:solidFill>
                  <a:srgbClr val="566A80"/>
                </a:solidFill>
                <a:latin typeface="Noto Sans Kr"/>
                <a:ea typeface="Noto Sans Kr"/>
                <a:cs typeface="Noto Sans Kr"/>
              </a:rPr>
              <a:t>실선: 요청·조회·저장</a:t>
            </a:r>
          </a:p>
          <a:p xmlns:a="http://schemas.openxmlformats.org/drawingml/2006/main">
            <a:pPr algn="l">
              <a:buNone/>
              <a:defRPr sz="1875" b="0">
                <a:solidFill>
                  <a:srgbClr val="566A80"/>
                </a:solidFill>
                <a:latin typeface="Noto Sans Kr"/>
                <a:ea typeface="Noto Sans Kr"/>
                <a:cs typeface="Noto Sans Kr"/>
              </a:defRPr>
            </a:pPr>
            <a:r>
              <a:rPr sz="1875" b="0">
                <a:solidFill>
                  <a:srgbClr val="566A80"/>
                </a:solidFill>
                <a:latin typeface="Noto Sans Kr"/>
                <a:ea typeface="Noto Sans Kr"/>
                <a:cs typeface="Noto Sans Kr"/>
              </a:rPr>
              <a:t>점선: 평가·추적</a:t>
            </a:r>
          </a:p>
        </p:txBody>
      </p:sp>
    </p:spTree>
    <p:extLst>
      <p:ext uri="{BB962C8B-B14F-4D97-AF65-F5344CB8AC3E}">
        <p14:creationId xmlns:p14="http://schemas.microsoft.com/office/powerpoint/2010/main" val="202853982"/>
      </p:ext>
    </p:extLst>
  </p:cSld>
</p:sld>
</file>

<file path=ppt/slides/slide6.xml><?xml version="1.0" encoding="utf-8"?>
<p:sld xmlns:p="http://schemas.openxmlformats.org/presentationml/2006/main">
  <p:cSld>
    <p:bg>
      <p:bgPr>
        <a:solidFill xmlns:a="http://schemas.openxmlformats.org/drawingml/2006/main">
          <a:srgbClr val="F7F8FC"/>
        </a:solidFill>
      </p:bgPr>
    </p:bg>
    <p:spTree>
      <p:nvGrpSpPr>
        <p:cNvPr id="1" name=""/>
        <p:cNvGrpSpPr/>
        <p:nvPr/>
      </p:nvGrpSpPr>
      <p:grpSpPr>
        <a:xfrm xmlns:a="http://schemas.openxmlformats.org/drawingml/2006/main"/>
      </p:grpSpPr>
      <p:sp>
        <p:nvSpPr>
          <p:cNvPr id="14" name="section-label">
            <a:extLst xmlns:a="http://schemas.openxmlformats.org/drawingml/2006/main">
              <a:ext uri="{FF2B5EF4-FFF2-40B4-BE49-F238E27FC236}">
                <a16:creationId xmlns:a16="http://schemas.microsoft.com/office/drawing/2014/main" id="{17F54291-B48F-4B6B-91B2-E7FBD58B4798}"/>
              </a:ext>
            </a:extLst>
          </p:cNvPr>
          <p:cNvSpPr>
            <a:spLocks xmlns:a="http://schemas.openxmlformats.org/drawingml/2006/main" noGrp="1"/>
          </p:cNvSpPr>
          <p:nvPr/>
        </p:nvSpPr>
        <p:spPr>
          <a:xfrm xmlns:a="http://schemas.openxmlformats.org/drawingml/2006/main">
            <a:off x="1143000" y="723900"/>
            <a:ext cx="13335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1950" b="1">
                <a:solidFill>
                  <a:srgbClr val="2B5BEB"/>
                </a:solidFill>
                <a:latin typeface="Noto Sans Bold"/>
                <a:ea typeface="Noto Sans Bold"/>
                <a:cs typeface="Noto Sans Bold"/>
              </a:defRPr>
            </a:defPPr>
            <a:lvl1pPr algn="l">
              <a:defRPr sz="1950" b="1">
                <a:solidFill>
                  <a:srgbClr val="2B5BEB"/>
                </a:solidFill>
                <a:latin typeface="Noto Sans Bold"/>
                <a:ea typeface="Noto Sans Bold"/>
                <a:cs typeface="Noto Sans Bold"/>
              </a:defRPr>
            </a:lvl1pPr>
            <a:lvl2pPr algn="l">
              <a:defRPr sz="1950" b="1">
                <a:solidFill>
                  <a:srgbClr val="2B5BEB"/>
                </a:solidFill>
                <a:latin typeface="Noto Sans Bold"/>
                <a:ea typeface="Noto Sans Bold"/>
                <a:cs typeface="Noto Sans Bold"/>
              </a:defRPr>
            </a:lvl2pPr>
            <a:lvl3pPr algn="l">
              <a:defRPr sz="1950" b="1">
                <a:solidFill>
                  <a:srgbClr val="2B5BEB"/>
                </a:solidFill>
                <a:latin typeface="Noto Sans Bold"/>
                <a:ea typeface="Noto Sans Bold"/>
                <a:cs typeface="Noto Sans Bold"/>
              </a:defRPr>
            </a:lvl3pPr>
            <a:lvl4pPr algn="l">
              <a:defRPr sz="1950" b="1">
                <a:solidFill>
                  <a:srgbClr val="2B5BEB"/>
                </a:solidFill>
                <a:latin typeface="Noto Sans Bold"/>
                <a:ea typeface="Noto Sans Bold"/>
                <a:cs typeface="Noto Sans Bold"/>
              </a:defRPr>
            </a:lvl4pPr>
            <a:lvl5pPr algn="l">
              <a:defRPr sz="1950" b="1">
                <a:solidFill>
                  <a:srgbClr val="2B5BEB"/>
                </a:solidFill>
                <a:latin typeface="Noto Sans Bold"/>
                <a:ea typeface="Noto Sans Bold"/>
                <a:cs typeface="Noto Sans Bold"/>
              </a:defRPr>
            </a:lvl5pPr>
            <a:lvl6pPr algn="l">
              <a:defRPr sz="1950" b="1">
                <a:solidFill>
                  <a:srgbClr val="2B5BEB"/>
                </a:solidFill>
                <a:latin typeface="Noto Sans Bold"/>
                <a:ea typeface="Noto Sans Bold"/>
                <a:cs typeface="Noto Sans Bold"/>
              </a:defRPr>
            </a:lvl6pPr>
            <a:lvl7pPr algn="l">
              <a:defRPr sz="1950" b="1">
                <a:solidFill>
                  <a:srgbClr val="2B5BEB"/>
                </a:solidFill>
                <a:latin typeface="Noto Sans Bold"/>
                <a:ea typeface="Noto Sans Bold"/>
                <a:cs typeface="Noto Sans Bold"/>
              </a:defRPr>
            </a:lvl7pPr>
            <a:lvl8pPr algn="l">
              <a:defRPr sz="1950" b="1">
                <a:solidFill>
                  <a:srgbClr val="2B5BEB"/>
                </a:solidFill>
                <a:latin typeface="Noto Sans Bold"/>
                <a:ea typeface="Noto Sans Bold"/>
                <a:cs typeface="Noto Sans Bold"/>
              </a:defRPr>
            </a:lvl8pPr>
            <a:lvl9pPr algn="l">
              <a:defRPr sz="1950" b="1">
                <a:solidFill>
                  <a:srgbClr val="2B5BEB"/>
                </a:solidFill>
                <a:latin typeface="Noto Sans Bold"/>
                <a:ea typeface="Noto Sans Bold"/>
                <a:cs typeface="Noto Sans Bold"/>
              </a:defRPr>
            </a:lvl9pPr>
          </a:lstStyle>
          <a:p xmlns:a="http://schemas.openxmlformats.org/drawingml/2006/main">
            <a:pPr algn="l">
              <a:defRPr sz="1950" b="1">
                <a:solidFill>
                  <a:srgbClr val="2B5BEB"/>
                </a:solidFill>
                <a:latin typeface="Noto Sans Bold"/>
                <a:ea typeface="Noto Sans Bold"/>
                <a:cs typeface="Noto Sans Bold"/>
              </a:defRPr>
            </a:pPr>
            <a:r>
              <a:rPr sz="1950" b="1">
                <a:solidFill>
                  <a:srgbClr val="2B5BEB"/>
                </a:solidFill>
                <a:latin typeface="Noto Sans Bold"/>
                <a:ea typeface="Noto Sans Bold"/>
                <a:cs typeface="Noto Sans Bold"/>
              </a:rPr>
              <a:t>실행 결과: 검색·근거 검증</a:t>
            </a:r>
          </a:p>
        </p:txBody>
      </p:sp>
      <p:sp>
        <p:nvSpPr>
          <p:cNvPr id="2" name="page-number">
            <a:extLst xmlns:a="http://schemas.openxmlformats.org/drawingml/2006/main">
              <a:ext uri="{FF2B5EF4-FFF2-40B4-BE49-F238E27FC236}">
                <a16:creationId xmlns:a16="http://schemas.microsoft.com/office/drawing/2014/main" id="{D959C5C9-25FE-43A1-B5BC-00242817F6CA}"/>
              </a:ext>
            </a:extLst>
          </p:cNvPr>
          <p:cNvSpPr>
            <a:spLocks xmlns:a="http://schemas.openxmlformats.org/drawingml/2006/main" noGrp="1"/>
          </p:cNvSpPr>
          <p:nvPr/>
        </p:nvSpPr>
        <p:spPr>
          <a:xfrm xmlns:a="http://schemas.openxmlformats.org/drawingml/2006/main">
            <a:off x="15621000" y="723900"/>
            <a:ext cx="1524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r">
              <a:defRPr sz="1950" b="0">
                <a:solidFill>
                  <a:srgbClr val="566A80"/>
                </a:solidFill>
                <a:latin typeface="Noto Sans Kr"/>
                <a:ea typeface="Noto Sans Kr"/>
                <a:cs typeface="Noto Sans Kr"/>
              </a:defRPr>
            </a:defPPr>
            <a:lvl1pPr algn="r">
              <a:defRPr sz="1950" b="0">
                <a:solidFill>
                  <a:srgbClr val="566A80"/>
                </a:solidFill>
                <a:latin typeface="Noto Sans Kr"/>
                <a:ea typeface="Noto Sans Kr"/>
                <a:cs typeface="Noto Sans Kr"/>
              </a:defRPr>
            </a:lvl1pPr>
            <a:lvl2pPr algn="r">
              <a:defRPr sz="1950" b="0">
                <a:solidFill>
                  <a:srgbClr val="566A80"/>
                </a:solidFill>
                <a:latin typeface="Noto Sans Kr"/>
                <a:ea typeface="Noto Sans Kr"/>
                <a:cs typeface="Noto Sans Kr"/>
              </a:defRPr>
            </a:lvl2pPr>
            <a:lvl3pPr algn="r">
              <a:defRPr sz="1950" b="0">
                <a:solidFill>
                  <a:srgbClr val="566A80"/>
                </a:solidFill>
                <a:latin typeface="Noto Sans Kr"/>
                <a:ea typeface="Noto Sans Kr"/>
                <a:cs typeface="Noto Sans Kr"/>
              </a:defRPr>
            </a:lvl3pPr>
            <a:lvl4pPr algn="r">
              <a:defRPr sz="1950" b="0">
                <a:solidFill>
                  <a:srgbClr val="566A80"/>
                </a:solidFill>
                <a:latin typeface="Noto Sans Kr"/>
                <a:ea typeface="Noto Sans Kr"/>
                <a:cs typeface="Noto Sans Kr"/>
              </a:defRPr>
            </a:lvl4pPr>
            <a:lvl5pPr algn="r">
              <a:defRPr sz="1950" b="0">
                <a:solidFill>
                  <a:srgbClr val="566A80"/>
                </a:solidFill>
                <a:latin typeface="Noto Sans Kr"/>
                <a:ea typeface="Noto Sans Kr"/>
                <a:cs typeface="Noto Sans Kr"/>
              </a:defRPr>
            </a:lvl5pPr>
            <a:lvl6pPr algn="r">
              <a:defRPr sz="1950" b="0">
                <a:solidFill>
                  <a:srgbClr val="566A80"/>
                </a:solidFill>
                <a:latin typeface="Noto Sans Kr"/>
                <a:ea typeface="Noto Sans Kr"/>
                <a:cs typeface="Noto Sans Kr"/>
              </a:defRPr>
            </a:lvl6pPr>
            <a:lvl7pPr algn="r">
              <a:defRPr sz="1950" b="0">
                <a:solidFill>
                  <a:srgbClr val="566A80"/>
                </a:solidFill>
                <a:latin typeface="Noto Sans Kr"/>
                <a:ea typeface="Noto Sans Kr"/>
                <a:cs typeface="Noto Sans Kr"/>
              </a:defRPr>
            </a:lvl7pPr>
            <a:lvl8pPr algn="r">
              <a:defRPr sz="1950" b="0">
                <a:solidFill>
                  <a:srgbClr val="566A80"/>
                </a:solidFill>
                <a:latin typeface="Noto Sans Kr"/>
                <a:ea typeface="Noto Sans Kr"/>
                <a:cs typeface="Noto Sans Kr"/>
              </a:defRPr>
            </a:lvl8pPr>
            <a:lvl9pPr algn="r">
              <a:defRPr sz="1950" b="0">
                <a:solidFill>
                  <a:srgbClr val="566A80"/>
                </a:solidFill>
                <a:latin typeface="Noto Sans Kr"/>
                <a:ea typeface="Noto Sans Kr"/>
                <a:cs typeface="Noto Sans Kr"/>
              </a:defRPr>
            </a:lvl9pPr>
          </a:lstStyle>
          <a:p xmlns:a="http://schemas.openxmlformats.org/drawingml/2006/main">
            <a:pPr algn="r">
              <a:defRPr sz="1950" b="0">
                <a:solidFill>
                  <a:srgbClr val="566A80"/>
                </a:solidFill>
                <a:latin typeface="Noto Sans Kr"/>
                <a:ea typeface="Noto Sans Kr"/>
                <a:cs typeface="Noto Sans Kr"/>
              </a:defRPr>
            </a:pPr>
            <a:r>
              <a:rPr sz="1950" b="0">
                <a:solidFill>
                  <a:srgbClr val="566A80"/>
                </a:solidFill>
                <a:latin typeface="Noto Sans Kr"/>
                <a:ea typeface="Noto Sans Kr"/>
                <a:cs typeface="Noto Sans Kr"/>
              </a:rPr>
              <a:t>06 / 08</a:t>
            </a:r>
          </a:p>
        </p:txBody>
      </p:sp>
      <p:sp>
        <p:nvSpPr>
          <p:cNvPr id="3" name="slide-title">
            <a:extLst xmlns:a="http://schemas.openxmlformats.org/drawingml/2006/main">
              <a:ext uri="{FF2B5EF4-FFF2-40B4-BE49-F238E27FC236}">
                <a16:creationId xmlns:a16="http://schemas.microsoft.com/office/drawing/2014/main" id="{070E791C-04B1-400A-8F64-488195CDDEC4}"/>
              </a:ext>
            </a:extLst>
          </p:cNvPr>
          <p:cNvSpPr>
            <a:spLocks xmlns:a="http://schemas.openxmlformats.org/drawingml/2006/main" noGrp="1"/>
          </p:cNvSpPr>
          <p:nvPr/>
        </p:nvSpPr>
        <p:spPr>
          <a:xfrm xmlns:a="http://schemas.openxmlformats.org/drawingml/2006/main">
            <a:off x="1143000" y="1381125"/>
            <a:ext cx="16002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5100" b="1">
                <a:solidFill>
                  <a:srgbClr val="122C46"/>
                </a:solidFill>
                <a:latin typeface="Noto Sans Bold"/>
                <a:ea typeface="Noto Sans Bold"/>
                <a:cs typeface="Noto Sans Bold"/>
              </a:defRPr>
            </a:defPPr>
            <a:lvl1pPr algn="l">
              <a:defRPr sz="5100" b="1">
                <a:solidFill>
                  <a:srgbClr val="122C46"/>
                </a:solidFill>
                <a:latin typeface="Noto Sans Bold"/>
                <a:ea typeface="Noto Sans Bold"/>
                <a:cs typeface="Noto Sans Bold"/>
              </a:defRPr>
            </a:lvl1pPr>
            <a:lvl2pPr algn="l">
              <a:defRPr sz="5100" b="1">
                <a:solidFill>
                  <a:srgbClr val="122C46"/>
                </a:solidFill>
                <a:latin typeface="Noto Sans Bold"/>
                <a:ea typeface="Noto Sans Bold"/>
                <a:cs typeface="Noto Sans Bold"/>
              </a:defRPr>
            </a:lvl2pPr>
            <a:lvl3pPr algn="l">
              <a:defRPr sz="5100" b="1">
                <a:solidFill>
                  <a:srgbClr val="122C46"/>
                </a:solidFill>
                <a:latin typeface="Noto Sans Bold"/>
                <a:ea typeface="Noto Sans Bold"/>
                <a:cs typeface="Noto Sans Bold"/>
              </a:defRPr>
            </a:lvl3pPr>
            <a:lvl4pPr algn="l">
              <a:defRPr sz="5100" b="1">
                <a:solidFill>
                  <a:srgbClr val="122C46"/>
                </a:solidFill>
                <a:latin typeface="Noto Sans Bold"/>
                <a:ea typeface="Noto Sans Bold"/>
                <a:cs typeface="Noto Sans Bold"/>
              </a:defRPr>
            </a:lvl4pPr>
            <a:lvl5pPr algn="l">
              <a:defRPr sz="5100" b="1">
                <a:solidFill>
                  <a:srgbClr val="122C46"/>
                </a:solidFill>
                <a:latin typeface="Noto Sans Bold"/>
                <a:ea typeface="Noto Sans Bold"/>
                <a:cs typeface="Noto Sans Bold"/>
              </a:defRPr>
            </a:lvl5pPr>
            <a:lvl6pPr algn="l">
              <a:defRPr sz="5100" b="1">
                <a:solidFill>
                  <a:srgbClr val="122C46"/>
                </a:solidFill>
                <a:latin typeface="Noto Sans Bold"/>
                <a:ea typeface="Noto Sans Bold"/>
                <a:cs typeface="Noto Sans Bold"/>
              </a:defRPr>
            </a:lvl6pPr>
            <a:lvl7pPr algn="l">
              <a:defRPr sz="5100" b="1">
                <a:solidFill>
                  <a:srgbClr val="122C46"/>
                </a:solidFill>
                <a:latin typeface="Noto Sans Bold"/>
                <a:ea typeface="Noto Sans Bold"/>
                <a:cs typeface="Noto Sans Bold"/>
              </a:defRPr>
            </a:lvl7pPr>
            <a:lvl8pPr algn="l">
              <a:defRPr sz="5100" b="1">
                <a:solidFill>
                  <a:srgbClr val="122C46"/>
                </a:solidFill>
                <a:latin typeface="Noto Sans Bold"/>
                <a:ea typeface="Noto Sans Bold"/>
                <a:cs typeface="Noto Sans Bold"/>
              </a:defRPr>
            </a:lvl8pPr>
            <a:lvl9pPr algn="l">
              <a:defRPr sz="5100" b="1">
                <a:solidFill>
                  <a:srgbClr val="122C46"/>
                </a:solidFill>
                <a:latin typeface="Noto Sans Bold"/>
                <a:ea typeface="Noto Sans Bold"/>
                <a:cs typeface="Noto Sans Bold"/>
              </a:defRPr>
            </a:lvl9pPr>
          </a:lstStyle>
          <a:p xmlns:a="http://schemas.openxmlformats.org/drawingml/2006/main">
            <a:pPr algn="l">
              <a:defRPr sz="5100" b="1">
                <a:solidFill>
                  <a:srgbClr val="122C46"/>
                </a:solidFill>
                <a:latin typeface="Noto Sans Bold"/>
                <a:ea typeface="Noto Sans Bold"/>
                <a:cs typeface="Noto Sans Bold"/>
              </a:defRPr>
            </a:pPr>
            <a:r>
              <a:rPr sz="5100" b="1">
                <a:solidFill>
                  <a:srgbClr val="122C46"/>
                </a:solidFill>
                <a:latin typeface="Noto Sans Bold"/>
                <a:ea typeface="Noto Sans Bold"/>
                <a:cs typeface="Noto Sans Bold"/>
              </a:rPr>
              <a:t>적용 기술과 재작성 실행 결과</a:t>
            </a:r>
          </a:p>
        </p:txBody>
      </p:sp>
      <p:sp>
        <p:nvSpPr>
          <p:cNvPr id="4" name="slide-subtitle">
            <a:extLst xmlns:a="http://schemas.openxmlformats.org/drawingml/2006/main">
              <a:ext uri="{FF2B5EF4-FFF2-40B4-BE49-F238E27FC236}">
                <a16:creationId xmlns:a16="http://schemas.microsoft.com/office/drawing/2014/main" id="{B0EC98B2-BE50-42CB-A45C-734D508B263A}"/>
              </a:ext>
            </a:extLst>
          </p:cNvPr>
          <p:cNvSpPr>
            <a:spLocks xmlns:a="http://schemas.openxmlformats.org/drawingml/2006/main" noGrp="1"/>
          </p:cNvSpPr>
          <p:nvPr/>
        </p:nvSpPr>
        <p:spPr>
          <a:xfrm xmlns:a="http://schemas.openxmlformats.org/drawingml/2006/main">
            <a:off x="1143000" y="2505075"/>
            <a:ext cx="16002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400" b="0">
                <a:solidFill>
                  <a:srgbClr val="566A80"/>
                </a:solidFill>
                <a:latin typeface="Noto Sans Kr"/>
                <a:ea typeface="Noto Sans Kr"/>
                <a:cs typeface="Noto Sans Kr"/>
              </a:defRPr>
            </a:defPPr>
            <a:lvl1pPr algn="l">
              <a:defRPr sz="2400" b="0">
                <a:solidFill>
                  <a:srgbClr val="566A80"/>
                </a:solidFill>
                <a:latin typeface="Noto Sans Kr"/>
                <a:ea typeface="Noto Sans Kr"/>
                <a:cs typeface="Noto Sans Kr"/>
              </a:defRPr>
            </a:lvl1pPr>
            <a:lvl2pPr algn="l">
              <a:defRPr sz="2400" b="0">
                <a:solidFill>
                  <a:srgbClr val="566A80"/>
                </a:solidFill>
                <a:latin typeface="Noto Sans Kr"/>
                <a:ea typeface="Noto Sans Kr"/>
                <a:cs typeface="Noto Sans Kr"/>
              </a:defRPr>
            </a:lvl2pPr>
            <a:lvl3pPr algn="l">
              <a:defRPr sz="2400" b="0">
                <a:solidFill>
                  <a:srgbClr val="566A80"/>
                </a:solidFill>
                <a:latin typeface="Noto Sans Kr"/>
                <a:ea typeface="Noto Sans Kr"/>
                <a:cs typeface="Noto Sans Kr"/>
              </a:defRPr>
            </a:lvl3pPr>
            <a:lvl4pPr algn="l">
              <a:defRPr sz="2400" b="0">
                <a:solidFill>
                  <a:srgbClr val="566A80"/>
                </a:solidFill>
                <a:latin typeface="Noto Sans Kr"/>
                <a:ea typeface="Noto Sans Kr"/>
                <a:cs typeface="Noto Sans Kr"/>
              </a:defRPr>
            </a:lvl4pPr>
            <a:lvl5pPr algn="l">
              <a:defRPr sz="2400" b="0">
                <a:solidFill>
                  <a:srgbClr val="566A80"/>
                </a:solidFill>
                <a:latin typeface="Noto Sans Kr"/>
                <a:ea typeface="Noto Sans Kr"/>
                <a:cs typeface="Noto Sans Kr"/>
              </a:defRPr>
            </a:lvl5pPr>
            <a:lvl6pPr algn="l">
              <a:defRPr sz="2400" b="0">
                <a:solidFill>
                  <a:srgbClr val="566A80"/>
                </a:solidFill>
                <a:latin typeface="Noto Sans Kr"/>
                <a:ea typeface="Noto Sans Kr"/>
                <a:cs typeface="Noto Sans Kr"/>
              </a:defRPr>
            </a:lvl6pPr>
            <a:lvl7pPr algn="l">
              <a:defRPr sz="2400" b="0">
                <a:solidFill>
                  <a:srgbClr val="566A80"/>
                </a:solidFill>
                <a:latin typeface="Noto Sans Kr"/>
                <a:ea typeface="Noto Sans Kr"/>
                <a:cs typeface="Noto Sans Kr"/>
              </a:defRPr>
            </a:lvl7pPr>
            <a:lvl8pPr algn="l">
              <a:defRPr sz="2400" b="0">
                <a:solidFill>
                  <a:srgbClr val="566A80"/>
                </a:solidFill>
                <a:latin typeface="Noto Sans Kr"/>
                <a:ea typeface="Noto Sans Kr"/>
                <a:cs typeface="Noto Sans Kr"/>
              </a:defRPr>
            </a:lvl8pPr>
            <a:lvl9pPr algn="l">
              <a:defRPr sz="2400" b="0">
                <a:solidFill>
                  <a:srgbClr val="566A80"/>
                </a:solidFill>
                <a:latin typeface="Noto Sans Kr"/>
                <a:ea typeface="Noto Sans Kr"/>
                <a:cs typeface="Noto Sans Kr"/>
              </a:defRPr>
            </a:lvl9pPr>
          </a:lstStyle>
          <a:p xmlns:a="http://schemas.openxmlformats.org/drawingml/2006/main">
            <a:pPr algn="l">
              <a:defRPr sz="2400" b="0">
                <a:solidFill>
                  <a:srgbClr val="566A80"/>
                </a:solidFill>
                <a:latin typeface="Noto Sans Kr"/>
                <a:ea typeface="Noto Sans Kr"/>
                <a:cs typeface="Noto Sans Kr"/>
              </a:defRPr>
            </a:pPr>
            <a:r>
              <a:rPr sz="2400" b="0">
                <a:solidFill>
                  <a:srgbClr val="566A80"/>
                </a:solidFill>
                <a:latin typeface="Noto Sans Kr"/>
                <a:ea typeface="Noto Sans Kr"/>
                <a:cs typeface="Noto Sans Kr"/>
              </a:rPr>
              <a:t>검색 결과와 코드 검증의 재작성 동작을 실제 실행 기록으로 확인했습니다.</a:t>
            </a:r>
          </a:p>
        </p:txBody>
      </p:sp>
      <p:sp>
        <p:nvSpPr>
          <p:cNvPr id="5" name="scope-note">
            <a:extLst xmlns:a="http://schemas.openxmlformats.org/drawingml/2006/main">
              <a:ext uri="{FF2B5EF4-FFF2-40B4-BE49-F238E27FC236}">
                <a16:creationId xmlns:a16="http://schemas.microsoft.com/office/drawing/2014/main" id="{75D3ED57-C157-42FA-9FEC-982BEE227378}"/>
              </a:ext>
            </a:extLst>
          </p:cNvPr>
          <p:cNvSpPr>
            <a:spLocks xmlns:a="http://schemas.openxmlformats.org/drawingml/2006/main" noGrp="1"/>
          </p:cNvSpPr>
          <p:nvPr/>
        </p:nvSpPr>
        <p:spPr>
          <a:xfrm xmlns:a="http://schemas.openxmlformats.org/drawingml/2006/main">
            <a:off x="1143000" y="8820150"/>
            <a:ext cx="16002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1800" b="0">
                <a:solidFill>
                  <a:srgbClr val="566A80"/>
                </a:solidFill>
                <a:latin typeface="Noto Sans Kr"/>
                <a:ea typeface="Noto Sans Kr"/>
                <a:cs typeface="Noto Sans Kr"/>
              </a:defRPr>
            </a:defPPr>
            <a:lvl1pPr algn="l">
              <a:defRPr sz="1800" b="0">
                <a:solidFill>
                  <a:srgbClr val="566A80"/>
                </a:solidFill>
                <a:latin typeface="Noto Sans Kr"/>
                <a:ea typeface="Noto Sans Kr"/>
                <a:cs typeface="Noto Sans Kr"/>
              </a:defRPr>
            </a:lvl1pPr>
            <a:lvl2pPr algn="l">
              <a:defRPr sz="1800" b="0">
                <a:solidFill>
                  <a:srgbClr val="566A80"/>
                </a:solidFill>
                <a:latin typeface="Noto Sans Kr"/>
                <a:ea typeface="Noto Sans Kr"/>
                <a:cs typeface="Noto Sans Kr"/>
              </a:defRPr>
            </a:lvl2pPr>
            <a:lvl3pPr algn="l">
              <a:defRPr sz="1800" b="0">
                <a:solidFill>
                  <a:srgbClr val="566A80"/>
                </a:solidFill>
                <a:latin typeface="Noto Sans Kr"/>
                <a:ea typeface="Noto Sans Kr"/>
                <a:cs typeface="Noto Sans Kr"/>
              </a:defRPr>
            </a:lvl3pPr>
            <a:lvl4pPr algn="l">
              <a:defRPr sz="1800" b="0">
                <a:solidFill>
                  <a:srgbClr val="566A80"/>
                </a:solidFill>
                <a:latin typeface="Noto Sans Kr"/>
                <a:ea typeface="Noto Sans Kr"/>
                <a:cs typeface="Noto Sans Kr"/>
              </a:defRPr>
            </a:lvl4pPr>
            <a:lvl5pPr algn="l">
              <a:defRPr sz="1800" b="0">
                <a:solidFill>
                  <a:srgbClr val="566A80"/>
                </a:solidFill>
                <a:latin typeface="Noto Sans Kr"/>
                <a:ea typeface="Noto Sans Kr"/>
                <a:cs typeface="Noto Sans Kr"/>
              </a:defRPr>
            </a:lvl5pPr>
            <a:lvl6pPr algn="l">
              <a:defRPr sz="1800" b="0">
                <a:solidFill>
                  <a:srgbClr val="566A80"/>
                </a:solidFill>
                <a:latin typeface="Noto Sans Kr"/>
                <a:ea typeface="Noto Sans Kr"/>
                <a:cs typeface="Noto Sans Kr"/>
              </a:defRPr>
            </a:lvl6pPr>
            <a:lvl7pPr algn="l">
              <a:defRPr sz="1800" b="0">
                <a:solidFill>
                  <a:srgbClr val="566A80"/>
                </a:solidFill>
                <a:latin typeface="Noto Sans Kr"/>
                <a:ea typeface="Noto Sans Kr"/>
                <a:cs typeface="Noto Sans Kr"/>
              </a:defRPr>
            </a:lvl7pPr>
            <a:lvl8pPr algn="l">
              <a:defRPr sz="1800" b="0">
                <a:solidFill>
                  <a:srgbClr val="566A80"/>
                </a:solidFill>
                <a:latin typeface="Noto Sans Kr"/>
                <a:ea typeface="Noto Sans Kr"/>
                <a:cs typeface="Noto Sans Kr"/>
              </a:defRPr>
            </a:lvl8pPr>
            <a:lvl9pPr algn="l">
              <a:defRPr sz="1800" b="0">
                <a:solidFill>
                  <a:srgbClr val="566A80"/>
                </a:solidFill>
                <a:latin typeface="Noto Sans Kr"/>
                <a:ea typeface="Noto Sans Kr"/>
                <a:cs typeface="Noto Sans Kr"/>
              </a:defRPr>
            </a:lvl9pPr>
          </a:lstStyle>
          <a:p xmlns:a="http://schemas.openxmlformats.org/drawingml/2006/main">
            <a:pPr algn="l">
              <a:defRPr sz="1800" b="0">
                <a:solidFill>
                  <a:srgbClr val="566A80"/>
                </a:solidFill>
                <a:latin typeface="Noto Sans Kr"/>
                <a:ea typeface="Noto Sans Kr"/>
                <a:cs typeface="Noto Sans Kr"/>
              </a:defRPr>
            </a:pPr>
            <a:r>
              <a:rPr sz="1800" b="0">
                <a:solidFill>
                  <a:srgbClr val="566A80"/>
                </a:solidFill>
                <a:latin typeface="Noto Sans Kr"/>
                <a:ea typeface="Noto Sans Kr"/>
                <a:cs typeface="Noto Sans Kr"/>
              </a:rPr>
              <a:t>2026-10-21 batch 보존 실행 / 총 2회 작성·코드 검증 통과 / Judge는 별도 품질 평가</a:t>
            </a:r>
          </a:p>
        </p:txBody>
      </p:sp>
      <p:cxnSp>
        <p:nvCxnSpPr>
          <p:cNvPr id="6" name="footer-rule">
            <a:extLst xmlns:a="http://schemas.openxmlformats.org/drawingml/2006/main">
              <a:ext uri="{FF2B5EF4-FFF2-40B4-BE49-F238E27FC236}">
                <a16:creationId xmlns:a16="http://schemas.microsoft.com/office/drawing/2014/main" id="{64E28199-9704-4F88-9E9A-A31357F9BE83}"/>
              </a:ext>
            </a:extLst>
          </p:cNvPr>
          <p:cNvCxnSpPr/>
          <p:nvPr/>
        </p:nvCxnSpPr>
        <p:spPr>
          <a:xfrm xmlns:a="http://schemas.openxmlformats.org/drawingml/2006/main">
            <a:off x="1143000" y="9353550"/>
            <a:ext cx="16002000" cy="0"/>
          </a:xfrm>
          <a:prstGeom xmlns:a="http://schemas.openxmlformats.org/drawingml/2006/main" prst="straightConnector1">
            <a:avLst/>
          </a:prstGeom>
          <a:ln xmlns:a="http://schemas.openxmlformats.org/drawingml/2006/main" w="28575">
            <a:solidFill>
              <a:srgbClr val="DDE5EE"/>
            </a:solidFill>
          </a:ln>
        </p:spPr>
      </p:cxnSp>
      <p:sp>
        <p:nvSpPr>
          <p:cNvPr id="7" name="footer">
            <a:extLst xmlns:a="http://schemas.openxmlformats.org/drawingml/2006/main">
              <a:ext uri="{FF2B5EF4-FFF2-40B4-BE49-F238E27FC236}">
                <a16:creationId xmlns:a16="http://schemas.microsoft.com/office/drawing/2014/main" id="{044AC4CB-699B-4F4B-A41C-C2083CB126AE}"/>
              </a:ext>
            </a:extLst>
          </p:cNvPr>
          <p:cNvSpPr>
            <a:spLocks xmlns:a="http://schemas.openxmlformats.org/drawingml/2006/main" noGrp="1"/>
          </p:cNvSpPr>
          <p:nvPr/>
        </p:nvSpPr>
        <p:spPr>
          <a:xfrm xmlns:a="http://schemas.openxmlformats.org/drawingml/2006/main">
            <a:off x="1143000" y="9553575"/>
            <a:ext cx="12382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1650" b="0">
                <a:solidFill>
                  <a:srgbClr val="566A80"/>
                </a:solidFill>
                <a:latin typeface="Noto Sans Kr"/>
                <a:ea typeface="Noto Sans Kr"/>
                <a:cs typeface="Noto Sans Kr"/>
              </a:defRPr>
            </a:defPPr>
            <a:lvl1pPr algn="l">
              <a:defRPr sz="1650" b="0">
                <a:solidFill>
                  <a:srgbClr val="566A80"/>
                </a:solidFill>
                <a:latin typeface="Noto Sans Kr"/>
                <a:ea typeface="Noto Sans Kr"/>
                <a:cs typeface="Noto Sans Kr"/>
              </a:defRPr>
            </a:lvl1pPr>
            <a:lvl2pPr algn="l">
              <a:defRPr sz="1650" b="0">
                <a:solidFill>
                  <a:srgbClr val="566A80"/>
                </a:solidFill>
                <a:latin typeface="Noto Sans Kr"/>
                <a:ea typeface="Noto Sans Kr"/>
                <a:cs typeface="Noto Sans Kr"/>
              </a:defRPr>
            </a:lvl2pPr>
            <a:lvl3pPr algn="l">
              <a:defRPr sz="1650" b="0">
                <a:solidFill>
                  <a:srgbClr val="566A80"/>
                </a:solidFill>
                <a:latin typeface="Noto Sans Kr"/>
                <a:ea typeface="Noto Sans Kr"/>
                <a:cs typeface="Noto Sans Kr"/>
              </a:defRPr>
            </a:lvl3pPr>
            <a:lvl4pPr algn="l">
              <a:defRPr sz="1650" b="0">
                <a:solidFill>
                  <a:srgbClr val="566A80"/>
                </a:solidFill>
                <a:latin typeface="Noto Sans Kr"/>
                <a:ea typeface="Noto Sans Kr"/>
                <a:cs typeface="Noto Sans Kr"/>
              </a:defRPr>
            </a:lvl4pPr>
            <a:lvl5pPr algn="l">
              <a:defRPr sz="1650" b="0">
                <a:solidFill>
                  <a:srgbClr val="566A80"/>
                </a:solidFill>
                <a:latin typeface="Noto Sans Kr"/>
                <a:ea typeface="Noto Sans Kr"/>
                <a:cs typeface="Noto Sans Kr"/>
              </a:defRPr>
            </a:lvl5pPr>
            <a:lvl6pPr algn="l">
              <a:defRPr sz="1650" b="0">
                <a:solidFill>
                  <a:srgbClr val="566A80"/>
                </a:solidFill>
                <a:latin typeface="Noto Sans Kr"/>
                <a:ea typeface="Noto Sans Kr"/>
                <a:cs typeface="Noto Sans Kr"/>
              </a:defRPr>
            </a:lvl6pPr>
            <a:lvl7pPr algn="l">
              <a:defRPr sz="1650" b="0">
                <a:solidFill>
                  <a:srgbClr val="566A80"/>
                </a:solidFill>
                <a:latin typeface="Noto Sans Kr"/>
                <a:ea typeface="Noto Sans Kr"/>
                <a:cs typeface="Noto Sans Kr"/>
              </a:defRPr>
            </a:lvl7pPr>
            <a:lvl8pPr algn="l">
              <a:defRPr sz="1650" b="0">
                <a:solidFill>
                  <a:srgbClr val="566A80"/>
                </a:solidFill>
                <a:latin typeface="Noto Sans Kr"/>
                <a:ea typeface="Noto Sans Kr"/>
                <a:cs typeface="Noto Sans Kr"/>
              </a:defRPr>
            </a:lvl8pPr>
            <a:lvl9pPr algn="l">
              <a:defRPr sz="1650" b="0">
                <a:solidFill>
                  <a:srgbClr val="566A80"/>
                </a:solidFill>
                <a:latin typeface="Noto Sans Kr"/>
                <a:ea typeface="Noto Sans Kr"/>
                <a:cs typeface="Noto Sans Kr"/>
              </a:defRPr>
            </a:lvl9pPr>
          </a:lstStyle>
          <a:p xmlns:a="http://schemas.openxmlformats.org/drawingml/2006/main">
            <a:pPr algn="l">
              <a:defRPr sz="1650" b="0">
                <a:solidFill>
                  <a:srgbClr val="566A80"/>
                </a:solidFill>
                <a:latin typeface="Noto Sans Kr"/>
                <a:ea typeface="Noto Sans Kr"/>
                <a:cs typeface="Noto Sans Kr"/>
              </a:defRPr>
            </a:pPr>
            <a:r>
              <a:rPr sz="1650" b="0">
                <a:solidFill>
                  <a:srgbClr val="566A80"/>
                </a:solidFill>
                <a:latin typeface="Noto Sans Kr"/>
                <a:ea typeface="Noto Sans Kr"/>
                <a:cs typeface="Noto Sans Kr"/>
              </a:rPr>
              <a:t>SKALA 광주 2반   G066 정준용</a:t>
            </a:r>
          </a:p>
        </p:txBody>
      </p:sp>
      <p:graphicFrame>
        <p:nvGraphicFramePr>
          <p:cNvPr id="8" name="">
            <a:extLst xmlns:a="http://schemas.openxmlformats.org/drawingml/2006/main">
              <a:ext uri="{FF2B5EF4-FFF2-40B4-BE49-F238E27FC236}">
                <a16:creationId xmlns:a16="http://schemas.microsoft.com/office/drawing/2014/main" id="{3AD19F0A-052A-424B-A54B-C0ED19761750}"/>
              </a:ext>
            </a:extLst>
          </p:cNvPr>
          <p:cNvGraphicFramePr/>
          <p:nvPr/>
        </p:nvGraphicFramePr>
        <p:xfrm>
          <a:off xmlns:a="http://schemas.openxmlformats.org/drawingml/2006/main" x="1143000" y="3333750"/>
          <a:ext xmlns:a="http://schemas.openxmlformats.org/drawingml/2006/main" cx="7239000" cy="4724400"/>
        </p:xfrm>
        <a:graphic xmlns:a="http://schemas.openxmlformats.org/drawingml/2006/main">
          <a:graphicData uri="http://schemas.openxmlformats.org/drawingml/2006/table">
            <a:tbl>
              <a:tblPr firstRow="0" bandRow="0"/>
              <a:tblGrid>
                <a:gridCol w="1952625"/>
                <a:gridCol w="5286375"/>
              </a:tblGrid>
              <a:tr h="533400">
                <a:tc>
                  <a:txBody>
                    <a:bodyPr/>
                    <a:lstStyle/>
                    <a:p>
                      <a:r>
                        <a:rPr sz="1950" b="1">
                          <a:solidFill>
                            <a:srgbClr val="FFFFFF"/>
                          </a:solidFill>
                          <a:latin typeface="Noto Sans Bold"/>
                          <a:ea typeface="Noto Sans Bold"/>
                          <a:cs typeface="Noto Sans Bold"/>
                        </a:rPr>
                        <a:t>기술</a:t>
                      </a:r>
                    </a:p>
                  </a:txBody>
                  <a:tcPr marL="266700" marR="228600" marT="114300" marB="114300" anchor="ctr">
                    <a:lnL w="9525">
                      <a:solidFill>
                        <a:srgbClr val="DDE5EE"/>
                      </a:solidFill>
                      <a:prstDash val="solid"/>
                    </a:lnL>
                    <a:lnR w="9525">
                      <a:solidFill>
                        <a:srgbClr val="DDE5EE"/>
                      </a:solidFill>
                      <a:prstDash val="solid"/>
                    </a:lnR>
                    <a:lnT w="9525">
                      <a:solidFill>
                        <a:srgbClr val="DDE5EE"/>
                      </a:solidFill>
                      <a:prstDash val="solid"/>
                    </a:lnT>
                    <a:lnB w="9525">
                      <a:solidFill>
                        <a:srgbClr val="DDE5EE"/>
                      </a:solidFill>
                      <a:prstDash val="solid"/>
                    </a:lnB>
                    <a:solidFill>
                      <a:srgbClr val="112840"/>
                    </a:solidFill>
                  </a:tcPr>
                </a:tc>
                <a:tc>
                  <a:txBody>
                    <a:bodyPr/>
                    <a:lstStyle/>
                    <a:p>
                      <a:r>
                        <a:rPr sz="1950" b="1">
                          <a:solidFill>
                            <a:srgbClr val="FFFFFF"/>
                          </a:solidFill>
                          <a:latin typeface="Noto Sans Bold"/>
                          <a:ea typeface="Noto Sans Bold"/>
                          <a:cs typeface="Noto Sans Bold"/>
                        </a:rPr>
                        <a:t>역할·실행 결과</a:t>
                      </a:r>
                    </a:p>
                  </a:txBody>
                  <a:tcPr marL="266700" marR="228600" marT="114300" marB="114300" anchor="ctr">
                    <a:lnR w="9525">
                      <a:solidFill>
                        <a:srgbClr val="DDE5EE"/>
                      </a:solidFill>
                      <a:prstDash val="solid"/>
                    </a:lnR>
                    <a:lnT w="9525">
                      <a:solidFill>
                        <a:srgbClr val="DDE5EE"/>
                      </a:solidFill>
                      <a:prstDash val="solid"/>
                    </a:lnT>
                    <a:lnB w="9525">
                      <a:solidFill>
                        <a:srgbClr val="DDE5EE"/>
                      </a:solidFill>
                      <a:prstDash val="solid"/>
                    </a:lnB>
                    <a:solidFill>
                      <a:srgbClr val="112840"/>
                    </a:solidFill>
                  </a:tcPr>
                </a:tc>
              </a:tr>
              <a:tr h="914400">
                <a:tc>
                  <a:txBody>
                    <a:bodyPr/>
                    <a:lstStyle/>
                    <a:p>
                      <a:r>
                        <a:rPr sz="2100">
                          <a:solidFill>
                            <a:srgbClr val="122C46"/>
                          </a:solidFill>
                          <a:latin typeface="Noto Sans Kr"/>
                          <a:ea typeface="Noto Sans Kr"/>
                          <a:cs typeface="Noto Sans Kr"/>
                        </a:rPr>
                        <a:t>LangGraph</a:t>
                      </a:r>
                    </a:p>
                  </a:txBody>
                  <a:tcPr marL="266700" marR="228600" marT="114300" marB="114300" anchor="ctr">
                    <a:lnL w="9525">
                      <a:solidFill>
                        <a:srgbClr val="DDE5EE"/>
                      </a:solidFill>
                      <a:prstDash val="solid"/>
                    </a:lnL>
                    <a:lnR w="9525">
                      <a:solidFill>
                        <a:srgbClr val="DDE5EE"/>
                      </a:solidFill>
                      <a:prstDash val="solid"/>
                    </a:lnR>
                    <a:lnB w="9525">
                      <a:solidFill>
                        <a:srgbClr val="DDE5EE"/>
                      </a:solidFill>
                      <a:prstDash val="solid"/>
                    </a:lnB>
                    <a:solidFill>
                      <a:srgbClr val="FFFFFF"/>
                    </a:solidFill>
                  </a:tcPr>
                </a:tc>
                <a:tc>
                  <a:txBody>
                    <a:bodyPr/>
                    <a:lstStyle/>
                    <a:p>
                      <a:r>
                        <a:rPr sz="2100">
                          <a:solidFill>
                            <a:srgbClr val="122C46"/>
                          </a:solidFill>
                          <a:latin typeface="Noto Sans Kr"/>
                          <a:ea typeface="Noto Sans Kr"/>
                          <a:cs typeface="Noto Sans Kr"/>
                        </a:rPr>
                        <a:t>전문 조회 병렬 실행</a:t>
                      </a:r>
                    </a:p>
                    <a:p>
                      <a:r>
                        <a:rPr sz="2100">
                          <a:solidFill>
                            <a:srgbClr val="122C46"/>
                          </a:solidFill>
                          <a:latin typeface="Noto Sans Kr"/>
                          <a:ea typeface="Noto Sans Kr"/>
                          <a:cs typeface="Noto Sans Kr"/>
                        </a:rPr>
                        <a:t>조건부 조사 조정</a:t>
                      </a:r>
                    </a:p>
                  </a:txBody>
                  <a:tcPr marL="266700" marR="228600" marT="114300" marB="114300" anchor="ctr">
                    <a:lnR w="9525">
                      <a:solidFill>
                        <a:srgbClr val="DDE5EE"/>
                      </a:solidFill>
                      <a:prstDash val="solid"/>
                    </a:lnR>
                    <a:lnB w="9525">
                      <a:solidFill>
                        <a:srgbClr val="DDE5EE"/>
                      </a:solidFill>
                      <a:prstDash val="solid"/>
                    </a:lnB>
                    <a:solidFill>
                      <a:srgbClr val="FFFFFF"/>
                    </a:solidFill>
                  </a:tcPr>
                </a:tc>
              </a:tr>
              <a:tr h="704850">
                <a:tc>
                  <a:txBody>
                    <a:bodyPr/>
                    <a:lstStyle/>
                    <a:p>
                      <a:r>
                        <a:rPr sz="2100">
                          <a:solidFill>
                            <a:srgbClr val="122C46"/>
                          </a:solidFill>
                          <a:latin typeface="Noto Sans Kr"/>
                          <a:ea typeface="Noto Sans Kr"/>
                          <a:cs typeface="Noto Sans Kr"/>
                        </a:rPr>
                        <a:t>MCP</a:t>
                      </a:r>
                    </a:p>
                  </a:txBody>
                  <a:tcPr marL="266700" marR="228600" marT="114300" marB="114300" anchor="ctr">
                    <a:lnL w="9525">
                      <a:solidFill>
                        <a:srgbClr val="DDE5EE"/>
                      </a:solidFill>
                      <a:prstDash val="solid"/>
                    </a:lnL>
                    <a:lnR w="9525">
                      <a:solidFill>
                        <a:srgbClr val="DDE5EE"/>
                      </a:solidFill>
                      <a:prstDash val="solid"/>
                    </a:lnR>
                    <a:lnB w="9525">
                      <a:solidFill>
                        <a:srgbClr val="DDE5EE"/>
                      </a:solidFill>
                      <a:prstDash val="solid"/>
                    </a:lnB>
                    <a:solidFill>
                      <a:srgbClr val="FFFFFF"/>
                    </a:solidFill>
                  </a:tcPr>
                </a:tc>
                <a:tc>
                  <a:txBody>
                    <a:bodyPr/>
                    <a:lstStyle/>
                    <a:p>
                      <a:r>
                        <a:rPr sz="2100">
                          <a:solidFill>
                            <a:srgbClr val="122C46"/>
                          </a:solidFill>
                          <a:latin typeface="Noto Sans Kr"/>
                          <a:ea typeface="Noto Sans Kr"/>
                          <a:cs typeface="Noto Sans Kr"/>
                        </a:rPr>
                        <a:t>Tool · Resource · Prompt</a:t>
                      </a:r>
                    </a:p>
                  </a:txBody>
                  <a:tcPr marL="266700" marR="228600" marT="114300" marB="114300" anchor="ctr">
                    <a:lnR w="9525">
                      <a:solidFill>
                        <a:srgbClr val="DDE5EE"/>
                      </a:solidFill>
                      <a:prstDash val="solid"/>
                    </a:lnR>
                    <a:lnB w="9525">
                      <a:solidFill>
                        <a:srgbClr val="DDE5EE"/>
                      </a:solidFill>
                      <a:prstDash val="solid"/>
                    </a:lnB>
                    <a:solidFill>
                      <a:srgbClr val="FFFFFF"/>
                    </a:solidFill>
                  </a:tcPr>
                </a:tc>
              </a:tr>
              <a:tr h="1047750">
                <a:tc>
                  <a:txBody>
                    <a:bodyPr/>
                    <a:lstStyle/>
                    <a:p>
                      <a:r>
                        <a:rPr sz="2100">
                          <a:solidFill>
                            <a:srgbClr val="122C46"/>
                          </a:solidFill>
                          <a:latin typeface="Noto Sans Kr"/>
                          <a:ea typeface="Noto Sans Kr"/>
                          <a:cs typeface="Noto Sans Kr"/>
                        </a:rPr>
                        <a:t>RAG</a:t>
                      </a:r>
                    </a:p>
                  </a:txBody>
                  <a:tcPr marL="266700" marR="228600" marT="114300" marB="114300" anchor="ctr">
                    <a:lnL w="9525">
                      <a:solidFill>
                        <a:srgbClr val="DDE5EE"/>
                      </a:solidFill>
                      <a:prstDash val="solid"/>
                    </a:lnL>
                    <a:lnR w="9525">
                      <a:solidFill>
                        <a:srgbClr val="DDE5EE"/>
                      </a:solidFill>
                      <a:prstDash val="solid"/>
                    </a:lnR>
                    <a:lnB w="9525">
                      <a:solidFill>
                        <a:srgbClr val="DDE5EE"/>
                      </a:solidFill>
                      <a:prstDash val="solid"/>
                    </a:lnB>
                    <a:solidFill>
                      <a:srgbClr val="FFFFFF"/>
                    </a:solidFill>
                  </a:tcPr>
                </a:tc>
                <a:tc>
                  <a:txBody>
                    <a:bodyPr/>
                    <a:lstStyle/>
                    <a:p>
                      <a:r>
                        <a:rPr sz="2100">
                          <a:solidFill>
                            <a:srgbClr val="122C46"/>
                          </a:solidFill>
                          <a:latin typeface="Noto Sans Kr"/>
                          <a:ea typeface="Noto Sans Kr"/>
                          <a:cs typeface="Noto Sans Kr"/>
                        </a:rPr>
                        <a:t>CPU 급증 대응 절차 등</a:t>
                      </a:r>
                    </a:p>
                    <a:p>
                      <a:r>
                        <a:rPr sz="2100">
                          <a:solidFill>
                            <a:srgbClr val="122C46"/>
                          </a:solidFill>
                          <a:latin typeface="Noto Sans Kr"/>
                          <a:ea typeface="Noto Sans Kr"/>
                          <a:cs typeface="Noto Sans Kr"/>
                        </a:rPr>
                        <a:t>관련 런북 3종 검색</a:t>
                      </a:r>
                    </a:p>
                  </a:txBody>
                  <a:tcPr marL="266700" marR="228600" marT="114300" marB="114300" anchor="ctr">
                    <a:lnR w="9525">
                      <a:solidFill>
                        <a:srgbClr val="DDE5EE"/>
                      </a:solidFill>
                      <a:prstDash val="solid"/>
                    </a:lnR>
                    <a:lnB w="9525">
                      <a:solidFill>
                        <a:srgbClr val="DDE5EE"/>
                      </a:solidFill>
                      <a:prstDash val="solid"/>
                    </a:lnB>
                    <a:solidFill>
                      <a:srgbClr val="FFFFFF"/>
                    </a:solidFill>
                  </a:tcPr>
                </a:tc>
              </a:tr>
              <a:tr h="704850">
                <a:tc>
                  <a:txBody>
                    <a:bodyPr/>
                    <a:lstStyle/>
                    <a:p>
                      <a:r>
                        <a:rPr sz="2100">
                          <a:solidFill>
                            <a:srgbClr val="122C46"/>
                          </a:solidFill>
                          <a:latin typeface="Noto Sans Kr"/>
                          <a:ea typeface="Noto Sans Kr"/>
                          <a:cs typeface="Noto Sans Kr"/>
                        </a:rPr>
                        <a:t>LCEL</a:t>
                      </a:r>
                    </a:p>
                  </a:txBody>
                  <a:tcPr marL="266700" marR="228600" marT="114300" marB="114300" anchor="ctr">
                    <a:lnL w="9525">
                      <a:solidFill>
                        <a:srgbClr val="DDE5EE"/>
                      </a:solidFill>
                      <a:prstDash val="solid"/>
                    </a:lnL>
                    <a:lnR w="9525">
                      <a:solidFill>
                        <a:srgbClr val="DDE5EE"/>
                      </a:solidFill>
                      <a:prstDash val="solid"/>
                    </a:lnR>
                    <a:lnB w="9525">
                      <a:solidFill>
                        <a:srgbClr val="DDE5EE"/>
                      </a:solidFill>
                      <a:prstDash val="solid"/>
                    </a:lnB>
                    <a:solidFill>
                      <a:srgbClr val="FFFFFF"/>
                    </a:solidFill>
                  </a:tcPr>
                </a:tc>
                <a:tc>
                  <a:txBody>
                    <a:bodyPr/>
                    <a:lstStyle/>
                    <a:p>
                      <a:r>
                        <a:rPr sz="2100">
                          <a:solidFill>
                            <a:srgbClr val="122C46"/>
                          </a:solidFill>
                          <a:latin typeface="Noto Sans Kr"/>
                          <a:ea typeface="Noto Sans Kr"/>
                          <a:cs typeface="Noto Sans Kr"/>
                        </a:rPr>
                        <a:t>보고서 후보 작성·파싱</a:t>
                      </a:r>
                    </a:p>
                  </a:txBody>
                  <a:tcPr marL="266700" marR="228600" marT="114300" marB="114300" anchor="ctr">
                    <a:lnR w="9525">
                      <a:solidFill>
                        <a:srgbClr val="DDE5EE"/>
                      </a:solidFill>
                      <a:prstDash val="solid"/>
                    </a:lnR>
                    <a:lnB w="9525">
                      <a:solidFill>
                        <a:srgbClr val="DDE5EE"/>
                      </a:solidFill>
                      <a:prstDash val="solid"/>
                    </a:lnB>
                    <a:solidFill>
                      <a:srgbClr val="FFFFFF"/>
                    </a:solidFill>
                  </a:tcPr>
                </a:tc>
              </a:tr>
              <a:tr h="819150">
                <a:tc>
                  <a:txBody>
                    <a:bodyPr/>
                    <a:lstStyle/>
                    <a:p>
                      <a:r>
                        <a:rPr sz="2100">
                          <a:solidFill>
                            <a:srgbClr val="122C46"/>
                          </a:solidFill>
                          <a:latin typeface="Noto Sans Kr"/>
                          <a:ea typeface="Noto Sans Kr"/>
                          <a:cs typeface="Noto Sans Kr"/>
                        </a:rPr>
                        <a:t>평가·추적</a:t>
                      </a:r>
                    </a:p>
                  </a:txBody>
                  <a:tcPr marL="266700" marR="228600" marT="114300" marB="114300" anchor="ctr">
                    <a:lnL w="9525">
                      <a:solidFill>
                        <a:srgbClr val="DDE5EE"/>
                      </a:solidFill>
                      <a:prstDash val="solid"/>
                    </a:lnL>
                    <a:lnR w="9525">
                      <a:solidFill>
                        <a:srgbClr val="DDE5EE"/>
                      </a:solidFill>
                      <a:prstDash val="solid"/>
                    </a:lnR>
                    <a:lnB w="9525">
                      <a:solidFill>
                        <a:srgbClr val="DDE5EE"/>
                      </a:solidFill>
                      <a:prstDash val="solid"/>
                    </a:lnB>
                    <a:solidFill>
                      <a:srgbClr val="FFFFFF"/>
                    </a:solidFill>
                  </a:tcPr>
                </a:tc>
                <a:tc>
                  <a:txBody>
                    <a:bodyPr/>
                    <a:lstStyle/>
                    <a:p>
                      <a:r>
                        <a:rPr sz="2100">
                          <a:solidFill>
                            <a:srgbClr val="122C46"/>
                          </a:solidFill>
                          <a:latin typeface="Noto Sans Kr"/>
                          <a:ea typeface="Noto Sans Kr"/>
                          <a:cs typeface="Noto Sans Kr"/>
                        </a:rPr>
                        <a:t>Judge · LangSmith</a:t>
                      </a:r>
                    </a:p>
                  </a:txBody>
                  <a:tcPr marL="266700" marR="228600" marT="114300" marB="114300" anchor="ctr">
                    <a:lnR w="9525">
                      <a:solidFill>
                        <a:srgbClr val="DDE5EE"/>
                      </a:solidFill>
                      <a:prstDash val="solid"/>
                    </a:lnR>
                    <a:lnB w="9525">
                      <a:solidFill>
                        <a:srgbClr val="DDE5EE"/>
                      </a:solidFill>
                      <a:prstDash val="solid"/>
                    </a:lnB>
                    <a:solidFill>
                      <a:srgbClr val="FFFFFF"/>
                    </a:solidFill>
                  </a:tcPr>
                </a:tc>
              </a:tr>
            </a:tbl>
          </a:graphicData>
        </a:graphic>
      </p:graphicFrame>
      <p:sp>
        <p:nvSpPr>
          <p:cNvPr id="9" name="technical-quality">
            <a:extLst xmlns:a="http://schemas.openxmlformats.org/drawingml/2006/main">
              <a:ext uri="{FF2B5EF4-FFF2-40B4-BE49-F238E27FC236}">
                <a16:creationId xmlns:a16="http://schemas.microsoft.com/office/drawing/2014/main" id="{233A2D13-2563-433B-A267-034CA4FF9420}"/>
              </a:ext>
            </a:extLst>
          </p:cNvPr>
          <p:cNvSpPr>
            <a:spLocks xmlns:a="http://schemas.openxmlformats.org/drawingml/2006/main" noGrp="1"/>
          </p:cNvSpPr>
          <p:nvPr/>
        </p:nvSpPr>
        <p:spPr>
          <a:xfrm xmlns:a="http://schemas.openxmlformats.org/drawingml/2006/main">
            <a:off x="1143000" y="8286750"/>
            <a:ext cx="7429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1950" b="0">
                <a:solidFill>
                  <a:srgbClr val="566A80"/>
                </a:solidFill>
                <a:latin typeface="Noto Sans Kr"/>
                <a:ea typeface="Noto Sans Kr"/>
                <a:cs typeface="Noto Sans Kr"/>
              </a:defRPr>
            </a:defPPr>
            <a:lvl1pPr algn="l">
              <a:defRPr sz="1950" b="0">
                <a:solidFill>
                  <a:srgbClr val="566A80"/>
                </a:solidFill>
                <a:latin typeface="Noto Sans Kr"/>
                <a:ea typeface="Noto Sans Kr"/>
                <a:cs typeface="Noto Sans Kr"/>
              </a:defRPr>
            </a:lvl1pPr>
            <a:lvl2pPr algn="l">
              <a:defRPr sz="1950" b="0">
                <a:solidFill>
                  <a:srgbClr val="566A80"/>
                </a:solidFill>
                <a:latin typeface="Noto Sans Kr"/>
                <a:ea typeface="Noto Sans Kr"/>
                <a:cs typeface="Noto Sans Kr"/>
              </a:defRPr>
            </a:lvl2pPr>
            <a:lvl3pPr algn="l">
              <a:defRPr sz="1950" b="0">
                <a:solidFill>
                  <a:srgbClr val="566A80"/>
                </a:solidFill>
                <a:latin typeface="Noto Sans Kr"/>
                <a:ea typeface="Noto Sans Kr"/>
                <a:cs typeface="Noto Sans Kr"/>
              </a:defRPr>
            </a:lvl3pPr>
            <a:lvl4pPr algn="l">
              <a:defRPr sz="1950" b="0">
                <a:solidFill>
                  <a:srgbClr val="566A80"/>
                </a:solidFill>
                <a:latin typeface="Noto Sans Kr"/>
                <a:ea typeface="Noto Sans Kr"/>
                <a:cs typeface="Noto Sans Kr"/>
              </a:defRPr>
            </a:lvl4pPr>
            <a:lvl5pPr algn="l">
              <a:defRPr sz="1950" b="0">
                <a:solidFill>
                  <a:srgbClr val="566A80"/>
                </a:solidFill>
                <a:latin typeface="Noto Sans Kr"/>
                <a:ea typeface="Noto Sans Kr"/>
                <a:cs typeface="Noto Sans Kr"/>
              </a:defRPr>
            </a:lvl5pPr>
            <a:lvl6pPr algn="l">
              <a:defRPr sz="1950" b="0">
                <a:solidFill>
                  <a:srgbClr val="566A80"/>
                </a:solidFill>
                <a:latin typeface="Noto Sans Kr"/>
                <a:ea typeface="Noto Sans Kr"/>
                <a:cs typeface="Noto Sans Kr"/>
              </a:defRPr>
            </a:lvl6pPr>
            <a:lvl7pPr algn="l">
              <a:defRPr sz="1950" b="0">
                <a:solidFill>
                  <a:srgbClr val="566A80"/>
                </a:solidFill>
                <a:latin typeface="Noto Sans Kr"/>
                <a:ea typeface="Noto Sans Kr"/>
                <a:cs typeface="Noto Sans Kr"/>
              </a:defRPr>
            </a:lvl7pPr>
            <a:lvl8pPr algn="l">
              <a:defRPr sz="1950" b="0">
                <a:solidFill>
                  <a:srgbClr val="566A80"/>
                </a:solidFill>
                <a:latin typeface="Noto Sans Kr"/>
                <a:ea typeface="Noto Sans Kr"/>
                <a:cs typeface="Noto Sans Kr"/>
              </a:defRPr>
            </a:lvl8pPr>
            <a:lvl9pPr algn="l">
              <a:defRPr sz="1950" b="0">
                <a:solidFill>
                  <a:srgbClr val="566A80"/>
                </a:solidFill>
                <a:latin typeface="Noto Sans Kr"/>
                <a:ea typeface="Noto Sans Kr"/>
                <a:cs typeface="Noto Sans Kr"/>
              </a:defRPr>
            </a:lvl9pPr>
          </a:lstStyle>
          <a:p xmlns:a="http://schemas.openxmlformats.org/drawingml/2006/main">
            <a:pPr algn="l">
              <a:defRPr sz="1950" b="0">
                <a:solidFill>
                  <a:srgbClr val="566A80"/>
                </a:solidFill>
                <a:latin typeface="Noto Sans Kr"/>
                <a:ea typeface="Noto Sans Kr"/>
                <a:cs typeface="Noto Sans Kr"/>
              </a:defRPr>
            </a:pPr>
            <a:r>
              <a:rPr sz="1950" b="0">
                <a:solidFill>
                  <a:srgbClr val="566A80"/>
                </a:solidFill>
                <a:latin typeface="Noto Sans Kr"/>
                <a:ea typeface="Noto Sans Kr"/>
                <a:cs typeface="Noto Sans Kr"/>
              </a:rPr>
              <a:t>모듈화·의존성 주입·단위/API 테스트</a:t>
            </a:r>
          </a:p>
        </p:txBody>
      </p:sp>
      <p:sp>
        <p:nvSpPr>
          <p:cNvPr id="10" name="validation-example-title">
            <a:extLst xmlns:a="http://schemas.openxmlformats.org/drawingml/2006/main">
              <a:ext uri="{FF2B5EF4-FFF2-40B4-BE49-F238E27FC236}">
                <a16:creationId xmlns:a16="http://schemas.microsoft.com/office/drawing/2014/main" id="{4F29B1C2-08A8-4502-91E2-43636D53B131}"/>
              </a:ext>
            </a:extLst>
          </p:cNvPr>
          <p:cNvSpPr>
            <a:spLocks xmlns:a="http://schemas.openxmlformats.org/drawingml/2006/main" noGrp="1"/>
          </p:cNvSpPr>
          <p:nvPr/>
        </p:nvSpPr>
        <p:spPr>
          <a:xfrm xmlns:a="http://schemas.openxmlformats.org/drawingml/2006/main">
            <a:off x="9144000" y="3333750"/>
            <a:ext cx="80010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550" b="1">
                <a:solidFill>
                  <a:srgbClr val="2B5BEB"/>
                </a:solidFill>
                <a:latin typeface="Noto Sans Bold"/>
                <a:ea typeface="Noto Sans Bold"/>
                <a:cs typeface="Noto Sans Bold"/>
              </a:defRPr>
            </a:defPPr>
            <a:lvl1pPr algn="l">
              <a:defRPr sz="2550" b="1">
                <a:solidFill>
                  <a:srgbClr val="2B5BEB"/>
                </a:solidFill>
                <a:latin typeface="Noto Sans Bold"/>
                <a:ea typeface="Noto Sans Bold"/>
                <a:cs typeface="Noto Sans Bold"/>
              </a:defRPr>
            </a:lvl1pPr>
            <a:lvl2pPr algn="l">
              <a:defRPr sz="2550" b="1">
                <a:solidFill>
                  <a:srgbClr val="2B5BEB"/>
                </a:solidFill>
                <a:latin typeface="Noto Sans Bold"/>
                <a:ea typeface="Noto Sans Bold"/>
                <a:cs typeface="Noto Sans Bold"/>
              </a:defRPr>
            </a:lvl2pPr>
            <a:lvl3pPr algn="l">
              <a:defRPr sz="2550" b="1">
                <a:solidFill>
                  <a:srgbClr val="2B5BEB"/>
                </a:solidFill>
                <a:latin typeface="Noto Sans Bold"/>
                <a:ea typeface="Noto Sans Bold"/>
                <a:cs typeface="Noto Sans Bold"/>
              </a:defRPr>
            </a:lvl3pPr>
            <a:lvl4pPr algn="l">
              <a:defRPr sz="2550" b="1">
                <a:solidFill>
                  <a:srgbClr val="2B5BEB"/>
                </a:solidFill>
                <a:latin typeface="Noto Sans Bold"/>
                <a:ea typeface="Noto Sans Bold"/>
                <a:cs typeface="Noto Sans Bold"/>
              </a:defRPr>
            </a:lvl4pPr>
            <a:lvl5pPr algn="l">
              <a:defRPr sz="2550" b="1">
                <a:solidFill>
                  <a:srgbClr val="2B5BEB"/>
                </a:solidFill>
                <a:latin typeface="Noto Sans Bold"/>
                <a:ea typeface="Noto Sans Bold"/>
                <a:cs typeface="Noto Sans Bold"/>
              </a:defRPr>
            </a:lvl5pPr>
            <a:lvl6pPr algn="l">
              <a:defRPr sz="2550" b="1">
                <a:solidFill>
                  <a:srgbClr val="2B5BEB"/>
                </a:solidFill>
                <a:latin typeface="Noto Sans Bold"/>
                <a:ea typeface="Noto Sans Bold"/>
                <a:cs typeface="Noto Sans Bold"/>
              </a:defRPr>
            </a:lvl6pPr>
            <a:lvl7pPr algn="l">
              <a:defRPr sz="2550" b="1">
                <a:solidFill>
                  <a:srgbClr val="2B5BEB"/>
                </a:solidFill>
                <a:latin typeface="Noto Sans Bold"/>
                <a:ea typeface="Noto Sans Bold"/>
                <a:cs typeface="Noto Sans Bold"/>
              </a:defRPr>
            </a:lvl7pPr>
            <a:lvl8pPr algn="l">
              <a:defRPr sz="2550" b="1">
                <a:solidFill>
                  <a:srgbClr val="2B5BEB"/>
                </a:solidFill>
                <a:latin typeface="Noto Sans Bold"/>
                <a:ea typeface="Noto Sans Bold"/>
                <a:cs typeface="Noto Sans Bold"/>
              </a:defRPr>
            </a:lvl8pPr>
            <a:lvl9pPr algn="l">
              <a:defRPr sz="2550" b="1">
                <a:solidFill>
                  <a:srgbClr val="2B5BEB"/>
                </a:solidFill>
                <a:latin typeface="Noto Sans Bold"/>
                <a:ea typeface="Noto Sans Bold"/>
                <a:cs typeface="Noto Sans Bold"/>
              </a:defRPr>
            </a:lvl9pPr>
          </a:lstStyle>
          <a:p xmlns:a="http://schemas.openxmlformats.org/drawingml/2006/main">
            <a:pPr algn="l">
              <a:defRPr sz="2550" b="1">
                <a:solidFill>
                  <a:srgbClr val="2B5BEB"/>
                </a:solidFill>
                <a:latin typeface="Noto Sans Bold"/>
                <a:ea typeface="Noto Sans Bold"/>
                <a:cs typeface="Noto Sans Bold"/>
              </a:defRPr>
            </a:pPr>
            <a:r>
              <a:rPr sz="2550" b="1">
                <a:solidFill>
                  <a:srgbClr val="2B5BEB"/>
                </a:solidFill>
                <a:latin typeface="Noto Sans Bold"/>
                <a:ea typeface="Noto Sans Bold"/>
                <a:cs typeface="Noto Sans Bold"/>
              </a:rPr>
              <a:t>실제 배치 사례의 작성 기록</a:t>
            </a:r>
          </a:p>
        </p:txBody>
      </p:sp>
      <p:sp>
        <p:nvSpPr>
          <p:cNvPr id="11" name="validation-trigger">
            <a:extLst xmlns:a="http://schemas.openxmlformats.org/drawingml/2006/main">
              <a:ext uri="{FF2B5EF4-FFF2-40B4-BE49-F238E27FC236}">
                <a16:creationId xmlns:a16="http://schemas.microsoft.com/office/drawing/2014/main" id="{C1616FBD-8D6F-4C62-B982-726C6DD6112A}"/>
              </a:ext>
            </a:extLst>
          </p:cNvPr>
          <p:cNvSpPr>
            <a:spLocks xmlns:a="http://schemas.openxmlformats.org/drawingml/2006/main" noGrp="1"/>
          </p:cNvSpPr>
          <p:nvPr/>
        </p:nvSpPr>
        <p:spPr>
          <a:xfrm xmlns:a="http://schemas.openxmlformats.org/drawingml/2006/main">
            <a:off x="9144000" y="4000500"/>
            <a:ext cx="8001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100" b="0">
                <a:solidFill>
                  <a:srgbClr val="566A80"/>
                </a:solidFill>
                <a:latin typeface="Noto Sans Kr"/>
                <a:ea typeface="Noto Sans Kr"/>
                <a:cs typeface="Noto Sans Kr"/>
              </a:defRPr>
            </a:defPPr>
            <a:lvl1pPr algn="l">
              <a:defRPr sz="2100" b="0">
                <a:solidFill>
                  <a:srgbClr val="566A80"/>
                </a:solidFill>
                <a:latin typeface="Noto Sans Kr"/>
                <a:ea typeface="Noto Sans Kr"/>
                <a:cs typeface="Noto Sans Kr"/>
              </a:defRPr>
            </a:lvl1pPr>
            <a:lvl2pPr algn="l">
              <a:defRPr sz="2100" b="0">
                <a:solidFill>
                  <a:srgbClr val="566A80"/>
                </a:solidFill>
                <a:latin typeface="Noto Sans Kr"/>
                <a:ea typeface="Noto Sans Kr"/>
                <a:cs typeface="Noto Sans Kr"/>
              </a:defRPr>
            </a:lvl2pPr>
            <a:lvl3pPr algn="l">
              <a:defRPr sz="2100" b="0">
                <a:solidFill>
                  <a:srgbClr val="566A80"/>
                </a:solidFill>
                <a:latin typeface="Noto Sans Kr"/>
                <a:ea typeface="Noto Sans Kr"/>
                <a:cs typeface="Noto Sans Kr"/>
              </a:defRPr>
            </a:lvl3pPr>
            <a:lvl4pPr algn="l">
              <a:defRPr sz="2100" b="0">
                <a:solidFill>
                  <a:srgbClr val="566A80"/>
                </a:solidFill>
                <a:latin typeface="Noto Sans Kr"/>
                <a:ea typeface="Noto Sans Kr"/>
                <a:cs typeface="Noto Sans Kr"/>
              </a:defRPr>
            </a:lvl4pPr>
            <a:lvl5pPr algn="l">
              <a:defRPr sz="2100" b="0">
                <a:solidFill>
                  <a:srgbClr val="566A80"/>
                </a:solidFill>
                <a:latin typeface="Noto Sans Kr"/>
                <a:ea typeface="Noto Sans Kr"/>
                <a:cs typeface="Noto Sans Kr"/>
              </a:defRPr>
            </a:lvl5pPr>
            <a:lvl6pPr algn="l">
              <a:defRPr sz="2100" b="0">
                <a:solidFill>
                  <a:srgbClr val="566A80"/>
                </a:solidFill>
                <a:latin typeface="Noto Sans Kr"/>
                <a:ea typeface="Noto Sans Kr"/>
                <a:cs typeface="Noto Sans Kr"/>
              </a:defRPr>
            </a:lvl6pPr>
            <a:lvl7pPr algn="l">
              <a:defRPr sz="2100" b="0">
                <a:solidFill>
                  <a:srgbClr val="566A80"/>
                </a:solidFill>
                <a:latin typeface="Noto Sans Kr"/>
                <a:ea typeface="Noto Sans Kr"/>
                <a:cs typeface="Noto Sans Kr"/>
              </a:defRPr>
            </a:lvl7pPr>
            <a:lvl8pPr algn="l">
              <a:defRPr sz="2100" b="0">
                <a:solidFill>
                  <a:srgbClr val="566A80"/>
                </a:solidFill>
                <a:latin typeface="Noto Sans Kr"/>
                <a:ea typeface="Noto Sans Kr"/>
                <a:cs typeface="Noto Sans Kr"/>
              </a:defRPr>
            </a:lvl8pPr>
            <a:lvl9pPr algn="l">
              <a:defRPr sz="2100" b="0">
                <a:solidFill>
                  <a:srgbClr val="566A80"/>
                </a:solidFill>
                <a:latin typeface="Noto Sans Kr"/>
                <a:ea typeface="Noto Sans Kr"/>
                <a:cs typeface="Noto Sans Kr"/>
              </a:defRPr>
            </a:lvl9pPr>
          </a:lstStyle>
          <a:p xmlns:a="http://schemas.openxmlformats.org/drawingml/2006/main">
            <a:pPr algn="l">
              <a:defRPr sz="2100" b="0">
                <a:solidFill>
                  <a:srgbClr val="566A80"/>
                </a:solidFill>
                <a:latin typeface="Noto Sans Kr"/>
                <a:ea typeface="Noto Sans Kr"/>
                <a:cs typeface="Noto Sans Kr"/>
              </a:defRPr>
            </a:pPr>
            <a:r>
              <a:rPr sz="2100" b="0">
                <a:solidFill>
                  <a:srgbClr val="566A80"/>
                </a:solidFill>
                <a:latin typeface="Noto Sans Kr"/>
                <a:ea typeface="Noto Sans Kr"/>
                <a:cs typeface="Noto Sans Kr"/>
              </a:rPr>
              <a:t>첫 초안에서 확인 가능한 다음 행동 누락</a:t>
            </a:r>
          </a:p>
        </p:txBody>
      </p:sp>
      <p:graphicFrame>
        <p:nvGraphicFramePr>
          <p:cNvPr id="12" name="">
            <a:extLst xmlns:a="http://schemas.openxmlformats.org/drawingml/2006/main">
              <a:ext uri="{FF2B5EF4-FFF2-40B4-BE49-F238E27FC236}">
                <a16:creationId xmlns:a16="http://schemas.microsoft.com/office/drawing/2014/main" id="{CD58FA70-6624-4E14-80B6-9E3C4B9BAED3}"/>
              </a:ext>
            </a:extLst>
          </p:cNvPr>
          <p:cNvGraphicFramePr/>
          <p:nvPr/>
        </p:nvGraphicFramePr>
        <p:xfrm>
          <a:off xmlns:a="http://schemas.openxmlformats.org/drawingml/2006/main" x="9144000" y="4762500"/>
          <a:ext xmlns:a="http://schemas.openxmlformats.org/drawingml/2006/main" cx="8001000" cy="2667000"/>
        </p:xfrm>
        <a:graphic xmlns:a="http://schemas.openxmlformats.org/drawingml/2006/main">
          <a:graphicData uri="http://schemas.openxmlformats.org/drawingml/2006/table">
            <a:tbl>
              <a:tblPr firstRow="0" bandRow="0"/>
              <a:tblGrid>
                <a:gridCol w="1714500"/>
                <a:gridCol w="6286500"/>
              </a:tblGrid>
              <a:tr h="533400">
                <a:tc>
                  <a:txBody>
                    <a:bodyPr/>
                    <a:lstStyle/>
                    <a:p>
                      <a:r>
                        <a:rPr sz="1950" b="1">
                          <a:solidFill>
                            <a:srgbClr val="FFFFFF"/>
                          </a:solidFill>
                          <a:latin typeface="Noto Sans Bold"/>
                          <a:ea typeface="Noto Sans Bold"/>
                          <a:cs typeface="Noto Sans Bold"/>
                        </a:rPr>
                        <a:t>단계</a:t>
                      </a:r>
                    </a:p>
                  </a:txBody>
                  <a:tcPr marL="266700" marR="228600" marT="114300" marB="114300" anchor="ctr">
                    <a:lnL w="9525">
                      <a:solidFill>
                        <a:srgbClr val="DDE5EE"/>
                      </a:solidFill>
                      <a:prstDash val="solid"/>
                    </a:lnL>
                    <a:lnR w="9525">
                      <a:solidFill>
                        <a:srgbClr val="DDE5EE"/>
                      </a:solidFill>
                      <a:prstDash val="solid"/>
                    </a:lnR>
                    <a:lnT w="9525">
                      <a:solidFill>
                        <a:srgbClr val="DDE5EE"/>
                      </a:solidFill>
                      <a:prstDash val="solid"/>
                    </a:lnT>
                    <a:lnB w="9525">
                      <a:solidFill>
                        <a:srgbClr val="DDE5EE"/>
                      </a:solidFill>
                      <a:prstDash val="solid"/>
                    </a:lnB>
                    <a:solidFill>
                      <a:srgbClr val="112840"/>
                    </a:solidFill>
                  </a:tcPr>
                </a:tc>
                <a:tc>
                  <a:txBody>
                    <a:bodyPr/>
                    <a:lstStyle/>
                    <a:p>
                      <a:r>
                        <a:rPr sz="1950" b="1">
                          <a:solidFill>
                            <a:srgbClr val="FFFFFF"/>
                          </a:solidFill>
                          <a:latin typeface="Noto Sans Bold"/>
                          <a:ea typeface="Noto Sans Bold"/>
                          <a:cs typeface="Noto Sans Bold"/>
                        </a:rPr>
                        <a:t>저장된 실행 이벤트 요약</a:t>
                      </a:r>
                    </a:p>
                  </a:txBody>
                  <a:tcPr marL="266700" marR="228600" marT="114300" marB="114300" anchor="ctr">
                    <a:lnR w="9525">
                      <a:solidFill>
                        <a:srgbClr val="DDE5EE"/>
                      </a:solidFill>
                      <a:prstDash val="solid"/>
                    </a:lnR>
                    <a:lnT w="9525">
                      <a:solidFill>
                        <a:srgbClr val="DDE5EE"/>
                      </a:solidFill>
                      <a:prstDash val="solid"/>
                    </a:lnT>
                    <a:lnB w="9525">
                      <a:solidFill>
                        <a:srgbClr val="DDE5EE"/>
                      </a:solidFill>
                      <a:prstDash val="solid"/>
                    </a:lnB>
                    <a:solidFill>
                      <a:srgbClr val="112840"/>
                    </a:solidFill>
                  </a:tcPr>
                </a:tc>
              </a:tr>
              <a:tr h="1066800">
                <a:tc>
                  <a:txBody>
                    <a:bodyPr/>
                    <a:lstStyle/>
                    <a:p>
                      <a:r>
                        <a:rPr sz="2100">
                          <a:solidFill>
                            <a:srgbClr val="122C46"/>
                          </a:solidFill>
                          <a:latin typeface="Noto Sans Kr"/>
                          <a:ea typeface="Noto Sans Kr"/>
                          <a:cs typeface="Noto Sans Kr"/>
                        </a:rPr>
                        <a:t>1차 검사</a:t>
                      </a:r>
                    </a:p>
                  </a:txBody>
                  <a:tcPr marL="266700" marR="228600" marT="114300" marB="114300" anchor="ctr">
                    <a:lnL w="9525">
                      <a:solidFill>
                        <a:srgbClr val="DDE5EE"/>
                      </a:solidFill>
                      <a:prstDash val="solid"/>
                    </a:lnL>
                    <a:lnR w="9525">
                      <a:solidFill>
                        <a:srgbClr val="DDE5EE"/>
                      </a:solidFill>
                      <a:prstDash val="solid"/>
                    </a:lnR>
                    <a:lnB w="9525">
                      <a:solidFill>
                        <a:srgbClr val="DDE5EE"/>
                      </a:solidFill>
                      <a:prstDash val="solid"/>
                    </a:lnB>
                    <a:solidFill>
                      <a:srgbClr val="FFFFFF"/>
                    </a:solidFill>
                  </a:tcPr>
                </a:tc>
                <a:tc>
                  <a:txBody>
                    <a:bodyPr/>
                    <a:lstStyle/>
                    <a:p>
                      <a:r>
                        <a:rPr sz="2100">
                          <a:solidFill>
                            <a:srgbClr val="122C46"/>
                          </a:solidFill>
                          <a:latin typeface="Noto Sans Kr"/>
                          <a:ea typeface="Noto Sans Kr"/>
                          <a:cs typeface="Noto Sans Kr"/>
                        </a:rPr>
                        <a:t>불합격</a:t>
                      </a:r>
                    </a:p>
                    <a:p>
                      <a:r>
                        <a:rPr sz="2100">
                          <a:solidFill>
                            <a:srgbClr val="122C46"/>
                          </a:solidFill>
                          <a:latin typeface="Noto Sans Kr"/>
                          <a:ea typeface="Noto Sans Kr"/>
                          <a:cs typeface="Noto Sans Kr"/>
                        </a:rPr>
                        <a:t>확인 가능한 다음 행동 누락</a:t>
                      </a:r>
                    </a:p>
                  </a:txBody>
                  <a:tcPr marL="266700" marR="228600" marT="114300" marB="114300" anchor="ctr">
                    <a:lnR w="9525">
                      <a:solidFill>
                        <a:srgbClr val="DDE5EE"/>
                      </a:solidFill>
                      <a:prstDash val="solid"/>
                    </a:lnR>
                    <a:lnB w="9525">
                      <a:solidFill>
                        <a:srgbClr val="DDE5EE"/>
                      </a:solidFill>
                      <a:prstDash val="solid"/>
                    </a:lnB>
                    <a:solidFill>
                      <a:srgbClr val="FFFFFF"/>
                    </a:solidFill>
                  </a:tcPr>
                </a:tc>
              </a:tr>
              <a:tr h="1066800">
                <a:tc>
                  <a:txBody>
                    <a:bodyPr/>
                    <a:lstStyle/>
                    <a:p>
                      <a:r>
                        <a:rPr sz="2100">
                          <a:solidFill>
                            <a:srgbClr val="122C46"/>
                          </a:solidFill>
                          <a:latin typeface="Noto Sans Kr"/>
                          <a:ea typeface="Noto Sans Kr"/>
                          <a:cs typeface="Noto Sans Kr"/>
                        </a:rPr>
                        <a:t>2차 검사</a:t>
                      </a:r>
                    </a:p>
                  </a:txBody>
                  <a:tcPr marL="266700" marR="228600" marT="114300" marB="114300" anchor="ctr">
                    <a:lnL w="9525">
                      <a:solidFill>
                        <a:srgbClr val="DDE5EE"/>
                      </a:solidFill>
                      <a:prstDash val="solid"/>
                    </a:lnL>
                    <a:lnR w="9525">
                      <a:solidFill>
                        <a:srgbClr val="DDE5EE"/>
                      </a:solidFill>
                      <a:prstDash val="solid"/>
                    </a:lnR>
                    <a:lnB w="9525">
                      <a:solidFill>
                        <a:srgbClr val="DDE5EE"/>
                      </a:solidFill>
                      <a:prstDash val="solid"/>
                    </a:lnB>
                    <a:solidFill>
                      <a:srgbClr val="FFFFFF"/>
                    </a:solidFill>
                  </a:tcPr>
                </a:tc>
                <a:tc>
                  <a:txBody>
                    <a:bodyPr/>
                    <a:lstStyle/>
                    <a:p>
                      <a:r>
                        <a:rPr sz="2100">
                          <a:solidFill>
                            <a:srgbClr val="122C46"/>
                          </a:solidFill>
                          <a:latin typeface="Noto Sans Kr"/>
                          <a:ea typeface="Noto Sans Kr"/>
                          <a:cs typeface="Noto Sans Kr"/>
                        </a:rPr>
                        <a:t>합격</a:t>
                      </a:r>
                    </a:p>
                    <a:p>
                      <a:r>
                        <a:rPr sz="2100">
                          <a:solidFill>
                            <a:srgbClr val="122C46"/>
                          </a:solidFill>
                          <a:latin typeface="Noto Sans Kr"/>
                          <a:ea typeface="Noto Sans Kr"/>
                          <a:cs typeface="Noto Sans Kr"/>
                        </a:rPr>
                        <a:t>CPU 대응 권장 조치 포함</a:t>
                      </a:r>
                    </a:p>
                  </a:txBody>
                  <a:tcPr marL="266700" marR="228600" marT="114300" marB="114300" anchor="ctr">
                    <a:lnR w="9525">
                      <a:solidFill>
                        <a:srgbClr val="DDE5EE"/>
                      </a:solidFill>
                      <a:prstDash val="solid"/>
                    </a:lnR>
                    <a:lnB w="9525">
                      <a:solidFill>
                        <a:srgbClr val="DDE5EE"/>
                      </a:solidFill>
                      <a:prstDash val="solid"/>
                    </a:lnB>
                    <a:solidFill>
                      <a:srgbClr val="FFFFFF"/>
                    </a:solidFill>
                  </a:tcPr>
                </a:tc>
              </a:tr>
            </a:tbl>
          </a:graphicData>
        </a:graphic>
      </p:graphicFrame>
      <p:sp>
        <p:nvSpPr>
          <p:cNvPr id="13" name="actual-rewrite-result">
            <a:extLst xmlns:a="http://schemas.openxmlformats.org/drawingml/2006/main">
              <a:ext uri="{FF2B5EF4-FFF2-40B4-BE49-F238E27FC236}">
                <a16:creationId xmlns:a16="http://schemas.microsoft.com/office/drawing/2014/main" id="{654B9CD4-67E9-4EF7-ABC1-50EA5FAA91AB}"/>
              </a:ext>
            </a:extLst>
          </p:cNvPr>
          <p:cNvSpPr>
            <a:spLocks xmlns:a="http://schemas.openxmlformats.org/drawingml/2006/main" noGrp="1"/>
          </p:cNvSpPr>
          <p:nvPr/>
        </p:nvSpPr>
        <p:spPr>
          <a:xfrm xmlns:a="http://schemas.openxmlformats.org/drawingml/2006/main">
            <a:off x="9144000" y="7877175"/>
            <a:ext cx="8001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3300" b="1">
                <a:solidFill>
                  <a:srgbClr val="087F7A"/>
                </a:solidFill>
                <a:latin typeface="Noto Sans Bold"/>
                <a:ea typeface="Noto Sans Bold"/>
                <a:cs typeface="Noto Sans Bold"/>
              </a:defRPr>
            </a:defPPr>
            <a:lvl1pPr algn="l">
              <a:defRPr sz="3300" b="1">
                <a:solidFill>
                  <a:srgbClr val="087F7A"/>
                </a:solidFill>
                <a:latin typeface="Noto Sans Bold"/>
                <a:ea typeface="Noto Sans Bold"/>
                <a:cs typeface="Noto Sans Bold"/>
              </a:defRPr>
            </a:lvl1pPr>
            <a:lvl2pPr algn="l">
              <a:defRPr sz="3300" b="1">
                <a:solidFill>
                  <a:srgbClr val="087F7A"/>
                </a:solidFill>
                <a:latin typeface="Noto Sans Bold"/>
                <a:ea typeface="Noto Sans Bold"/>
                <a:cs typeface="Noto Sans Bold"/>
              </a:defRPr>
            </a:lvl2pPr>
            <a:lvl3pPr algn="l">
              <a:defRPr sz="3300" b="1">
                <a:solidFill>
                  <a:srgbClr val="087F7A"/>
                </a:solidFill>
                <a:latin typeface="Noto Sans Bold"/>
                <a:ea typeface="Noto Sans Bold"/>
                <a:cs typeface="Noto Sans Bold"/>
              </a:defRPr>
            </a:lvl3pPr>
            <a:lvl4pPr algn="l">
              <a:defRPr sz="3300" b="1">
                <a:solidFill>
                  <a:srgbClr val="087F7A"/>
                </a:solidFill>
                <a:latin typeface="Noto Sans Bold"/>
                <a:ea typeface="Noto Sans Bold"/>
                <a:cs typeface="Noto Sans Bold"/>
              </a:defRPr>
            </a:lvl4pPr>
            <a:lvl5pPr algn="l">
              <a:defRPr sz="3300" b="1">
                <a:solidFill>
                  <a:srgbClr val="087F7A"/>
                </a:solidFill>
                <a:latin typeface="Noto Sans Bold"/>
                <a:ea typeface="Noto Sans Bold"/>
                <a:cs typeface="Noto Sans Bold"/>
              </a:defRPr>
            </a:lvl5pPr>
            <a:lvl6pPr algn="l">
              <a:defRPr sz="3300" b="1">
                <a:solidFill>
                  <a:srgbClr val="087F7A"/>
                </a:solidFill>
                <a:latin typeface="Noto Sans Bold"/>
                <a:ea typeface="Noto Sans Bold"/>
                <a:cs typeface="Noto Sans Bold"/>
              </a:defRPr>
            </a:lvl6pPr>
            <a:lvl7pPr algn="l">
              <a:defRPr sz="3300" b="1">
                <a:solidFill>
                  <a:srgbClr val="087F7A"/>
                </a:solidFill>
                <a:latin typeface="Noto Sans Bold"/>
                <a:ea typeface="Noto Sans Bold"/>
                <a:cs typeface="Noto Sans Bold"/>
              </a:defRPr>
            </a:lvl7pPr>
            <a:lvl8pPr algn="l">
              <a:defRPr sz="3300" b="1">
                <a:solidFill>
                  <a:srgbClr val="087F7A"/>
                </a:solidFill>
                <a:latin typeface="Noto Sans Bold"/>
                <a:ea typeface="Noto Sans Bold"/>
                <a:cs typeface="Noto Sans Bold"/>
              </a:defRPr>
            </a:lvl8pPr>
            <a:lvl9pPr algn="l">
              <a:defRPr sz="3300" b="1">
                <a:solidFill>
                  <a:srgbClr val="087F7A"/>
                </a:solidFill>
                <a:latin typeface="Noto Sans Bold"/>
                <a:ea typeface="Noto Sans Bold"/>
                <a:cs typeface="Noto Sans Bold"/>
              </a:defRPr>
            </a:lvl9pPr>
          </a:lstStyle>
          <a:p xmlns:a="http://schemas.openxmlformats.org/drawingml/2006/main">
            <a:pPr algn="l">
              <a:defRPr sz="3300" b="1">
                <a:solidFill>
                  <a:srgbClr val="087F7A"/>
                </a:solidFill>
                <a:latin typeface="Noto Sans Bold"/>
                <a:ea typeface="Noto Sans Bold"/>
                <a:cs typeface="Noto Sans Bold"/>
              </a:defRPr>
            </a:pPr>
            <a:r>
              <a:rPr sz="3300" b="1">
                <a:solidFill>
                  <a:srgbClr val="087F7A"/>
                </a:solidFill>
                <a:latin typeface="Noto Sans Bold"/>
                <a:ea typeface="Noto Sans Bold"/>
                <a:cs typeface="Noto Sans Bold"/>
              </a:rPr>
              <a:t>재작성 1회 후 통과</a:t>
            </a:r>
          </a:p>
        </p:txBody>
      </p:sp>
    </p:spTree>
    <p:extLst>
      <p:ext uri="{BB962C8B-B14F-4D97-AF65-F5344CB8AC3E}">
        <p14:creationId xmlns:p14="http://schemas.microsoft.com/office/powerpoint/2010/main" val="1915065902"/>
      </p:ext>
    </p:extLst>
  </p:cSld>
</p:sld>
</file>

<file path=ppt/slides/slide7.xml><?xml version="1.0" encoding="utf-8"?>
<p:sld xmlns:p="http://schemas.openxmlformats.org/presentationml/2006/main">
  <p:cSld>
    <p:bg>
      <p:bgPr>
        <a:solidFill xmlns:a="http://schemas.openxmlformats.org/drawingml/2006/main">
          <a:srgbClr val="F7F8FC"/>
        </a:solidFill>
      </p:bgPr>
    </p:bg>
    <p:spTree>
      <p:nvGrpSpPr>
        <p:cNvPr id="1" name=""/>
        <p:cNvGrpSpPr/>
        <p:nvPr/>
      </p:nvGrpSpPr>
      <p:grpSpPr>
        <a:xfrm xmlns:a="http://schemas.openxmlformats.org/drawingml/2006/main"/>
      </p:grpSpPr>
      <p:sp>
        <p:nvSpPr>
          <p:cNvPr id="18" name="section-label">
            <a:extLst xmlns:a="http://schemas.openxmlformats.org/drawingml/2006/main">
              <a:ext uri="{FF2B5EF4-FFF2-40B4-BE49-F238E27FC236}">
                <a16:creationId xmlns:a16="http://schemas.microsoft.com/office/drawing/2014/main" id="{BC1CD896-4E37-47E1-BCAE-CB4E869179B5}"/>
              </a:ext>
            </a:extLst>
          </p:cNvPr>
          <p:cNvSpPr>
            <a:spLocks xmlns:a="http://schemas.openxmlformats.org/drawingml/2006/main" noGrp="1"/>
          </p:cNvSpPr>
          <p:nvPr/>
        </p:nvSpPr>
        <p:spPr>
          <a:xfrm xmlns:a="http://schemas.openxmlformats.org/drawingml/2006/main">
            <a:off x="1143000" y="723900"/>
            <a:ext cx="13335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1950" b="1">
                <a:solidFill>
                  <a:srgbClr val="2B5BEB"/>
                </a:solidFill>
                <a:latin typeface="Noto Sans Bold"/>
                <a:ea typeface="Noto Sans Bold"/>
                <a:cs typeface="Noto Sans Bold"/>
              </a:defRPr>
            </a:defPPr>
            <a:lvl1pPr algn="l">
              <a:defRPr sz="1950" b="1">
                <a:solidFill>
                  <a:srgbClr val="2B5BEB"/>
                </a:solidFill>
                <a:latin typeface="Noto Sans Bold"/>
                <a:ea typeface="Noto Sans Bold"/>
                <a:cs typeface="Noto Sans Bold"/>
              </a:defRPr>
            </a:lvl1pPr>
            <a:lvl2pPr algn="l">
              <a:defRPr sz="1950" b="1">
                <a:solidFill>
                  <a:srgbClr val="2B5BEB"/>
                </a:solidFill>
                <a:latin typeface="Noto Sans Bold"/>
                <a:ea typeface="Noto Sans Bold"/>
                <a:cs typeface="Noto Sans Bold"/>
              </a:defRPr>
            </a:lvl2pPr>
            <a:lvl3pPr algn="l">
              <a:defRPr sz="1950" b="1">
                <a:solidFill>
                  <a:srgbClr val="2B5BEB"/>
                </a:solidFill>
                <a:latin typeface="Noto Sans Bold"/>
                <a:ea typeface="Noto Sans Bold"/>
                <a:cs typeface="Noto Sans Bold"/>
              </a:defRPr>
            </a:lvl3pPr>
            <a:lvl4pPr algn="l">
              <a:defRPr sz="1950" b="1">
                <a:solidFill>
                  <a:srgbClr val="2B5BEB"/>
                </a:solidFill>
                <a:latin typeface="Noto Sans Bold"/>
                <a:ea typeface="Noto Sans Bold"/>
                <a:cs typeface="Noto Sans Bold"/>
              </a:defRPr>
            </a:lvl4pPr>
            <a:lvl5pPr algn="l">
              <a:defRPr sz="1950" b="1">
                <a:solidFill>
                  <a:srgbClr val="2B5BEB"/>
                </a:solidFill>
                <a:latin typeface="Noto Sans Bold"/>
                <a:ea typeface="Noto Sans Bold"/>
                <a:cs typeface="Noto Sans Bold"/>
              </a:defRPr>
            </a:lvl5pPr>
            <a:lvl6pPr algn="l">
              <a:defRPr sz="1950" b="1">
                <a:solidFill>
                  <a:srgbClr val="2B5BEB"/>
                </a:solidFill>
                <a:latin typeface="Noto Sans Bold"/>
                <a:ea typeface="Noto Sans Bold"/>
                <a:cs typeface="Noto Sans Bold"/>
              </a:defRPr>
            </a:lvl6pPr>
            <a:lvl7pPr algn="l">
              <a:defRPr sz="1950" b="1">
                <a:solidFill>
                  <a:srgbClr val="2B5BEB"/>
                </a:solidFill>
                <a:latin typeface="Noto Sans Bold"/>
                <a:ea typeface="Noto Sans Bold"/>
                <a:cs typeface="Noto Sans Bold"/>
              </a:defRPr>
            </a:lvl7pPr>
            <a:lvl8pPr algn="l">
              <a:defRPr sz="1950" b="1">
                <a:solidFill>
                  <a:srgbClr val="2B5BEB"/>
                </a:solidFill>
                <a:latin typeface="Noto Sans Bold"/>
                <a:ea typeface="Noto Sans Bold"/>
                <a:cs typeface="Noto Sans Bold"/>
              </a:defRPr>
            </a:lvl8pPr>
            <a:lvl9pPr algn="l">
              <a:defRPr sz="1950" b="1">
                <a:solidFill>
                  <a:srgbClr val="2B5BEB"/>
                </a:solidFill>
                <a:latin typeface="Noto Sans Bold"/>
                <a:ea typeface="Noto Sans Bold"/>
                <a:cs typeface="Noto Sans Bold"/>
              </a:defRPr>
            </a:lvl9pPr>
          </a:lstStyle>
          <a:p xmlns:a="http://schemas.openxmlformats.org/drawingml/2006/main">
            <a:pPr algn="l">
              <a:defRPr sz="1950" b="1">
                <a:solidFill>
                  <a:srgbClr val="2B5BEB"/>
                </a:solidFill>
                <a:latin typeface="Noto Sans Bold"/>
                <a:ea typeface="Noto Sans Bold"/>
                <a:cs typeface="Noto Sans Bold"/>
              </a:defRPr>
            </a:pPr>
            <a:r>
              <a:rPr sz="1950" b="1">
                <a:solidFill>
                  <a:srgbClr val="2B5BEB"/>
                </a:solidFill>
                <a:latin typeface="Noto Sans Bold"/>
                <a:ea typeface="Noto Sans Bold"/>
                <a:cs typeface="Noto Sans Bold"/>
              </a:rPr>
              <a:t>실제 검증</a:t>
            </a:r>
          </a:p>
        </p:txBody>
      </p:sp>
      <p:sp>
        <p:nvSpPr>
          <p:cNvPr id="2" name="page-number">
            <a:extLst xmlns:a="http://schemas.openxmlformats.org/drawingml/2006/main">
              <a:ext uri="{FF2B5EF4-FFF2-40B4-BE49-F238E27FC236}">
                <a16:creationId xmlns:a16="http://schemas.microsoft.com/office/drawing/2014/main" id="{AD841F25-22D5-4938-8919-3BD582A307FB}"/>
              </a:ext>
            </a:extLst>
          </p:cNvPr>
          <p:cNvSpPr>
            <a:spLocks xmlns:a="http://schemas.openxmlformats.org/drawingml/2006/main" noGrp="1"/>
          </p:cNvSpPr>
          <p:nvPr/>
        </p:nvSpPr>
        <p:spPr>
          <a:xfrm xmlns:a="http://schemas.openxmlformats.org/drawingml/2006/main">
            <a:off x="15621000" y="723900"/>
            <a:ext cx="1524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r">
              <a:defRPr sz="1950" b="0">
                <a:solidFill>
                  <a:srgbClr val="566A80"/>
                </a:solidFill>
                <a:latin typeface="Noto Sans Kr"/>
                <a:ea typeface="Noto Sans Kr"/>
                <a:cs typeface="Noto Sans Kr"/>
              </a:defRPr>
            </a:defPPr>
            <a:lvl1pPr algn="r">
              <a:defRPr sz="1950" b="0">
                <a:solidFill>
                  <a:srgbClr val="566A80"/>
                </a:solidFill>
                <a:latin typeface="Noto Sans Kr"/>
                <a:ea typeface="Noto Sans Kr"/>
                <a:cs typeface="Noto Sans Kr"/>
              </a:defRPr>
            </a:lvl1pPr>
            <a:lvl2pPr algn="r">
              <a:defRPr sz="1950" b="0">
                <a:solidFill>
                  <a:srgbClr val="566A80"/>
                </a:solidFill>
                <a:latin typeface="Noto Sans Kr"/>
                <a:ea typeface="Noto Sans Kr"/>
                <a:cs typeface="Noto Sans Kr"/>
              </a:defRPr>
            </a:lvl2pPr>
            <a:lvl3pPr algn="r">
              <a:defRPr sz="1950" b="0">
                <a:solidFill>
                  <a:srgbClr val="566A80"/>
                </a:solidFill>
                <a:latin typeface="Noto Sans Kr"/>
                <a:ea typeface="Noto Sans Kr"/>
                <a:cs typeface="Noto Sans Kr"/>
              </a:defRPr>
            </a:lvl3pPr>
            <a:lvl4pPr algn="r">
              <a:defRPr sz="1950" b="0">
                <a:solidFill>
                  <a:srgbClr val="566A80"/>
                </a:solidFill>
                <a:latin typeface="Noto Sans Kr"/>
                <a:ea typeface="Noto Sans Kr"/>
                <a:cs typeface="Noto Sans Kr"/>
              </a:defRPr>
            </a:lvl4pPr>
            <a:lvl5pPr algn="r">
              <a:defRPr sz="1950" b="0">
                <a:solidFill>
                  <a:srgbClr val="566A80"/>
                </a:solidFill>
                <a:latin typeface="Noto Sans Kr"/>
                <a:ea typeface="Noto Sans Kr"/>
                <a:cs typeface="Noto Sans Kr"/>
              </a:defRPr>
            </a:lvl5pPr>
            <a:lvl6pPr algn="r">
              <a:defRPr sz="1950" b="0">
                <a:solidFill>
                  <a:srgbClr val="566A80"/>
                </a:solidFill>
                <a:latin typeface="Noto Sans Kr"/>
                <a:ea typeface="Noto Sans Kr"/>
                <a:cs typeface="Noto Sans Kr"/>
              </a:defRPr>
            </a:lvl6pPr>
            <a:lvl7pPr algn="r">
              <a:defRPr sz="1950" b="0">
                <a:solidFill>
                  <a:srgbClr val="566A80"/>
                </a:solidFill>
                <a:latin typeface="Noto Sans Kr"/>
                <a:ea typeface="Noto Sans Kr"/>
                <a:cs typeface="Noto Sans Kr"/>
              </a:defRPr>
            </a:lvl7pPr>
            <a:lvl8pPr algn="r">
              <a:defRPr sz="1950" b="0">
                <a:solidFill>
                  <a:srgbClr val="566A80"/>
                </a:solidFill>
                <a:latin typeface="Noto Sans Kr"/>
                <a:ea typeface="Noto Sans Kr"/>
                <a:cs typeface="Noto Sans Kr"/>
              </a:defRPr>
            </a:lvl8pPr>
            <a:lvl9pPr algn="r">
              <a:defRPr sz="1950" b="0">
                <a:solidFill>
                  <a:srgbClr val="566A80"/>
                </a:solidFill>
                <a:latin typeface="Noto Sans Kr"/>
                <a:ea typeface="Noto Sans Kr"/>
                <a:cs typeface="Noto Sans Kr"/>
              </a:defRPr>
            </a:lvl9pPr>
          </a:lstStyle>
          <a:p xmlns:a="http://schemas.openxmlformats.org/drawingml/2006/main">
            <a:pPr algn="r">
              <a:defRPr sz="1950" b="0">
                <a:solidFill>
                  <a:srgbClr val="566A80"/>
                </a:solidFill>
                <a:latin typeface="Noto Sans Kr"/>
                <a:ea typeface="Noto Sans Kr"/>
                <a:cs typeface="Noto Sans Kr"/>
              </a:defRPr>
            </a:pPr>
            <a:r>
              <a:rPr sz="1950" b="0">
                <a:solidFill>
                  <a:srgbClr val="566A80"/>
                </a:solidFill>
                <a:latin typeface="Noto Sans Kr"/>
                <a:ea typeface="Noto Sans Kr"/>
                <a:cs typeface="Noto Sans Kr"/>
              </a:rPr>
              <a:t>07 / 08</a:t>
            </a:r>
          </a:p>
        </p:txBody>
      </p:sp>
      <p:sp>
        <p:nvSpPr>
          <p:cNvPr id="3" name="slide-title">
            <a:extLst xmlns:a="http://schemas.openxmlformats.org/drawingml/2006/main">
              <a:ext uri="{FF2B5EF4-FFF2-40B4-BE49-F238E27FC236}">
                <a16:creationId xmlns:a16="http://schemas.microsoft.com/office/drawing/2014/main" id="{2A1ABE7A-A6C1-4A6B-BA62-181D6D06A22C}"/>
              </a:ext>
            </a:extLst>
          </p:cNvPr>
          <p:cNvSpPr>
            <a:spLocks xmlns:a="http://schemas.openxmlformats.org/drawingml/2006/main" noGrp="1"/>
          </p:cNvSpPr>
          <p:nvPr/>
        </p:nvSpPr>
        <p:spPr>
          <a:xfrm xmlns:a="http://schemas.openxmlformats.org/drawingml/2006/main">
            <a:off x="1143000" y="1381125"/>
            <a:ext cx="16002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5100" b="1">
                <a:solidFill>
                  <a:srgbClr val="122C46"/>
                </a:solidFill>
                <a:latin typeface="Noto Sans Bold"/>
                <a:ea typeface="Noto Sans Bold"/>
                <a:cs typeface="Noto Sans Bold"/>
              </a:defRPr>
            </a:defPPr>
            <a:lvl1pPr algn="l">
              <a:defRPr sz="5100" b="1">
                <a:solidFill>
                  <a:srgbClr val="122C46"/>
                </a:solidFill>
                <a:latin typeface="Noto Sans Bold"/>
                <a:ea typeface="Noto Sans Bold"/>
                <a:cs typeface="Noto Sans Bold"/>
              </a:defRPr>
            </a:lvl1pPr>
            <a:lvl2pPr algn="l">
              <a:defRPr sz="5100" b="1">
                <a:solidFill>
                  <a:srgbClr val="122C46"/>
                </a:solidFill>
                <a:latin typeface="Noto Sans Bold"/>
                <a:ea typeface="Noto Sans Bold"/>
                <a:cs typeface="Noto Sans Bold"/>
              </a:defRPr>
            </a:lvl2pPr>
            <a:lvl3pPr algn="l">
              <a:defRPr sz="5100" b="1">
                <a:solidFill>
                  <a:srgbClr val="122C46"/>
                </a:solidFill>
                <a:latin typeface="Noto Sans Bold"/>
                <a:ea typeface="Noto Sans Bold"/>
                <a:cs typeface="Noto Sans Bold"/>
              </a:defRPr>
            </a:lvl3pPr>
            <a:lvl4pPr algn="l">
              <a:defRPr sz="5100" b="1">
                <a:solidFill>
                  <a:srgbClr val="122C46"/>
                </a:solidFill>
                <a:latin typeface="Noto Sans Bold"/>
                <a:ea typeface="Noto Sans Bold"/>
                <a:cs typeface="Noto Sans Bold"/>
              </a:defRPr>
            </a:lvl4pPr>
            <a:lvl5pPr algn="l">
              <a:defRPr sz="5100" b="1">
                <a:solidFill>
                  <a:srgbClr val="122C46"/>
                </a:solidFill>
                <a:latin typeface="Noto Sans Bold"/>
                <a:ea typeface="Noto Sans Bold"/>
                <a:cs typeface="Noto Sans Bold"/>
              </a:defRPr>
            </a:lvl5pPr>
            <a:lvl6pPr algn="l">
              <a:defRPr sz="5100" b="1">
                <a:solidFill>
                  <a:srgbClr val="122C46"/>
                </a:solidFill>
                <a:latin typeface="Noto Sans Bold"/>
                <a:ea typeface="Noto Sans Bold"/>
                <a:cs typeface="Noto Sans Bold"/>
              </a:defRPr>
            </a:lvl6pPr>
            <a:lvl7pPr algn="l">
              <a:defRPr sz="5100" b="1">
                <a:solidFill>
                  <a:srgbClr val="122C46"/>
                </a:solidFill>
                <a:latin typeface="Noto Sans Bold"/>
                <a:ea typeface="Noto Sans Bold"/>
                <a:cs typeface="Noto Sans Bold"/>
              </a:defRPr>
            </a:lvl7pPr>
            <a:lvl8pPr algn="l">
              <a:defRPr sz="5100" b="1">
                <a:solidFill>
                  <a:srgbClr val="122C46"/>
                </a:solidFill>
                <a:latin typeface="Noto Sans Bold"/>
                <a:ea typeface="Noto Sans Bold"/>
                <a:cs typeface="Noto Sans Bold"/>
              </a:defRPr>
            </a:lvl8pPr>
            <a:lvl9pPr algn="l">
              <a:defRPr sz="5100" b="1">
                <a:solidFill>
                  <a:srgbClr val="122C46"/>
                </a:solidFill>
                <a:latin typeface="Noto Sans Bold"/>
                <a:ea typeface="Noto Sans Bold"/>
                <a:cs typeface="Noto Sans Bold"/>
              </a:defRPr>
            </a:lvl9pPr>
          </a:lstStyle>
          <a:p xmlns:a="http://schemas.openxmlformats.org/drawingml/2006/main">
            <a:pPr algn="l">
              <a:defRPr sz="5100" b="1">
                <a:solidFill>
                  <a:srgbClr val="122C46"/>
                </a:solidFill>
                <a:latin typeface="Noto Sans Bold"/>
                <a:ea typeface="Noto Sans Bold"/>
                <a:cs typeface="Noto Sans Bold"/>
              </a:defRPr>
            </a:pPr>
            <a:r>
              <a:rPr sz="5100" b="1">
                <a:solidFill>
                  <a:srgbClr val="122C46"/>
                </a:solidFill>
                <a:latin typeface="Noto Sans Bold"/>
                <a:ea typeface="Noto Sans Bold"/>
                <a:cs typeface="Noto Sans Bold"/>
              </a:rPr>
              <a:t>실제 LLM 평가·추적 결과</a:t>
            </a:r>
          </a:p>
        </p:txBody>
      </p:sp>
      <p:sp>
        <p:nvSpPr>
          <p:cNvPr id="4" name="slide-subtitle">
            <a:extLst xmlns:a="http://schemas.openxmlformats.org/drawingml/2006/main">
              <a:ext uri="{FF2B5EF4-FFF2-40B4-BE49-F238E27FC236}">
                <a16:creationId xmlns:a16="http://schemas.microsoft.com/office/drawing/2014/main" id="{E2EF8F28-5968-4348-963E-E15609C7529A}"/>
              </a:ext>
            </a:extLst>
          </p:cNvPr>
          <p:cNvSpPr>
            <a:spLocks xmlns:a="http://schemas.openxmlformats.org/drawingml/2006/main" noGrp="1"/>
          </p:cNvSpPr>
          <p:nvPr/>
        </p:nvSpPr>
        <p:spPr>
          <a:xfrm xmlns:a="http://schemas.openxmlformats.org/drawingml/2006/main">
            <a:off x="1143000" y="2505075"/>
            <a:ext cx="16002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400" b="0">
                <a:solidFill>
                  <a:srgbClr val="566A80"/>
                </a:solidFill>
                <a:latin typeface="Noto Sans Kr"/>
                <a:ea typeface="Noto Sans Kr"/>
                <a:cs typeface="Noto Sans Kr"/>
              </a:defRPr>
            </a:defPPr>
            <a:lvl1pPr algn="l">
              <a:defRPr sz="2400" b="0">
                <a:solidFill>
                  <a:srgbClr val="566A80"/>
                </a:solidFill>
                <a:latin typeface="Noto Sans Kr"/>
                <a:ea typeface="Noto Sans Kr"/>
                <a:cs typeface="Noto Sans Kr"/>
              </a:defRPr>
            </a:lvl1pPr>
            <a:lvl2pPr algn="l">
              <a:defRPr sz="2400" b="0">
                <a:solidFill>
                  <a:srgbClr val="566A80"/>
                </a:solidFill>
                <a:latin typeface="Noto Sans Kr"/>
                <a:ea typeface="Noto Sans Kr"/>
                <a:cs typeface="Noto Sans Kr"/>
              </a:defRPr>
            </a:lvl2pPr>
            <a:lvl3pPr algn="l">
              <a:defRPr sz="2400" b="0">
                <a:solidFill>
                  <a:srgbClr val="566A80"/>
                </a:solidFill>
                <a:latin typeface="Noto Sans Kr"/>
                <a:ea typeface="Noto Sans Kr"/>
                <a:cs typeface="Noto Sans Kr"/>
              </a:defRPr>
            </a:lvl3pPr>
            <a:lvl4pPr algn="l">
              <a:defRPr sz="2400" b="0">
                <a:solidFill>
                  <a:srgbClr val="566A80"/>
                </a:solidFill>
                <a:latin typeface="Noto Sans Kr"/>
                <a:ea typeface="Noto Sans Kr"/>
                <a:cs typeface="Noto Sans Kr"/>
              </a:defRPr>
            </a:lvl4pPr>
            <a:lvl5pPr algn="l">
              <a:defRPr sz="2400" b="0">
                <a:solidFill>
                  <a:srgbClr val="566A80"/>
                </a:solidFill>
                <a:latin typeface="Noto Sans Kr"/>
                <a:ea typeface="Noto Sans Kr"/>
                <a:cs typeface="Noto Sans Kr"/>
              </a:defRPr>
            </a:lvl5pPr>
            <a:lvl6pPr algn="l">
              <a:defRPr sz="2400" b="0">
                <a:solidFill>
                  <a:srgbClr val="566A80"/>
                </a:solidFill>
                <a:latin typeface="Noto Sans Kr"/>
                <a:ea typeface="Noto Sans Kr"/>
                <a:cs typeface="Noto Sans Kr"/>
              </a:defRPr>
            </a:lvl6pPr>
            <a:lvl7pPr algn="l">
              <a:defRPr sz="2400" b="0">
                <a:solidFill>
                  <a:srgbClr val="566A80"/>
                </a:solidFill>
                <a:latin typeface="Noto Sans Kr"/>
                <a:ea typeface="Noto Sans Kr"/>
                <a:cs typeface="Noto Sans Kr"/>
              </a:defRPr>
            </a:lvl7pPr>
            <a:lvl8pPr algn="l">
              <a:defRPr sz="2400" b="0">
                <a:solidFill>
                  <a:srgbClr val="566A80"/>
                </a:solidFill>
                <a:latin typeface="Noto Sans Kr"/>
                <a:ea typeface="Noto Sans Kr"/>
                <a:cs typeface="Noto Sans Kr"/>
              </a:defRPr>
            </a:lvl8pPr>
            <a:lvl9pPr algn="l">
              <a:defRPr sz="2400" b="0">
                <a:solidFill>
                  <a:srgbClr val="566A80"/>
                </a:solidFill>
                <a:latin typeface="Noto Sans Kr"/>
                <a:ea typeface="Noto Sans Kr"/>
                <a:cs typeface="Noto Sans Kr"/>
              </a:defRPr>
            </a:lvl9pPr>
          </a:lstStyle>
          <a:p xmlns:a="http://schemas.openxmlformats.org/drawingml/2006/main">
            <a:pPr algn="l">
              <a:defRPr sz="2400" b="0">
                <a:solidFill>
                  <a:srgbClr val="566A80"/>
                </a:solidFill>
                <a:latin typeface="Noto Sans Kr"/>
                <a:ea typeface="Noto Sans Kr"/>
                <a:cs typeface="Noto Sans Kr"/>
              </a:defRPr>
            </a:pPr>
            <a:r>
              <a:rPr sz="2400" b="0">
                <a:solidFill>
                  <a:srgbClr val="566A80"/>
                </a:solidFill>
                <a:latin typeface="Noto Sans Kr"/>
                <a:ea typeface="Noto Sans Kr"/>
                <a:cs typeface="Noto Sans Kr"/>
              </a:rPr>
              <a:t>전체 통과 수치와 개별 평가 결과를 함께 확인했습니다.</a:t>
            </a:r>
          </a:p>
        </p:txBody>
      </p:sp>
      <p:sp>
        <p:nvSpPr>
          <p:cNvPr id="5" name="scope-note">
            <a:extLst xmlns:a="http://schemas.openxmlformats.org/drawingml/2006/main">
              <a:ext uri="{FF2B5EF4-FFF2-40B4-BE49-F238E27FC236}">
                <a16:creationId xmlns:a16="http://schemas.microsoft.com/office/drawing/2014/main" id="{ECF687C8-96BC-49D6-BDC7-817CE5E9EB57}"/>
              </a:ext>
            </a:extLst>
          </p:cNvPr>
          <p:cNvSpPr>
            <a:spLocks xmlns:a="http://schemas.openxmlformats.org/drawingml/2006/main" noGrp="1"/>
          </p:cNvSpPr>
          <p:nvPr/>
        </p:nvSpPr>
        <p:spPr>
          <a:xfrm xmlns:a="http://schemas.openxmlformats.org/drawingml/2006/main">
            <a:off x="1143000" y="8820150"/>
            <a:ext cx="16002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1800" b="0">
                <a:solidFill>
                  <a:srgbClr val="566A80"/>
                </a:solidFill>
                <a:latin typeface="Noto Sans Kr"/>
                <a:ea typeface="Noto Sans Kr"/>
                <a:cs typeface="Noto Sans Kr"/>
              </a:defRPr>
            </a:defPPr>
            <a:lvl1pPr algn="l">
              <a:defRPr sz="1800" b="0">
                <a:solidFill>
                  <a:srgbClr val="566A80"/>
                </a:solidFill>
                <a:latin typeface="Noto Sans Kr"/>
                <a:ea typeface="Noto Sans Kr"/>
                <a:cs typeface="Noto Sans Kr"/>
              </a:defRPr>
            </a:lvl1pPr>
            <a:lvl2pPr algn="l">
              <a:defRPr sz="1800" b="0">
                <a:solidFill>
                  <a:srgbClr val="566A80"/>
                </a:solidFill>
                <a:latin typeface="Noto Sans Kr"/>
                <a:ea typeface="Noto Sans Kr"/>
                <a:cs typeface="Noto Sans Kr"/>
              </a:defRPr>
            </a:lvl2pPr>
            <a:lvl3pPr algn="l">
              <a:defRPr sz="1800" b="0">
                <a:solidFill>
                  <a:srgbClr val="566A80"/>
                </a:solidFill>
                <a:latin typeface="Noto Sans Kr"/>
                <a:ea typeface="Noto Sans Kr"/>
                <a:cs typeface="Noto Sans Kr"/>
              </a:defRPr>
            </a:lvl3pPr>
            <a:lvl4pPr algn="l">
              <a:defRPr sz="1800" b="0">
                <a:solidFill>
                  <a:srgbClr val="566A80"/>
                </a:solidFill>
                <a:latin typeface="Noto Sans Kr"/>
                <a:ea typeface="Noto Sans Kr"/>
                <a:cs typeface="Noto Sans Kr"/>
              </a:defRPr>
            </a:lvl4pPr>
            <a:lvl5pPr algn="l">
              <a:defRPr sz="1800" b="0">
                <a:solidFill>
                  <a:srgbClr val="566A80"/>
                </a:solidFill>
                <a:latin typeface="Noto Sans Kr"/>
                <a:ea typeface="Noto Sans Kr"/>
                <a:cs typeface="Noto Sans Kr"/>
              </a:defRPr>
            </a:lvl5pPr>
            <a:lvl6pPr algn="l">
              <a:defRPr sz="1800" b="0">
                <a:solidFill>
                  <a:srgbClr val="566A80"/>
                </a:solidFill>
                <a:latin typeface="Noto Sans Kr"/>
                <a:ea typeface="Noto Sans Kr"/>
                <a:cs typeface="Noto Sans Kr"/>
              </a:defRPr>
            </a:lvl6pPr>
            <a:lvl7pPr algn="l">
              <a:defRPr sz="1800" b="0">
                <a:solidFill>
                  <a:srgbClr val="566A80"/>
                </a:solidFill>
                <a:latin typeface="Noto Sans Kr"/>
                <a:ea typeface="Noto Sans Kr"/>
                <a:cs typeface="Noto Sans Kr"/>
              </a:defRPr>
            </a:lvl7pPr>
            <a:lvl8pPr algn="l">
              <a:defRPr sz="1800" b="0">
                <a:solidFill>
                  <a:srgbClr val="566A80"/>
                </a:solidFill>
                <a:latin typeface="Noto Sans Kr"/>
                <a:ea typeface="Noto Sans Kr"/>
                <a:cs typeface="Noto Sans Kr"/>
              </a:defRPr>
            </a:lvl8pPr>
            <a:lvl9pPr algn="l">
              <a:defRPr sz="1800" b="0">
                <a:solidFill>
                  <a:srgbClr val="566A80"/>
                </a:solidFill>
                <a:latin typeface="Noto Sans Kr"/>
                <a:ea typeface="Noto Sans Kr"/>
                <a:cs typeface="Noto Sans Kr"/>
              </a:defRPr>
            </a:lvl9pPr>
          </a:lstStyle>
          <a:p xmlns:a="http://schemas.openxmlformats.org/drawingml/2006/main">
            <a:pPr algn="l">
              <a:defRPr sz="1800" b="0">
                <a:solidFill>
                  <a:srgbClr val="566A80"/>
                </a:solidFill>
                <a:latin typeface="Noto Sans Kr"/>
                <a:ea typeface="Noto Sans Kr"/>
                <a:cs typeface="Noto Sans Kr"/>
              </a:defRPr>
            </a:pPr>
            <a:r>
              <a:rPr sz="1800" b="0">
                <a:solidFill>
                  <a:srgbClr val="566A80"/>
                </a:solidFill>
                <a:latin typeface="Noto Sans Kr"/>
                <a:ea typeface="Noto Sans Kr"/>
                <a:cs typeface="Noto Sans Kr"/>
              </a:rPr>
              <a:t>별도 입력 검사: 거절 5건 생성 0토큰 / 2026-10-21 보존 실행·교육용 합성 관측</a:t>
            </a:r>
          </a:p>
        </p:txBody>
      </p:sp>
      <p:cxnSp>
        <p:nvCxnSpPr>
          <p:cNvPr id="6" name="footer-rule">
            <a:extLst xmlns:a="http://schemas.openxmlformats.org/drawingml/2006/main">
              <a:ext uri="{FF2B5EF4-FFF2-40B4-BE49-F238E27FC236}">
                <a16:creationId xmlns:a16="http://schemas.microsoft.com/office/drawing/2014/main" id="{30B495B0-6B5B-42EB-ABA0-EE5E78C23B7A}"/>
              </a:ext>
            </a:extLst>
          </p:cNvPr>
          <p:cNvCxnSpPr/>
          <p:nvPr/>
        </p:nvCxnSpPr>
        <p:spPr>
          <a:xfrm xmlns:a="http://schemas.openxmlformats.org/drawingml/2006/main">
            <a:off x="1143000" y="9353550"/>
            <a:ext cx="16002000" cy="0"/>
          </a:xfrm>
          <a:prstGeom xmlns:a="http://schemas.openxmlformats.org/drawingml/2006/main" prst="straightConnector1">
            <a:avLst/>
          </a:prstGeom>
          <a:ln xmlns:a="http://schemas.openxmlformats.org/drawingml/2006/main" w="28575">
            <a:solidFill>
              <a:srgbClr val="DDE5EE"/>
            </a:solidFill>
          </a:ln>
        </p:spPr>
      </p:cxnSp>
      <p:sp>
        <p:nvSpPr>
          <p:cNvPr id="7" name="footer">
            <a:extLst xmlns:a="http://schemas.openxmlformats.org/drawingml/2006/main">
              <a:ext uri="{FF2B5EF4-FFF2-40B4-BE49-F238E27FC236}">
                <a16:creationId xmlns:a16="http://schemas.microsoft.com/office/drawing/2014/main" id="{2DEFEC2C-C845-4444-B081-1AC7E7AEB27F}"/>
              </a:ext>
            </a:extLst>
          </p:cNvPr>
          <p:cNvSpPr>
            <a:spLocks xmlns:a="http://schemas.openxmlformats.org/drawingml/2006/main" noGrp="1"/>
          </p:cNvSpPr>
          <p:nvPr/>
        </p:nvSpPr>
        <p:spPr>
          <a:xfrm xmlns:a="http://schemas.openxmlformats.org/drawingml/2006/main">
            <a:off x="1143000" y="9553575"/>
            <a:ext cx="12382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1650" b="0">
                <a:solidFill>
                  <a:srgbClr val="566A80"/>
                </a:solidFill>
                <a:latin typeface="Noto Sans Kr"/>
                <a:ea typeface="Noto Sans Kr"/>
                <a:cs typeface="Noto Sans Kr"/>
              </a:defRPr>
            </a:defPPr>
            <a:lvl1pPr algn="l">
              <a:defRPr sz="1650" b="0">
                <a:solidFill>
                  <a:srgbClr val="566A80"/>
                </a:solidFill>
                <a:latin typeface="Noto Sans Kr"/>
                <a:ea typeface="Noto Sans Kr"/>
                <a:cs typeface="Noto Sans Kr"/>
              </a:defRPr>
            </a:lvl1pPr>
            <a:lvl2pPr algn="l">
              <a:defRPr sz="1650" b="0">
                <a:solidFill>
                  <a:srgbClr val="566A80"/>
                </a:solidFill>
                <a:latin typeface="Noto Sans Kr"/>
                <a:ea typeface="Noto Sans Kr"/>
                <a:cs typeface="Noto Sans Kr"/>
              </a:defRPr>
            </a:lvl2pPr>
            <a:lvl3pPr algn="l">
              <a:defRPr sz="1650" b="0">
                <a:solidFill>
                  <a:srgbClr val="566A80"/>
                </a:solidFill>
                <a:latin typeface="Noto Sans Kr"/>
                <a:ea typeface="Noto Sans Kr"/>
                <a:cs typeface="Noto Sans Kr"/>
              </a:defRPr>
            </a:lvl3pPr>
            <a:lvl4pPr algn="l">
              <a:defRPr sz="1650" b="0">
                <a:solidFill>
                  <a:srgbClr val="566A80"/>
                </a:solidFill>
                <a:latin typeface="Noto Sans Kr"/>
                <a:ea typeface="Noto Sans Kr"/>
                <a:cs typeface="Noto Sans Kr"/>
              </a:defRPr>
            </a:lvl4pPr>
            <a:lvl5pPr algn="l">
              <a:defRPr sz="1650" b="0">
                <a:solidFill>
                  <a:srgbClr val="566A80"/>
                </a:solidFill>
                <a:latin typeface="Noto Sans Kr"/>
                <a:ea typeface="Noto Sans Kr"/>
                <a:cs typeface="Noto Sans Kr"/>
              </a:defRPr>
            </a:lvl5pPr>
            <a:lvl6pPr algn="l">
              <a:defRPr sz="1650" b="0">
                <a:solidFill>
                  <a:srgbClr val="566A80"/>
                </a:solidFill>
                <a:latin typeface="Noto Sans Kr"/>
                <a:ea typeface="Noto Sans Kr"/>
                <a:cs typeface="Noto Sans Kr"/>
              </a:defRPr>
            </a:lvl6pPr>
            <a:lvl7pPr algn="l">
              <a:defRPr sz="1650" b="0">
                <a:solidFill>
                  <a:srgbClr val="566A80"/>
                </a:solidFill>
                <a:latin typeface="Noto Sans Kr"/>
                <a:ea typeface="Noto Sans Kr"/>
                <a:cs typeface="Noto Sans Kr"/>
              </a:defRPr>
            </a:lvl7pPr>
            <a:lvl8pPr algn="l">
              <a:defRPr sz="1650" b="0">
                <a:solidFill>
                  <a:srgbClr val="566A80"/>
                </a:solidFill>
                <a:latin typeface="Noto Sans Kr"/>
                <a:ea typeface="Noto Sans Kr"/>
                <a:cs typeface="Noto Sans Kr"/>
              </a:defRPr>
            </a:lvl8pPr>
            <a:lvl9pPr algn="l">
              <a:defRPr sz="1650" b="0">
                <a:solidFill>
                  <a:srgbClr val="566A80"/>
                </a:solidFill>
                <a:latin typeface="Noto Sans Kr"/>
                <a:ea typeface="Noto Sans Kr"/>
                <a:cs typeface="Noto Sans Kr"/>
              </a:defRPr>
            </a:lvl9pPr>
          </a:lstStyle>
          <a:p xmlns:a="http://schemas.openxmlformats.org/drawingml/2006/main">
            <a:pPr algn="l">
              <a:defRPr sz="1650" b="0">
                <a:solidFill>
                  <a:srgbClr val="566A80"/>
                </a:solidFill>
                <a:latin typeface="Noto Sans Kr"/>
                <a:ea typeface="Noto Sans Kr"/>
                <a:cs typeface="Noto Sans Kr"/>
              </a:defRPr>
            </a:pPr>
            <a:r>
              <a:rPr sz="1650" b="0">
                <a:solidFill>
                  <a:srgbClr val="566A80"/>
                </a:solidFill>
                <a:latin typeface="Noto Sans Kr"/>
                <a:ea typeface="Noto Sans Kr"/>
                <a:cs typeface="Noto Sans Kr"/>
              </a:rPr>
              <a:t>SKALA 광주 2반   G066 정준용</a:t>
            </a:r>
          </a:p>
        </p:txBody>
      </p:sp>
      <p:sp>
        <p:nvSpPr>
          <p:cNvPr id="8" name="result-metric-0">
            <a:extLst xmlns:a="http://schemas.openxmlformats.org/drawingml/2006/main">
              <a:ext uri="{FF2B5EF4-FFF2-40B4-BE49-F238E27FC236}">
                <a16:creationId xmlns:a16="http://schemas.microsoft.com/office/drawing/2014/main" id="{406F9DBB-8363-4875-857F-08C47F991236}"/>
              </a:ext>
            </a:extLst>
          </p:cNvPr>
          <p:cNvSpPr>
            <a:spLocks xmlns:a="http://schemas.openxmlformats.org/drawingml/2006/main" noGrp="1"/>
          </p:cNvSpPr>
          <p:nvPr/>
        </p:nvSpPr>
        <p:spPr>
          <a:xfrm xmlns:a="http://schemas.openxmlformats.org/drawingml/2006/main">
            <a:off x="1143000" y="3286125"/>
            <a:ext cx="4572000" cy="1409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8250" b="1">
                <a:solidFill>
                  <a:srgbClr val="2B5BEB"/>
                </a:solidFill>
                <a:latin typeface="Noto Sans Bold"/>
                <a:ea typeface="Noto Sans Bold"/>
                <a:cs typeface="Noto Sans Bold"/>
              </a:defRPr>
            </a:defPPr>
            <a:lvl1pPr algn="l">
              <a:defRPr sz="8250" b="1">
                <a:solidFill>
                  <a:srgbClr val="2B5BEB"/>
                </a:solidFill>
                <a:latin typeface="Noto Sans Bold"/>
                <a:ea typeface="Noto Sans Bold"/>
                <a:cs typeface="Noto Sans Bold"/>
              </a:defRPr>
            </a:lvl1pPr>
            <a:lvl2pPr algn="l">
              <a:defRPr sz="8250" b="1">
                <a:solidFill>
                  <a:srgbClr val="2B5BEB"/>
                </a:solidFill>
                <a:latin typeface="Noto Sans Bold"/>
                <a:ea typeface="Noto Sans Bold"/>
                <a:cs typeface="Noto Sans Bold"/>
              </a:defRPr>
            </a:lvl2pPr>
            <a:lvl3pPr algn="l">
              <a:defRPr sz="8250" b="1">
                <a:solidFill>
                  <a:srgbClr val="2B5BEB"/>
                </a:solidFill>
                <a:latin typeface="Noto Sans Bold"/>
                <a:ea typeface="Noto Sans Bold"/>
                <a:cs typeface="Noto Sans Bold"/>
              </a:defRPr>
            </a:lvl3pPr>
            <a:lvl4pPr algn="l">
              <a:defRPr sz="8250" b="1">
                <a:solidFill>
                  <a:srgbClr val="2B5BEB"/>
                </a:solidFill>
                <a:latin typeface="Noto Sans Bold"/>
                <a:ea typeface="Noto Sans Bold"/>
                <a:cs typeface="Noto Sans Bold"/>
              </a:defRPr>
            </a:lvl4pPr>
            <a:lvl5pPr algn="l">
              <a:defRPr sz="8250" b="1">
                <a:solidFill>
                  <a:srgbClr val="2B5BEB"/>
                </a:solidFill>
                <a:latin typeface="Noto Sans Bold"/>
                <a:ea typeface="Noto Sans Bold"/>
                <a:cs typeface="Noto Sans Bold"/>
              </a:defRPr>
            </a:lvl5pPr>
            <a:lvl6pPr algn="l">
              <a:defRPr sz="8250" b="1">
                <a:solidFill>
                  <a:srgbClr val="2B5BEB"/>
                </a:solidFill>
                <a:latin typeface="Noto Sans Bold"/>
                <a:ea typeface="Noto Sans Bold"/>
                <a:cs typeface="Noto Sans Bold"/>
              </a:defRPr>
            </a:lvl6pPr>
            <a:lvl7pPr algn="l">
              <a:defRPr sz="8250" b="1">
                <a:solidFill>
                  <a:srgbClr val="2B5BEB"/>
                </a:solidFill>
                <a:latin typeface="Noto Sans Bold"/>
                <a:ea typeface="Noto Sans Bold"/>
                <a:cs typeface="Noto Sans Bold"/>
              </a:defRPr>
            </a:lvl7pPr>
            <a:lvl8pPr algn="l">
              <a:defRPr sz="8250" b="1">
                <a:solidFill>
                  <a:srgbClr val="2B5BEB"/>
                </a:solidFill>
                <a:latin typeface="Noto Sans Bold"/>
                <a:ea typeface="Noto Sans Bold"/>
                <a:cs typeface="Noto Sans Bold"/>
              </a:defRPr>
            </a:lvl8pPr>
            <a:lvl9pPr algn="l">
              <a:defRPr sz="8250" b="1">
                <a:solidFill>
                  <a:srgbClr val="2B5BEB"/>
                </a:solidFill>
                <a:latin typeface="Noto Sans Bold"/>
                <a:ea typeface="Noto Sans Bold"/>
                <a:cs typeface="Noto Sans Bold"/>
              </a:defRPr>
            </a:lvl9pPr>
          </a:lstStyle>
          <a:p xmlns:a="http://schemas.openxmlformats.org/drawingml/2006/main">
            <a:pPr algn="l">
              <a:defRPr sz="8250" b="1">
                <a:solidFill>
                  <a:srgbClr val="2B5BEB"/>
                </a:solidFill>
                <a:latin typeface="Noto Sans Bold"/>
                <a:ea typeface="Noto Sans Bold"/>
                <a:cs typeface="Noto Sans Bold"/>
              </a:defRPr>
            </a:pPr>
            <a:r>
              <a:rPr sz="8250" b="1">
                <a:solidFill>
                  <a:srgbClr val="2B5BEB"/>
                </a:solidFill>
                <a:latin typeface="Noto Sans Bold"/>
                <a:ea typeface="Noto Sans Bold"/>
                <a:cs typeface="Noto Sans Bold"/>
              </a:rPr>
              <a:t>99</a:t>
            </a:r>
          </a:p>
        </p:txBody>
      </p:sp>
      <p:sp>
        <p:nvSpPr>
          <p:cNvPr id="9" name="result-label-0">
            <a:extLst xmlns:a="http://schemas.openxmlformats.org/drawingml/2006/main">
              <a:ext uri="{FF2B5EF4-FFF2-40B4-BE49-F238E27FC236}">
                <a16:creationId xmlns:a16="http://schemas.microsoft.com/office/drawing/2014/main" id="{99F2E669-F4E6-493F-86C9-A2935733D73D}"/>
              </a:ext>
            </a:extLst>
          </p:cNvPr>
          <p:cNvSpPr>
            <a:spLocks xmlns:a="http://schemas.openxmlformats.org/drawingml/2006/main" noGrp="1"/>
          </p:cNvSpPr>
          <p:nvPr/>
        </p:nvSpPr>
        <p:spPr>
          <a:xfrm xmlns:a="http://schemas.openxmlformats.org/drawingml/2006/main">
            <a:off x="1143000" y="4762500"/>
            <a:ext cx="4572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250" b="1">
                <a:solidFill>
                  <a:srgbClr val="122C46"/>
                </a:solidFill>
                <a:latin typeface="Noto Sans Bold"/>
                <a:ea typeface="Noto Sans Bold"/>
                <a:cs typeface="Noto Sans Bold"/>
              </a:defRPr>
            </a:defPPr>
            <a:lvl1pPr algn="l">
              <a:defRPr sz="2250" b="1">
                <a:solidFill>
                  <a:srgbClr val="122C46"/>
                </a:solidFill>
                <a:latin typeface="Noto Sans Bold"/>
                <a:ea typeface="Noto Sans Bold"/>
                <a:cs typeface="Noto Sans Bold"/>
              </a:defRPr>
            </a:lvl1pPr>
            <a:lvl2pPr algn="l">
              <a:defRPr sz="2250" b="1">
                <a:solidFill>
                  <a:srgbClr val="122C46"/>
                </a:solidFill>
                <a:latin typeface="Noto Sans Bold"/>
                <a:ea typeface="Noto Sans Bold"/>
                <a:cs typeface="Noto Sans Bold"/>
              </a:defRPr>
            </a:lvl2pPr>
            <a:lvl3pPr algn="l">
              <a:defRPr sz="2250" b="1">
                <a:solidFill>
                  <a:srgbClr val="122C46"/>
                </a:solidFill>
                <a:latin typeface="Noto Sans Bold"/>
                <a:ea typeface="Noto Sans Bold"/>
                <a:cs typeface="Noto Sans Bold"/>
              </a:defRPr>
            </a:lvl3pPr>
            <a:lvl4pPr algn="l">
              <a:defRPr sz="2250" b="1">
                <a:solidFill>
                  <a:srgbClr val="122C46"/>
                </a:solidFill>
                <a:latin typeface="Noto Sans Bold"/>
                <a:ea typeface="Noto Sans Bold"/>
                <a:cs typeface="Noto Sans Bold"/>
              </a:defRPr>
            </a:lvl4pPr>
            <a:lvl5pPr algn="l">
              <a:defRPr sz="2250" b="1">
                <a:solidFill>
                  <a:srgbClr val="122C46"/>
                </a:solidFill>
                <a:latin typeface="Noto Sans Bold"/>
                <a:ea typeface="Noto Sans Bold"/>
                <a:cs typeface="Noto Sans Bold"/>
              </a:defRPr>
            </a:lvl5pPr>
            <a:lvl6pPr algn="l">
              <a:defRPr sz="2250" b="1">
                <a:solidFill>
                  <a:srgbClr val="122C46"/>
                </a:solidFill>
                <a:latin typeface="Noto Sans Bold"/>
                <a:ea typeface="Noto Sans Bold"/>
                <a:cs typeface="Noto Sans Bold"/>
              </a:defRPr>
            </a:lvl6pPr>
            <a:lvl7pPr algn="l">
              <a:defRPr sz="2250" b="1">
                <a:solidFill>
                  <a:srgbClr val="122C46"/>
                </a:solidFill>
                <a:latin typeface="Noto Sans Bold"/>
                <a:ea typeface="Noto Sans Bold"/>
                <a:cs typeface="Noto Sans Bold"/>
              </a:defRPr>
            </a:lvl7pPr>
            <a:lvl8pPr algn="l">
              <a:defRPr sz="2250" b="1">
                <a:solidFill>
                  <a:srgbClr val="122C46"/>
                </a:solidFill>
                <a:latin typeface="Noto Sans Bold"/>
                <a:ea typeface="Noto Sans Bold"/>
                <a:cs typeface="Noto Sans Bold"/>
              </a:defRPr>
            </a:lvl8pPr>
            <a:lvl9pPr algn="l">
              <a:defRPr sz="2250" b="1">
                <a:solidFill>
                  <a:srgbClr val="122C46"/>
                </a:solidFill>
                <a:latin typeface="Noto Sans Bold"/>
                <a:ea typeface="Noto Sans Bold"/>
                <a:cs typeface="Noto Sans Bold"/>
              </a:defRPr>
            </a:lvl9pPr>
          </a:lstStyle>
          <a:p xmlns:a="http://schemas.openxmlformats.org/drawingml/2006/main">
            <a:pPr algn="l">
              <a:defRPr sz="2250" b="1">
                <a:solidFill>
                  <a:srgbClr val="122C46"/>
                </a:solidFill>
                <a:latin typeface="Noto Sans Bold"/>
                <a:ea typeface="Noto Sans Bold"/>
                <a:cs typeface="Noto Sans Bold"/>
              </a:defRPr>
            </a:pPr>
            <a:r>
              <a:rPr sz="2250" b="1">
                <a:solidFill>
                  <a:srgbClr val="122C46"/>
                </a:solidFill>
                <a:latin typeface="Noto Sans Bold"/>
                <a:ea typeface="Noto Sans Bold"/>
                <a:cs typeface="Noto Sans Bold"/>
              </a:rPr>
              <a:t>자동 테스트 통과</a:t>
            </a:r>
          </a:p>
        </p:txBody>
      </p:sp>
      <p:sp>
        <p:nvSpPr>
          <p:cNvPr id="10" name="result-metric-1">
            <a:extLst xmlns:a="http://schemas.openxmlformats.org/drawingml/2006/main">
              <a:ext uri="{FF2B5EF4-FFF2-40B4-BE49-F238E27FC236}">
                <a16:creationId xmlns:a16="http://schemas.microsoft.com/office/drawing/2014/main" id="{953C875C-5ED1-466A-B985-DEBA92BC08BC}"/>
              </a:ext>
            </a:extLst>
          </p:cNvPr>
          <p:cNvSpPr>
            <a:spLocks xmlns:a="http://schemas.openxmlformats.org/drawingml/2006/main" noGrp="1"/>
          </p:cNvSpPr>
          <p:nvPr/>
        </p:nvSpPr>
        <p:spPr>
          <a:xfrm xmlns:a="http://schemas.openxmlformats.org/drawingml/2006/main">
            <a:off x="6477000" y="3286125"/>
            <a:ext cx="4572000" cy="1409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8250" b="1">
                <a:solidFill>
                  <a:srgbClr val="087F7A"/>
                </a:solidFill>
                <a:latin typeface="Noto Sans Bold"/>
                <a:ea typeface="Noto Sans Bold"/>
                <a:cs typeface="Noto Sans Bold"/>
              </a:defRPr>
            </a:defPPr>
            <a:lvl1pPr algn="l">
              <a:defRPr sz="8250" b="1">
                <a:solidFill>
                  <a:srgbClr val="087F7A"/>
                </a:solidFill>
                <a:latin typeface="Noto Sans Bold"/>
                <a:ea typeface="Noto Sans Bold"/>
                <a:cs typeface="Noto Sans Bold"/>
              </a:defRPr>
            </a:lvl1pPr>
            <a:lvl2pPr algn="l">
              <a:defRPr sz="8250" b="1">
                <a:solidFill>
                  <a:srgbClr val="087F7A"/>
                </a:solidFill>
                <a:latin typeface="Noto Sans Bold"/>
                <a:ea typeface="Noto Sans Bold"/>
                <a:cs typeface="Noto Sans Bold"/>
              </a:defRPr>
            </a:lvl2pPr>
            <a:lvl3pPr algn="l">
              <a:defRPr sz="8250" b="1">
                <a:solidFill>
                  <a:srgbClr val="087F7A"/>
                </a:solidFill>
                <a:latin typeface="Noto Sans Bold"/>
                <a:ea typeface="Noto Sans Bold"/>
                <a:cs typeface="Noto Sans Bold"/>
              </a:defRPr>
            </a:lvl3pPr>
            <a:lvl4pPr algn="l">
              <a:defRPr sz="8250" b="1">
                <a:solidFill>
                  <a:srgbClr val="087F7A"/>
                </a:solidFill>
                <a:latin typeface="Noto Sans Bold"/>
                <a:ea typeface="Noto Sans Bold"/>
                <a:cs typeface="Noto Sans Bold"/>
              </a:defRPr>
            </a:lvl4pPr>
            <a:lvl5pPr algn="l">
              <a:defRPr sz="8250" b="1">
                <a:solidFill>
                  <a:srgbClr val="087F7A"/>
                </a:solidFill>
                <a:latin typeface="Noto Sans Bold"/>
                <a:ea typeface="Noto Sans Bold"/>
                <a:cs typeface="Noto Sans Bold"/>
              </a:defRPr>
            </a:lvl5pPr>
            <a:lvl6pPr algn="l">
              <a:defRPr sz="8250" b="1">
                <a:solidFill>
                  <a:srgbClr val="087F7A"/>
                </a:solidFill>
                <a:latin typeface="Noto Sans Bold"/>
                <a:ea typeface="Noto Sans Bold"/>
                <a:cs typeface="Noto Sans Bold"/>
              </a:defRPr>
            </a:lvl6pPr>
            <a:lvl7pPr algn="l">
              <a:defRPr sz="8250" b="1">
                <a:solidFill>
                  <a:srgbClr val="087F7A"/>
                </a:solidFill>
                <a:latin typeface="Noto Sans Bold"/>
                <a:ea typeface="Noto Sans Bold"/>
                <a:cs typeface="Noto Sans Bold"/>
              </a:defRPr>
            </a:lvl7pPr>
            <a:lvl8pPr algn="l">
              <a:defRPr sz="8250" b="1">
                <a:solidFill>
                  <a:srgbClr val="087F7A"/>
                </a:solidFill>
                <a:latin typeface="Noto Sans Bold"/>
                <a:ea typeface="Noto Sans Bold"/>
                <a:cs typeface="Noto Sans Bold"/>
              </a:defRPr>
            </a:lvl8pPr>
            <a:lvl9pPr algn="l">
              <a:defRPr sz="8250" b="1">
                <a:solidFill>
                  <a:srgbClr val="087F7A"/>
                </a:solidFill>
                <a:latin typeface="Noto Sans Bold"/>
                <a:ea typeface="Noto Sans Bold"/>
                <a:cs typeface="Noto Sans Bold"/>
              </a:defRPr>
            </a:lvl9pPr>
          </a:lstStyle>
          <a:p xmlns:a="http://schemas.openxmlformats.org/drawingml/2006/main">
            <a:pPr algn="l">
              <a:defRPr sz="8250" b="1">
                <a:solidFill>
                  <a:srgbClr val="087F7A"/>
                </a:solidFill>
                <a:latin typeface="Noto Sans Bold"/>
                <a:ea typeface="Noto Sans Bold"/>
                <a:cs typeface="Noto Sans Bold"/>
              </a:defRPr>
            </a:pPr>
            <a:r>
              <a:rPr sz="8250" b="1">
                <a:solidFill>
                  <a:srgbClr val="087F7A"/>
                </a:solidFill>
                <a:latin typeface="Noto Sans Bold"/>
                <a:ea typeface="Noto Sans Bold"/>
                <a:cs typeface="Noto Sans Bold"/>
              </a:rPr>
              <a:t>6/6</a:t>
            </a:r>
          </a:p>
        </p:txBody>
      </p:sp>
      <p:sp>
        <p:nvSpPr>
          <p:cNvPr id="11" name="result-label-1">
            <a:extLst xmlns:a="http://schemas.openxmlformats.org/drawingml/2006/main">
              <a:ext uri="{FF2B5EF4-FFF2-40B4-BE49-F238E27FC236}">
                <a16:creationId xmlns:a16="http://schemas.microsoft.com/office/drawing/2014/main" id="{A9CD7EFC-8561-48F1-B3B8-4126B3B584ED}"/>
              </a:ext>
            </a:extLst>
          </p:cNvPr>
          <p:cNvSpPr>
            <a:spLocks xmlns:a="http://schemas.openxmlformats.org/drawingml/2006/main" noGrp="1"/>
          </p:cNvSpPr>
          <p:nvPr/>
        </p:nvSpPr>
        <p:spPr>
          <a:xfrm xmlns:a="http://schemas.openxmlformats.org/drawingml/2006/main">
            <a:off x="6477000" y="4762500"/>
            <a:ext cx="4572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250" b="1">
                <a:solidFill>
                  <a:srgbClr val="122C46"/>
                </a:solidFill>
                <a:latin typeface="Noto Sans Bold"/>
                <a:ea typeface="Noto Sans Bold"/>
                <a:cs typeface="Noto Sans Bold"/>
              </a:defRPr>
            </a:defPPr>
            <a:lvl1pPr algn="l">
              <a:defRPr sz="2250" b="1">
                <a:solidFill>
                  <a:srgbClr val="122C46"/>
                </a:solidFill>
                <a:latin typeface="Noto Sans Bold"/>
                <a:ea typeface="Noto Sans Bold"/>
                <a:cs typeface="Noto Sans Bold"/>
              </a:defRPr>
            </a:lvl1pPr>
            <a:lvl2pPr algn="l">
              <a:defRPr sz="2250" b="1">
                <a:solidFill>
                  <a:srgbClr val="122C46"/>
                </a:solidFill>
                <a:latin typeface="Noto Sans Bold"/>
                <a:ea typeface="Noto Sans Bold"/>
                <a:cs typeface="Noto Sans Bold"/>
              </a:defRPr>
            </a:lvl2pPr>
            <a:lvl3pPr algn="l">
              <a:defRPr sz="2250" b="1">
                <a:solidFill>
                  <a:srgbClr val="122C46"/>
                </a:solidFill>
                <a:latin typeface="Noto Sans Bold"/>
                <a:ea typeface="Noto Sans Bold"/>
                <a:cs typeface="Noto Sans Bold"/>
              </a:defRPr>
            </a:lvl3pPr>
            <a:lvl4pPr algn="l">
              <a:defRPr sz="2250" b="1">
                <a:solidFill>
                  <a:srgbClr val="122C46"/>
                </a:solidFill>
                <a:latin typeface="Noto Sans Bold"/>
                <a:ea typeface="Noto Sans Bold"/>
                <a:cs typeface="Noto Sans Bold"/>
              </a:defRPr>
            </a:lvl4pPr>
            <a:lvl5pPr algn="l">
              <a:defRPr sz="2250" b="1">
                <a:solidFill>
                  <a:srgbClr val="122C46"/>
                </a:solidFill>
                <a:latin typeface="Noto Sans Bold"/>
                <a:ea typeface="Noto Sans Bold"/>
                <a:cs typeface="Noto Sans Bold"/>
              </a:defRPr>
            </a:lvl5pPr>
            <a:lvl6pPr algn="l">
              <a:defRPr sz="2250" b="1">
                <a:solidFill>
                  <a:srgbClr val="122C46"/>
                </a:solidFill>
                <a:latin typeface="Noto Sans Bold"/>
                <a:ea typeface="Noto Sans Bold"/>
                <a:cs typeface="Noto Sans Bold"/>
              </a:defRPr>
            </a:lvl6pPr>
            <a:lvl7pPr algn="l">
              <a:defRPr sz="2250" b="1">
                <a:solidFill>
                  <a:srgbClr val="122C46"/>
                </a:solidFill>
                <a:latin typeface="Noto Sans Bold"/>
                <a:ea typeface="Noto Sans Bold"/>
                <a:cs typeface="Noto Sans Bold"/>
              </a:defRPr>
            </a:lvl7pPr>
            <a:lvl8pPr algn="l">
              <a:defRPr sz="2250" b="1">
                <a:solidFill>
                  <a:srgbClr val="122C46"/>
                </a:solidFill>
                <a:latin typeface="Noto Sans Bold"/>
                <a:ea typeface="Noto Sans Bold"/>
                <a:cs typeface="Noto Sans Bold"/>
              </a:defRPr>
            </a:lvl8pPr>
            <a:lvl9pPr algn="l">
              <a:defRPr sz="2250" b="1">
                <a:solidFill>
                  <a:srgbClr val="122C46"/>
                </a:solidFill>
                <a:latin typeface="Noto Sans Bold"/>
                <a:ea typeface="Noto Sans Bold"/>
                <a:cs typeface="Noto Sans Bold"/>
              </a:defRPr>
            </a:lvl9pPr>
          </a:lstStyle>
          <a:p xmlns:a="http://schemas.openxmlformats.org/drawingml/2006/main">
            <a:pPr algn="l">
              <a:defRPr sz="2250" b="1">
                <a:solidFill>
                  <a:srgbClr val="122C46"/>
                </a:solidFill>
                <a:latin typeface="Noto Sans Bold"/>
                <a:ea typeface="Noto Sans Bold"/>
                <a:cs typeface="Noto Sans Bold"/>
              </a:defRPr>
            </a:pPr>
            <a:r>
              <a:rPr sz="2250" b="1">
                <a:solidFill>
                  <a:srgbClr val="122C46"/>
                </a:solidFill>
                <a:latin typeface="Noto Sans Bold"/>
                <a:ea typeface="Noto Sans Bold"/>
                <a:cs typeface="Noto Sans Bold"/>
              </a:rPr>
              <a:t>가설 조사 기능*</a:t>
            </a:r>
          </a:p>
        </p:txBody>
      </p:sp>
      <p:sp>
        <p:nvSpPr>
          <p:cNvPr id="12" name="result-metric-2">
            <a:extLst xmlns:a="http://schemas.openxmlformats.org/drawingml/2006/main">
              <a:ext uri="{FF2B5EF4-FFF2-40B4-BE49-F238E27FC236}">
                <a16:creationId xmlns:a16="http://schemas.microsoft.com/office/drawing/2014/main" id="{65E0DBAB-2E5B-4BFB-8F73-54ED5A865B3C}"/>
              </a:ext>
            </a:extLst>
          </p:cNvPr>
          <p:cNvSpPr>
            <a:spLocks xmlns:a="http://schemas.openxmlformats.org/drawingml/2006/main" noGrp="1"/>
          </p:cNvSpPr>
          <p:nvPr/>
        </p:nvSpPr>
        <p:spPr>
          <a:xfrm xmlns:a="http://schemas.openxmlformats.org/drawingml/2006/main">
            <a:off x="11811000" y="3286125"/>
            <a:ext cx="4572000" cy="1409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8250" b="1">
                <a:solidFill>
                  <a:srgbClr val="B66A19"/>
                </a:solidFill>
                <a:latin typeface="Noto Sans Bold"/>
                <a:ea typeface="Noto Sans Bold"/>
                <a:cs typeface="Noto Sans Bold"/>
              </a:defRPr>
            </a:defPPr>
            <a:lvl1pPr algn="l">
              <a:defRPr sz="8250" b="1">
                <a:solidFill>
                  <a:srgbClr val="B66A19"/>
                </a:solidFill>
                <a:latin typeface="Noto Sans Bold"/>
                <a:ea typeface="Noto Sans Bold"/>
                <a:cs typeface="Noto Sans Bold"/>
              </a:defRPr>
            </a:lvl1pPr>
            <a:lvl2pPr algn="l">
              <a:defRPr sz="8250" b="1">
                <a:solidFill>
                  <a:srgbClr val="B66A19"/>
                </a:solidFill>
                <a:latin typeface="Noto Sans Bold"/>
                <a:ea typeface="Noto Sans Bold"/>
                <a:cs typeface="Noto Sans Bold"/>
              </a:defRPr>
            </a:lvl2pPr>
            <a:lvl3pPr algn="l">
              <a:defRPr sz="8250" b="1">
                <a:solidFill>
                  <a:srgbClr val="B66A19"/>
                </a:solidFill>
                <a:latin typeface="Noto Sans Bold"/>
                <a:ea typeface="Noto Sans Bold"/>
                <a:cs typeface="Noto Sans Bold"/>
              </a:defRPr>
            </a:lvl3pPr>
            <a:lvl4pPr algn="l">
              <a:defRPr sz="8250" b="1">
                <a:solidFill>
                  <a:srgbClr val="B66A19"/>
                </a:solidFill>
                <a:latin typeface="Noto Sans Bold"/>
                <a:ea typeface="Noto Sans Bold"/>
                <a:cs typeface="Noto Sans Bold"/>
              </a:defRPr>
            </a:lvl4pPr>
            <a:lvl5pPr algn="l">
              <a:defRPr sz="8250" b="1">
                <a:solidFill>
                  <a:srgbClr val="B66A19"/>
                </a:solidFill>
                <a:latin typeface="Noto Sans Bold"/>
                <a:ea typeface="Noto Sans Bold"/>
                <a:cs typeface="Noto Sans Bold"/>
              </a:defRPr>
            </a:lvl5pPr>
            <a:lvl6pPr algn="l">
              <a:defRPr sz="8250" b="1">
                <a:solidFill>
                  <a:srgbClr val="B66A19"/>
                </a:solidFill>
                <a:latin typeface="Noto Sans Bold"/>
                <a:ea typeface="Noto Sans Bold"/>
                <a:cs typeface="Noto Sans Bold"/>
              </a:defRPr>
            </a:lvl6pPr>
            <a:lvl7pPr algn="l">
              <a:defRPr sz="8250" b="1">
                <a:solidFill>
                  <a:srgbClr val="B66A19"/>
                </a:solidFill>
                <a:latin typeface="Noto Sans Bold"/>
                <a:ea typeface="Noto Sans Bold"/>
                <a:cs typeface="Noto Sans Bold"/>
              </a:defRPr>
            </a:lvl7pPr>
            <a:lvl8pPr algn="l">
              <a:defRPr sz="8250" b="1">
                <a:solidFill>
                  <a:srgbClr val="B66A19"/>
                </a:solidFill>
                <a:latin typeface="Noto Sans Bold"/>
                <a:ea typeface="Noto Sans Bold"/>
                <a:cs typeface="Noto Sans Bold"/>
              </a:defRPr>
            </a:lvl8pPr>
            <a:lvl9pPr algn="l">
              <a:defRPr sz="8250" b="1">
                <a:solidFill>
                  <a:srgbClr val="B66A19"/>
                </a:solidFill>
                <a:latin typeface="Noto Sans Bold"/>
                <a:ea typeface="Noto Sans Bold"/>
                <a:cs typeface="Noto Sans Bold"/>
              </a:defRPr>
            </a:lvl9pPr>
          </a:lstStyle>
          <a:p xmlns:a="http://schemas.openxmlformats.org/drawingml/2006/main">
            <a:pPr algn="l">
              <a:defRPr sz="8250" b="1">
                <a:solidFill>
                  <a:srgbClr val="B66A19"/>
                </a:solidFill>
                <a:latin typeface="Noto Sans Bold"/>
                <a:ea typeface="Noto Sans Bold"/>
                <a:cs typeface="Noto Sans Bold"/>
              </a:defRPr>
            </a:pPr>
            <a:r>
              <a:rPr sz="8250" b="1">
                <a:solidFill>
                  <a:srgbClr val="B66A19"/>
                </a:solidFill>
                <a:latin typeface="Noto Sans Bold"/>
                <a:ea typeface="Noto Sans Bold"/>
                <a:cs typeface="Noto Sans Bold"/>
              </a:rPr>
              <a:t>5/6</a:t>
            </a:r>
          </a:p>
        </p:txBody>
      </p:sp>
      <p:sp>
        <p:nvSpPr>
          <p:cNvPr id="13" name="result-label-2">
            <a:extLst xmlns:a="http://schemas.openxmlformats.org/drawingml/2006/main">
              <a:ext uri="{FF2B5EF4-FFF2-40B4-BE49-F238E27FC236}">
                <a16:creationId xmlns:a16="http://schemas.microsoft.com/office/drawing/2014/main" id="{F90A505F-6F8D-496A-B427-06BFD4AC5CA1}"/>
              </a:ext>
            </a:extLst>
          </p:cNvPr>
          <p:cNvSpPr>
            <a:spLocks xmlns:a="http://schemas.openxmlformats.org/drawingml/2006/main" noGrp="1"/>
          </p:cNvSpPr>
          <p:nvPr/>
        </p:nvSpPr>
        <p:spPr>
          <a:xfrm xmlns:a="http://schemas.openxmlformats.org/drawingml/2006/main">
            <a:off x="11811000" y="4762500"/>
            <a:ext cx="4572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250" b="1">
                <a:solidFill>
                  <a:srgbClr val="122C46"/>
                </a:solidFill>
                <a:latin typeface="Noto Sans Bold"/>
                <a:ea typeface="Noto Sans Bold"/>
                <a:cs typeface="Noto Sans Bold"/>
              </a:defRPr>
            </a:defPPr>
            <a:lvl1pPr algn="l">
              <a:defRPr sz="2250" b="1">
                <a:solidFill>
                  <a:srgbClr val="122C46"/>
                </a:solidFill>
                <a:latin typeface="Noto Sans Bold"/>
                <a:ea typeface="Noto Sans Bold"/>
                <a:cs typeface="Noto Sans Bold"/>
              </a:defRPr>
            </a:lvl1pPr>
            <a:lvl2pPr algn="l">
              <a:defRPr sz="2250" b="1">
                <a:solidFill>
                  <a:srgbClr val="122C46"/>
                </a:solidFill>
                <a:latin typeface="Noto Sans Bold"/>
                <a:ea typeface="Noto Sans Bold"/>
                <a:cs typeface="Noto Sans Bold"/>
              </a:defRPr>
            </a:lvl2pPr>
            <a:lvl3pPr algn="l">
              <a:defRPr sz="2250" b="1">
                <a:solidFill>
                  <a:srgbClr val="122C46"/>
                </a:solidFill>
                <a:latin typeface="Noto Sans Bold"/>
                <a:ea typeface="Noto Sans Bold"/>
                <a:cs typeface="Noto Sans Bold"/>
              </a:defRPr>
            </a:lvl3pPr>
            <a:lvl4pPr algn="l">
              <a:defRPr sz="2250" b="1">
                <a:solidFill>
                  <a:srgbClr val="122C46"/>
                </a:solidFill>
                <a:latin typeface="Noto Sans Bold"/>
                <a:ea typeface="Noto Sans Bold"/>
                <a:cs typeface="Noto Sans Bold"/>
              </a:defRPr>
            </a:lvl4pPr>
            <a:lvl5pPr algn="l">
              <a:defRPr sz="2250" b="1">
                <a:solidFill>
                  <a:srgbClr val="122C46"/>
                </a:solidFill>
                <a:latin typeface="Noto Sans Bold"/>
                <a:ea typeface="Noto Sans Bold"/>
                <a:cs typeface="Noto Sans Bold"/>
              </a:defRPr>
            </a:lvl5pPr>
            <a:lvl6pPr algn="l">
              <a:defRPr sz="2250" b="1">
                <a:solidFill>
                  <a:srgbClr val="122C46"/>
                </a:solidFill>
                <a:latin typeface="Noto Sans Bold"/>
                <a:ea typeface="Noto Sans Bold"/>
                <a:cs typeface="Noto Sans Bold"/>
              </a:defRPr>
            </a:lvl6pPr>
            <a:lvl7pPr algn="l">
              <a:defRPr sz="2250" b="1">
                <a:solidFill>
                  <a:srgbClr val="122C46"/>
                </a:solidFill>
                <a:latin typeface="Noto Sans Bold"/>
                <a:ea typeface="Noto Sans Bold"/>
                <a:cs typeface="Noto Sans Bold"/>
              </a:defRPr>
            </a:lvl7pPr>
            <a:lvl8pPr algn="l">
              <a:defRPr sz="2250" b="1">
                <a:solidFill>
                  <a:srgbClr val="122C46"/>
                </a:solidFill>
                <a:latin typeface="Noto Sans Bold"/>
                <a:ea typeface="Noto Sans Bold"/>
                <a:cs typeface="Noto Sans Bold"/>
              </a:defRPr>
            </a:lvl8pPr>
            <a:lvl9pPr algn="l">
              <a:defRPr sz="2250" b="1">
                <a:solidFill>
                  <a:srgbClr val="122C46"/>
                </a:solidFill>
                <a:latin typeface="Noto Sans Bold"/>
                <a:ea typeface="Noto Sans Bold"/>
                <a:cs typeface="Noto Sans Bold"/>
              </a:defRPr>
            </a:lvl9pPr>
          </a:lstStyle>
          <a:p xmlns:a="http://schemas.openxmlformats.org/drawingml/2006/main">
            <a:pPr algn="l">
              <a:defRPr sz="2250" b="1">
                <a:solidFill>
                  <a:srgbClr val="122C46"/>
                </a:solidFill>
                <a:latin typeface="Noto Sans Bold"/>
                <a:ea typeface="Noto Sans Bold"/>
                <a:cs typeface="Noto Sans Bold"/>
              </a:defRPr>
            </a:pPr>
            <a:r>
              <a:rPr sz="2250" b="1">
                <a:solidFill>
                  <a:srgbClr val="122C46"/>
                </a:solidFill>
                <a:latin typeface="Noto Sans Bold"/>
                <a:ea typeface="Noto Sans Bold"/>
                <a:cs typeface="Noto Sans Bold"/>
              </a:rPr>
              <a:t>Judge 포함 종합*</a:t>
            </a:r>
          </a:p>
        </p:txBody>
      </p:sp>
      <p:cxnSp>
        <p:nvCxnSpPr>
          <p:cNvPr id="14" name="metric-rule-1">
            <a:extLst xmlns:a="http://schemas.openxmlformats.org/drawingml/2006/main">
              <a:ext uri="{FF2B5EF4-FFF2-40B4-BE49-F238E27FC236}">
                <a16:creationId xmlns:a16="http://schemas.microsoft.com/office/drawing/2014/main" id="{B087A91C-3911-4F7C-8F75-6183C37D65D1}"/>
              </a:ext>
            </a:extLst>
          </p:cNvPr>
          <p:cNvCxnSpPr/>
          <p:nvPr/>
        </p:nvCxnSpPr>
        <p:spPr>
          <a:xfrm xmlns:a="http://schemas.openxmlformats.org/drawingml/2006/main">
            <a:off x="5905500" y="3476625"/>
            <a:ext cx="0" cy="1571625"/>
          </a:xfrm>
          <a:prstGeom xmlns:a="http://schemas.openxmlformats.org/drawingml/2006/main" prst="straightConnector1">
            <a:avLst/>
          </a:prstGeom>
          <a:ln xmlns:a="http://schemas.openxmlformats.org/drawingml/2006/main" w="28575">
            <a:solidFill>
              <a:srgbClr val="DDE5EE"/>
            </a:solidFill>
          </a:ln>
        </p:spPr>
      </p:cxnSp>
      <p:cxnSp>
        <p:nvCxnSpPr>
          <p:cNvPr id="15" name="metric-rule-2">
            <a:extLst xmlns:a="http://schemas.openxmlformats.org/drawingml/2006/main">
              <a:ext uri="{FF2B5EF4-FFF2-40B4-BE49-F238E27FC236}">
                <a16:creationId xmlns:a16="http://schemas.microsoft.com/office/drawing/2014/main" id="{5E2498A9-ACC4-4C5A-96A6-7BF5354A00D3}"/>
              </a:ext>
            </a:extLst>
          </p:cNvPr>
          <p:cNvCxnSpPr/>
          <p:nvPr/>
        </p:nvCxnSpPr>
        <p:spPr>
          <a:xfrm xmlns:a="http://schemas.openxmlformats.org/drawingml/2006/main">
            <a:off x="11239500" y="3476625"/>
            <a:ext cx="0" cy="1571625"/>
          </a:xfrm>
          <a:prstGeom xmlns:a="http://schemas.openxmlformats.org/drawingml/2006/main" prst="straightConnector1">
            <a:avLst/>
          </a:prstGeom>
          <a:ln xmlns:a="http://schemas.openxmlformats.org/drawingml/2006/main" w="28575">
            <a:solidFill>
              <a:srgbClr val="DDE5EE"/>
            </a:solidFill>
          </a:ln>
        </p:spPr>
      </p:cxnSp>
      <p:sp>
        <p:nvSpPr>
          <p:cNvPr id="16" name="metric-scope">
            <a:extLst xmlns:a="http://schemas.openxmlformats.org/drawingml/2006/main">
              <a:ext uri="{FF2B5EF4-FFF2-40B4-BE49-F238E27FC236}">
                <a16:creationId xmlns:a16="http://schemas.microsoft.com/office/drawing/2014/main" id="{2DF32EAF-35F8-4F7F-8914-0B31F5BABDE0}"/>
              </a:ext>
            </a:extLst>
          </p:cNvPr>
          <p:cNvSpPr>
            <a:spLocks xmlns:a="http://schemas.openxmlformats.org/drawingml/2006/main" noGrp="1"/>
          </p:cNvSpPr>
          <p:nvPr/>
        </p:nvSpPr>
        <p:spPr>
          <a:xfrm xmlns:a="http://schemas.openxmlformats.org/drawingml/2006/main">
            <a:off x="1143000" y="5334000"/>
            <a:ext cx="16002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1800" b="0">
                <a:solidFill>
                  <a:srgbClr val="566A80"/>
                </a:solidFill>
                <a:latin typeface="Noto Sans Kr"/>
                <a:ea typeface="Noto Sans Kr"/>
                <a:cs typeface="Noto Sans Kr"/>
              </a:defRPr>
            </a:defPPr>
            <a:lvl1pPr algn="l">
              <a:defRPr sz="1800" b="0">
                <a:solidFill>
                  <a:srgbClr val="566A80"/>
                </a:solidFill>
                <a:latin typeface="Noto Sans Kr"/>
                <a:ea typeface="Noto Sans Kr"/>
                <a:cs typeface="Noto Sans Kr"/>
              </a:defRPr>
            </a:lvl1pPr>
            <a:lvl2pPr algn="l">
              <a:defRPr sz="1800" b="0">
                <a:solidFill>
                  <a:srgbClr val="566A80"/>
                </a:solidFill>
                <a:latin typeface="Noto Sans Kr"/>
                <a:ea typeface="Noto Sans Kr"/>
                <a:cs typeface="Noto Sans Kr"/>
              </a:defRPr>
            </a:lvl2pPr>
            <a:lvl3pPr algn="l">
              <a:defRPr sz="1800" b="0">
                <a:solidFill>
                  <a:srgbClr val="566A80"/>
                </a:solidFill>
                <a:latin typeface="Noto Sans Kr"/>
                <a:ea typeface="Noto Sans Kr"/>
                <a:cs typeface="Noto Sans Kr"/>
              </a:defRPr>
            </a:lvl3pPr>
            <a:lvl4pPr algn="l">
              <a:defRPr sz="1800" b="0">
                <a:solidFill>
                  <a:srgbClr val="566A80"/>
                </a:solidFill>
                <a:latin typeface="Noto Sans Kr"/>
                <a:ea typeface="Noto Sans Kr"/>
                <a:cs typeface="Noto Sans Kr"/>
              </a:defRPr>
            </a:lvl4pPr>
            <a:lvl5pPr algn="l">
              <a:defRPr sz="1800" b="0">
                <a:solidFill>
                  <a:srgbClr val="566A80"/>
                </a:solidFill>
                <a:latin typeface="Noto Sans Kr"/>
                <a:ea typeface="Noto Sans Kr"/>
                <a:cs typeface="Noto Sans Kr"/>
              </a:defRPr>
            </a:lvl5pPr>
            <a:lvl6pPr algn="l">
              <a:defRPr sz="1800" b="0">
                <a:solidFill>
                  <a:srgbClr val="566A80"/>
                </a:solidFill>
                <a:latin typeface="Noto Sans Kr"/>
                <a:ea typeface="Noto Sans Kr"/>
                <a:cs typeface="Noto Sans Kr"/>
              </a:defRPr>
            </a:lvl6pPr>
            <a:lvl7pPr algn="l">
              <a:defRPr sz="1800" b="0">
                <a:solidFill>
                  <a:srgbClr val="566A80"/>
                </a:solidFill>
                <a:latin typeface="Noto Sans Kr"/>
                <a:ea typeface="Noto Sans Kr"/>
                <a:cs typeface="Noto Sans Kr"/>
              </a:defRPr>
            </a:lvl7pPr>
            <a:lvl8pPr algn="l">
              <a:defRPr sz="1800" b="0">
                <a:solidFill>
                  <a:srgbClr val="566A80"/>
                </a:solidFill>
                <a:latin typeface="Noto Sans Kr"/>
                <a:ea typeface="Noto Sans Kr"/>
                <a:cs typeface="Noto Sans Kr"/>
              </a:defRPr>
            </a:lvl8pPr>
            <a:lvl9pPr algn="l">
              <a:defRPr sz="1800" b="0">
                <a:solidFill>
                  <a:srgbClr val="566A80"/>
                </a:solidFill>
                <a:latin typeface="Noto Sans Kr"/>
                <a:ea typeface="Noto Sans Kr"/>
                <a:cs typeface="Noto Sans Kr"/>
              </a:defRPr>
            </a:lvl9pPr>
          </a:lstStyle>
          <a:p xmlns:a="http://schemas.openxmlformats.org/drawingml/2006/main">
            <a:pPr algn="l">
              <a:defRPr sz="1800" b="0">
                <a:solidFill>
                  <a:srgbClr val="566A80"/>
                </a:solidFill>
                <a:latin typeface="Noto Sans Kr"/>
                <a:ea typeface="Noto Sans Kr"/>
                <a:cs typeface="Noto Sans Kr"/>
              </a:defRPr>
            </a:pPr>
            <a:r>
              <a:rPr sz="1800" b="0">
                <a:solidFill>
                  <a:srgbClr val="566A80"/>
                </a:solidFill>
                <a:latin typeface="Noto Sans Kr"/>
                <a:ea typeface="Noto Sans Kr"/>
                <a:cs typeface="Noto Sans Kr"/>
              </a:rPr>
              <a:t>* 입력 검사 도입 전 실제 Ollama 6개 사례 평가</a:t>
            </a:r>
          </a:p>
        </p:txBody>
      </p:sp>
      <p:graphicFrame>
        <p:nvGraphicFramePr>
          <p:cNvPr id="17" name="">
            <a:extLst xmlns:a="http://schemas.openxmlformats.org/drawingml/2006/main">
              <a:ext uri="{FF2B5EF4-FFF2-40B4-BE49-F238E27FC236}">
                <a16:creationId xmlns:a16="http://schemas.microsoft.com/office/drawing/2014/main" id="{954D09D8-386E-4237-9A94-141552116CE6}"/>
              </a:ext>
            </a:extLst>
          </p:cNvPr>
          <p:cNvGraphicFramePr/>
          <p:nvPr/>
        </p:nvGraphicFramePr>
        <p:xfrm>
          <a:off xmlns:a="http://schemas.openxmlformats.org/drawingml/2006/main" x="1143000" y="5905500"/>
          <a:ext xmlns:a="http://schemas.openxmlformats.org/drawingml/2006/main" cx="16002000" cy="2590800"/>
        </p:xfrm>
        <a:graphic xmlns:a="http://schemas.openxmlformats.org/drawingml/2006/main">
          <a:graphicData uri="http://schemas.openxmlformats.org/drawingml/2006/table">
            <a:tbl>
              <a:tblPr firstRow="0" bandRow="0"/>
              <a:tblGrid>
                <a:gridCol w="3714750"/>
                <a:gridCol w="7905750"/>
                <a:gridCol w="4381500"/>
              </a:tblGrid>
              <a:tr h="533400">
                <a:tc>
                  <a:txBody>
                    <a:bodyPr/>
                    <a:lstStyle/>
                    <a:p>
                      <a:r>
                        <a:rPr sz="2025" b="1">
                          <a:solidFill>
                            <a:srgbClr val="FFFFFF"/>
                          </a:solidFill>
                          <a:latin typeface="Noto Sans Bold"/>
                          <a:ea typeface="Noto Sans Bold"/>
                          <a:cs typeface="Noto Sans Bold"/>
                        </a:rPr>
                        <a:t>대상</a:t>
                      </a:r>
                    </a:p>
                  </a:txBody>
                  <a:tcPr marL="266700" marR="228600" marT="114300" marB="114300" anchor="ctr">
                    <a:lnL w="9525">
                      <a:solidFill>
                        <a:srgbClr val="DDE5EE"/>
                      </a:solidFill>
                      <a:prstDash val="solid"/>
                    </a:lnL>
                    <a:lnR w="9525">
                      <a:solidFill>
                        <a:srgbClr val="DDE5EE"/>
                      </a:solidFill>
                      <a:prstDash val="solid"/>
                    </a:lnR>
                    <a:lnT w="9525">
                      <a:solidFill>
                        <a:srgbClr val="DDE5EE"/>
                      </a:solidFill>
                      <a:prstDash val="solid"/>
                    </a:lnT>
                    <a:lnB w="9525">
                      <a:solidFill>
                        <a:srgbClr val="DDE5EE"/>
                      </a:solidFill>
                      <a:prstDash val="solid"/>
                    </a:lnB>
                    <a:solidFill>
                      <a:srgbClr val="112840"/>
                    </a:solidFill>
                  </a:tcPr>
                </a:tc>
                <a:tc>
                  <a:txBody>
                    <a:bodyPr/>
                    <a:lstStyle/>
                    <a:p>
                      <a:r>
                        <a:rPr sz="2025" b="1">
                          <a:solidFill>
                            <a:srgbClr val="FFFFFF"/>
                          </a:solidFill>
                          <a:latin typeface="Noto Sans Bold"/>
                          <a:ea typeface="Noto Sans Bold"/>
                          <a:cs typeface="Noto Sans Bold"/>
                        </a:rPr>
                        <a:t>실제 실행·평가 결과</a:t>
                      </a:r>
                    </a:p>
                  </a:txBody>
                  <a:tcPr marL="266700" marR="228600" marT="114300" marB="114300" anchor="ctr">
                    <a:lnR w="9525">
                      <a:solidFill>
                        <a:srgbClr val="DDE5EE"/>
                      </a:solidFill>
                      <a:prstDash val="solid"/>
                    </a:lnR>
                    <a:lnT w="9525">
                      <a:solidFill>
                        <a:srgbClr val="DDE5EE"/>
                      </a:solidFill>
                      <a:prstDash val="solid"/>
                    </a:lnT>
                    <a:lnB w="9525">
                      <a:solidFill>
                        <a:srgbClr val="DDE5EE"/>
                      </a:solidFill>
                      <a:prstDash val="solid"/>
                    </a:lnB>
                    <a:solidFill>
                      <a:srgbClr val="112840"/>
                    </a:solidFill>
                  </a:tcPr>
                </a:tc>
                <a:tc>
                  <a:txBody>
                    <a:bodyPr/>
                    <a:lstStyle/>
                    <a:p>
                      <a:r>
                        <a:rPr sz="2025" b="1">
                          <a:solidFill>
                            <a:srgbClr val="FFFFFF"/>
                          </a:solidFill>
                          <a:latin typeface="Noto Sans Bold"/>
                          <a:ea typeface="Noto Sans Bold"/>
                          <a:cs typeface="Noto Sans Bold"/>
                        </a:rPr>
                        <a:t>확인 결과</a:t>
                      </a:r>
                    </a:p>
                  </a:txBody>
                  <a:tcPr marL="266700" marR="228600" marT="114300" marB="114300" anchor="ctr">
                    <a:lnR w="9525">
                      <a:solidFill>
                        <a:srgbClr val="DDE5EE"/>
                      </a:solidFill>
                      <a:prstDash val="solid"/>
                    </a:lnR>
                    <a:lnT w="9525">
                      <a:solidFill>
                        <a:srgbClr val="DDE5EE"/>
                      </a:solidFill>
                      <a:prstDash val="solid"/>
                    </a:lnT>
                    <a:lnB w="9525">
                      <a:solidFill>
                        <a:srgbClr val="DDE5EE"/>
                      </a:solidFill>
                      <a:prstDash val="solid"/>
                    </a:lnB>
                    <a:solidFill>
                      <a:srgbClr val="112840"/>
                    </a:solidFill>
                  </a:tcPr>
                </a:tc>
              </a:tr>
              <a:tr h="685800">
                <a:tc>
                  <a:txBody>
                    <a:bodyPr/>
                    <a:lstStyle/>
                    <a:p>
                      <a:r>
                        <a:rPr sz="2100">
                          <a:solidFill>
                            <a:srgbClr val="122C46"/>
                          </a:solidFill>
                          <a:latin typeface="Noto Sans Kr"/>
                          <a:ea typeface="Noto Sans Kr"/>
                          <a:cs typeface="Noto Sans Kr"/>
                        </a:rPr>
                        <a:t>traffic 사례</a:t>
                      </a:r>
                    </a:p>
                  </a:txBody>
                  <a:tcPr marL="266700" marR="228600" marT="114300" marB="114300" anchor="ctr">
                    <a:lnL w="9525">
                      <a:solidFill>
                        <a:srgbClr val="DDE5EE"/>
                      </a:solidFill>
                      <a:prstDash val="solid"/>
                    </a:lnL>
                    <a:lnR w="9525">
                      <a:solidFill>
                        <a:srgbClr val="DDE5EE"/>
                      </a:solidFill>
                      <a:prstDash val="solid"/>
                    </a:lnR>
                    <a:lnB w="9525">
                      <a:solidFill>
                        <a:srgbClr val="DDE5EE"/>
                      </a:solidFill>
                      <a:prstDash val="solid"/>
                    </a:lnB>
                    <a:solidFill>
                      <a:srgbClr val="FFFFFF"/>
                    </a:solidFill>
                  </a:tcPr>
                </a:tc>
                <a:tc>
                  <a:txBody>
                    <a:bodyPr/>
                    <a:lstStyle/>
                    <a:p>
                      <a:r>
                        <a:rPr sz="2100">
                          <a:solidFill>
                            <a:srgbClr val="122C46"/>
                          </a:solidFill>
                          <a:latin typeface="Noto Sans Kr"/>
                          <a:ea typeface="Noto Sans Kr"/>
                          <a:cs typeface="Noto Sans Kr"/>
                        </a:rPr>
                        <a:t>기능 통과 · Judge 5개 항목 모두 5/5</a:t>
                      </a:r>
                    </a:p>
                  </a:txBody>
                  <a:tcPr marL="266700" marR="228600" marT="114300" marB="114300" anchor="ctr">
                    <a:lnR w="9525">
                      <a:solidFill>
                        <a:srgbClr val="DDE5EE"/>
                      </a:solidFill>
                      <a:prstDash val="solid"/>
                    </a:lnR>
                    <a:lnB w="9525">
                      <a:solidFill>
                        <a:srgbClr val="DDE5EE"/>
                      </a:solidFill>
                      <a:prstDash val="solid"/>
                    </a:lnB>
                    <a:solidFill>
                      <a:srgbClr val="FFFFFF"/>
                    </a:solidFill>
                  </a:tcPr>
                </a:tc>
                <a:tc>
                  <a:txBody>
                    <a:bodyPr/>
                    <a:lstStyle/>
                    <a:p>
                      <a:r>
                        <a:rPr sz="2100">
                          <a:solidFill>
                            <a:srgbClr val="122C46"/>
                          </a:solidFill>
                          <a:latin typeface="Noto Sans Kr"/>
                          <a:ea typeface="Noto Sans Kr"/>
                          <a:cs typeface="Noto Sans Kr"/>
                        </a:rPr>
                        <a:t>종합 통과</a:t>
                      </a:r>
                    </a:p>
                  </a:txBody>
                  <a:tcPr marL="266700" marR="228600" marT="114300" marB="114300" anchor="ctr">
                    <a:lnR w="9525">
                      <a:solidFill>
                        <a:srgbClr val="DDE5EE"/>
                      </a:solidFill>
                      <a:prstDash val="solid"/>
                    </a:lnR>
                    <a:lnB w="9525">
                      <a:solidFill>
                        <a:srgbClr val="DDE5EE"/>
                      </a:solidFill>
                      <a:prstDash val="solid"/>
                    </a:lnB>
                    <a:solidFill>
                      <a:srgbClr val="FFFFFF"/>
                    </a:solidFill>
                  </a:tcPr>
                </a:tc>
              </a:tr>
              <a:tr h="685800">
                <a:tc>
                  <a:txBody>
                    <a:bodyPr/>
                    <a:lstStyle/>
                    <a:p>
                      <a:r>
                        <a:rPr sz="2100">
                          <a:solidFill>
                            <a:srgbClr val="122C46"/>
                          </a:solidFill>
                          <a:latin typeface="Noto Sans Kr"/>
                          <a:ea typeface="Noto Sans Kr"/>
                          <a:cs typeface="Noto Sans Kr"/>
                        </a:rPr>
                        <a:t>release 사례</a:t>
                      </a:r>
                    </a:p>
                  </a:txBody>
                  <a:tcPr marL="266700" marR="228600" marT="114300" marB="114300" anchor="ctr">
                    <a:lnL w="9525">
                      <a:solidFill>
                        <a:srgbClr val="DDE5EE"/>
                      </a:solidFill>
                      <a:prstDash val="solid"/>
                    </a:lnL>
                    <a:lnR w="9525">
                      <a:solidFill>
                        <a:srgbClr val="DDE5EE"/>
                      </a:solidFill>
                      <a:prstDash val="solid"/>
                    </a:lnR>
                    <a:lnB w="9525">
                      <a:solidFill>
                        <a:srgbClr val="DDE5EE"/>
                      </a:solidFill>
                      <a:prstDash val="solid"/>
                    </a:lnB>
                    <a:solidFill>
                      <a:srgbClr val="FFFFFF"/>
                    </a:solidFill>
                  </a:tcPr>
                </a:tc>
                <a:tc>
                  <a:txBody>
                    <a:bodyPr/>
                    <a:lstStyle/>
                    <a:p>
                      <a:r>
                        <a:rPr sz="2100">
                          <a:solidFill>
                            <a:srgbClr val="122C46"/>
                          </a:solidFill>
                          <a:latin typeface="Noto Sans Kr"/>
                          <a:ea typeface="Noto Sans Kr"/>
                          <a:cs typeface="Noto Sans Kr"/>
                        </a:rPr>
                        <a:t>기능 통과 · Judge 근거충실성 2/5</a:t>
                      </a:r>
                    </a:p>
                  </a:txBody>
                  <a:tcPr marL="266700" marR="228600" marT="114300" marB="114300" anchor="ctr">
                    <a:lnR w="9525">
                      <a:solidFill>
                        <a:srgbClr val="DDE5EE"/>
                      </a:solidFill>
                      <a:prstDash val="solid"/>
                    </a:lnR>
                    <a:lnB w="9525">
                      <a:solidFill>
                        <a:srgbClr val="DDE5EE"/>
                      </a:solidFill>
                      <a:prstDash val="solid"/>
                    </a:lnB>
                    <a:solidFill>
                      <a:srgbClr val="FFFFFF"/>
                    </a:solidFill>
                  </a:tcPr>
                </a:tc>
                <a:tc>
                  <a:txBody>
                    <a:bodyPr/>
                    <a:lstStyle/>
                    <a:p>
                      <a:r>
                        <a:rPr sz="2100">
                          <a:solidFill>
                            <a:srgbClr val="122C46"/>
                          </a:solidFill>
                          <a:latin typeface="Noto Sans Kr"/>
                          <a:ea typeface="Noto Sans Kr"/>
                          <a:cs typeface="Noto Sans Kr"/>
                        </a:rPr>
                        <a:t>종합 미통과 보존</a:t>
                      </a:r>
                    </a:p>
                  </a:txBody>
                  <a:tcPr marL="266700" marR="228600" marT="114300" marB="114300" anchor="ctr">
                    <a:lnR w="9525">
                      <a:solidFill>
                        <a:srgbClr val="DDE5EE"/>
                      </a:solidFill>
                      <a:prstDash val="solid"/>
                    </a:lnR>
                    <a:lnB w="9525">
                      <a:solidFill>
                        <a:srgbClr val="DDE5EE"/>
                      </a:solidFill>
                      <a:prstDash val="solid"/>
                    </a:lnB>
                    <a:solidFill>
                      <a:srgbClr val="FFFFFF"/>
                    </a:solidFill>
                  </a:tcPr>
                </a:tc>
              </a:tr>
              <a:tr h="685800">
                <a:tc>
                  <a:txBody>
                    <a:bodyPr/>
                    <a:lstStyle/>
                    <a:p>
                      <a:r>
                        <a:rPr sz="2100">
                          <a:solidFill>
                            <a:srgbClr val="122C46"/>
                          </a:solidFill>
                          <a:latin typeface="Noto Sans Kr"/>
                          <a:ea typeface="Noto Sans Kr"/>
                          <a:cs typeface="Noto Sans Kr"/>
                        </a:rPr>
                        <a:t>LangSmith</a:t>
                      </a:r>
                    </a:p>
                  </a:txBody>
                  <a:tcPr marL="266700" marR="228600" marT="114300" marB="114300" anchor="ctr">
                    <a:lnL w="9525">
                      <a:solidFill>
                        <a:srgbClr val="DDE5EE"/>
                      </a:solidFill>
                      <a:prstDash val="solid"/>
                    </a:lnL>
                    <a:lnR w="9525">
                      <a:solidFill>
                        <a:srgbClr val="DDE5EE"/>
                      </a:solidFill>
                      <a:prstDash val="solid"/>
                    </a:lnR>
                    <a:lnB w="9525">
                      <a:solidFill>
                        <a:srgbClr val="DDE5EE"/>
                      </a:solidFill>
                      <a:prstDash val="solid"/>
                    </a:lnB>
                    <a:solidFill>
                      <a:srgbClr val="FFFFFF"/>
                    </a:solidFill>
                  </a:tcPr>
                </a:tc>
                <a:tc>
                  <a:txBody>
                    <a:bodyPr/>
                    <a:lstStyle/>
                    <a:p>
                      <a:r>
                        <a:rPr sz="2100">
                          <a:solidFill>
                            <a:srgbClr val="122C46"/>
                          </a:solidFill>
                          <a:latin typeface="Noto Sans Kr"/>
                          <a:ea typeface="Noto Sans Kr"/>
                          <a:cs typeface="Noto Sans Kr"/>
                        </a:rPr>
                        <a:t>실행 6건 · 평가 점수 30개 재조회</a:t>
                      </a:r>
                    </a:p>
                  </a:txBody>
                  <a:tcPr marL="266700" marR="228600" marT="114300" marB="114300" anchor="ctr">
                    <a:lnR w="9525">
                      <a:solidFill>
                        <a:srgbClr val="DDE5EE"/>
                      </a:solidFill>
                      <a:prstDash val="solid"/>
                    </a:lnR>
                    <a:lnB w="9525">
                      <a:solidFill>
                        <a:srgbClr val="DDE5EE"/>
                      </a:solidFill>
                      <a:prstDash val="solid"/>
                    </a:lnB>
                    <a:solidFill>
                      <a:srgbClr val="FFFFFF"/>
                    </a:solidFill>
                  </a:tcPr>
                </a:tc>
                <a:tc>
                  <a:txBody>
                    <a:bodyPr/>
                    <a:lstStyle/>
                    <a:p>
                      <a:r>
                        <a:rPr sz="2100">
                          <a:solidFill>
                            <a:srgbClr val="122C46"/>
                          </a:solidFill>
                          <a:latin typeface="Noto Sans Kr"/>
                          <a:ea typeface="Noto Sans Kr"/>
                          <a:cs typeface="Noto Sans Kr"/>
                        </a:rPr>
                        <a:t>원격 저장 확인</a:t>
                      </a:r>
                    </a:p>
                  </a:txBody>
                  <a:tcPr marL="266700" marR="228600" marT="114300" marB="114300" anchor="ctr">
                    <a:lnR w="9525">
                      <a:solidFill>
                        <a:srgbClr val="DDE5EE"/>
                      </a:solidFill>
                      <a:prstDash val="solid"/>
                    </a:lnR>
                    <a:lnB w="9525">
                      <a:solidFill>
                        <a:srgbClr val="DDE5EE"/>
                      </a:solidFill>
                      <a:prstDash val="solid"/>
                    </a:lnB>
                    <a:solidFill>
                      <a:srgbClr val="FFFFFF"/>
                    </a:solidFill>
                  </a:tcPr>
                </a:tc>
              </a:tr>
            </a:tbl>
          </a:graphicData>
        </a:graphic>
      </p:graphicFrame>
    </p:spTree>
    <p:extLst>
      <p:ext uri="{BB962C8B-B14F-4D97-AF65-F5344CB8AC3E}">
        <p14:creationId xmlns:p14="http://schemas.microsoft.com/office/powerpoint/2010/main" val="1719094336"/>
      </p:ext>
    </p:extLst>
  </p:cSld>
</p:sld>
</file>

<file path=ppt/slides/slide8.xml><?xml version="1.0" encoding="utf-8"?>
<p:sld xmlns:p="http://schemas.openxmlformats.org/presentationml/2006/main">
  <p:cSld>
    <p:bg>
      <p:bgPr>
        <a:solidFill xmlns:a="http://schemas.openxmlformats.org/drawingml/2006/main">
          <a:srgbClr val="F7F8FC"/>
        </a:solidFill>
      </p:bgPr>
    </p:bg>
    <p:spTree>
      <p:nvGrpSpPr>
        <p:cNvPr id="1" name=""/>
        <p:cNvGrpSpPr/>
        <p:nvPr/>
      </p:nvGrpSpPr>
      <p:grpSpPr>
        <a:xfrm xmlns:a="http://schemas.openxmlformats.org/drawingml/2006/main"/>
      </p:grpSpPr>
      <p:sp>
        <p:nvSpPr>
          <p:cNvPr id="10" name="section-label">
            <a:extLst xmlns:a="http://schemas.openxmlformats.org/drawingml/2006/main">
              <a:ext uri="{FF2B5EF4-FFF2-40B4-BE49-F238E27FC236}">
                <a16:creationId xmlns:a16="http://schemas.microsoft.com/office/drawing/2014/main" id="{D8CE3078-0363-492D-8321-1D092F66BC5D}"/>
              </a:ext>
            </a:extLst>
          </p:cNvPr>
          <p:cNvSpPr>
            <a:spLocks xmlns:a="http://schemas.openxmlformats.org/drawingml/2006/main" noGrp="1"/>
          </p:cNvSpPr>
          <p:nvPr/>
        </p:nvSpPr>
        <p:spPr>
          <a:xfrm xmlns:a="http://schemas.openxmlformats.org/drawingml/2006/main">
            <a:off x="1143000" y="723900"/>
            <a:ext cx="13335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1950" b="1">
                <a:solidFill>
                  <a:srgbClr val="2B5BEB"/>
                </a:solidFill>
                <a:latin typeface="Noto Sans Bold"/>
                <a:ea typeface="Noto Sans Bold"/>
                <a:cs typeface="Noto Sans Bold"/>
              </a:defRPr>
            </a:defPPr>
            <a:lvl1pPr algn="l">
              <a:buNone/>
              <a:defRPr sz="1950" b="1">
                <a:solidFill>
                  <a:srgbClr val="2B5BEB"/>
                </a:solidFill>
                <a:latin typeface="Noto Sans Bold"/>
                <a:ea typeface="Noto Sans Bold"/>
                <a:cs typeface="Noto Sans Bold"/>
              </a:defRPr>
            </a:lvl1pPr>
            <a:lvl2pPr algn="l">
              <a:buNone/>
              <a:defRPr sz="1950" b="1">
                <a:solidFill>
                  <a:srgbClr val="2B5BEB"/>
                </a:solidFill>
                <a:latin typeface="Noto Sans Bold"/>
                <a:ea typeface="Noto Sans Bold"/>
                <a:cs typeface="Noto Sans Bold"/>
              </a:defRPr>
            </a:lvl2pPr>
            <a:lvl3pPr algn="l">
              <a:buNone/>
              <a:defRPr sz="1950" b="1">
                <a:solidFill>
                  <a:srgbClr val="2B5BEB"/>
                </a:solidFill>
                <a:latin typeface="Noto Sans Bold"/>
                <a:ea typeface="Noto Sans Bold"/>
                <a:cs typeface="Noto Sans Bold"/>
              </a:defRPr>
            </a:lvl3pPr>
            <a:lvl4pPr algn="l">
              <a:buNone/>
              <a:defRPr sz="1950" b="1">
                <a:solidFill>
                  <a:srgbClr val="2B5BEB"/>
                </a:solidFill>
                <a:latin typeface="Noto Sans Bold"/>
                <a:ea typeface="Noto Sans Bold"/>
                <a:cs typeface="Noto Sans Bold"/>
              </a:defRPr>
            </a:lvl4pPr>
            <a:lvl5pPr algn="l">
              <a:buNone/>
              <a:defRPr sz="1950" b="1">
                <a:solidFill>
                  <a:srgbClr val="2B5BEB"/>
                </a:solidFill>
                <a:latin typeface="Noto Sans Bold"/>
                <a:ea typeface="Noto Sans Bold"/>
                <a:cs typeface="Noto Sans Bold"/>
              </a:defRPr>
            </a:lvl5pPr>
            <a:lvl6pPr algn="l">
              <a:buNone/>
              <a:defRPr sz="1950" b="1">
                <a:solidFill>
                  <a:srgbClr val="2B5BEB"/>
                </a:solidFill>
                <a:latin typeface="Noto Sans Bold"/>
                <a:ea typeface="Noto Sans Bold"/>
                <a:cs typeface="Noto Sans Bold"/>
              </a:defRPr>
            </a:lvl6pPr>
            <a:lvl7pPr algn="l">
              <a:buNone/>
              <a:defRPr sz="1950" b="1">
                <a:solidFill>
                  <a:srgbClr val="2B5BEB"/>
                </a:solidFill>
                <a:latin typeface="Noto Sans Bold"/>
                <a:ea typeface="Noto Sans Bold"/>
                <a:cs typeface="Noto Sans Bold"/>
              </a:defRPr>
            </a:lvl7pPr>
            <a:lvl8pPr algn="l">
              <a:buNone/>
              <a:defRPr sz="1950" b="1">
                <a:solidFill>
                  <a:srgbClr val="2B5BEB"/>
                </a:solidFill>
                <a:latin typeface="Noto Sans Bold"/>
                <a:ea typeface="Noto Sans Bold"/>
                <a:cs typeface="Noto Sans Bold"/>
              </a:defRPr>
            </a:lvl8pPr>
            <a:lvl9pPr algn="l">
              <a:buNone/>
              <a:defRPr sz="1950" b="1">
                <a:solidFill>
                  <a:srgbClr val="2B5BEB"/>
                </a:solidFill>
                <a:latin typeface="Noto Sans Bold"/>
                <a:ea typeface="Noto Sans Bold"/>
                <a:cs typeface="Noto Sans Bold"/>
              </a:defRPr>
            </a:lvl9pPr>
          </a:lstStyle>
          <a:p xmlns:a="http://schemas.openxmlformats.org/drawingml/2006/main">
            <a:pPr algn="l">
              <a:buNone/>
              <a:defRPr sz="1950" b="1">
                <a:solidFill>
                  <a:srgbClr val="2B5BEB"/>
                </a:solidFill>
                <a:latin typeface="Noto Sans Bold"/>
                <a:ea typeface="Noto Sans Bold"/>
                <a:cs typeface="Noto Sans Bold"/>
              </a:defRPr>
            </a:pPr>
            <a:r>
              <a:rPr sz="1950" b="1">
                <a:solidFill>
                  <a:srgbClr val="2B5BEB"/>
                </a:solidFill>
                <a:latin typeface="Noto Sans Bold"/>
                <a:ea typeface="Noto Sans Bold"/>
                <a:cs typeface="Noto Sans Bold"/>
              </a:rPr>
              <a:t>교훈</a:t>
            </a:r>
          </a:p>
        </p:txBody>
      </p:sp>
      <p:sp>
        <p:nvSpPr>
          <p:cNvPr id="2" name="page-number">
            <a:extLst xmlns:a="http://schemas.openxmlformats.org/drawingml/2006/main">
              <a:ext uri="{FF2B5EF4-FFF2-40B4-BE49-F238E27FC236}">
                <a16:creationId xmlns:a16="http://schemas.microsoft.com/office/drawing/2014/main" id="{AFA31181-E044-4131-8EB2-AA8A51AECA5E}"/>
              </a:ext>
            </a:extLst>
          </p:cNvPr>
          <p:cNvSpPr>
            <a:spLocks xmlns:a="http://schemas.openxmlformats.org/drawingml/2006/main" noGrp="1"/>
          </p:cNvSpPr>
          <p:nvPr/>
        </p:nvSpPr>
        <p:spPr>
          <a:xfrm xmlns:a="http://schemas.openxmlformats.org/drawingml/2006/main">
            <a:off x="15621000" y="723900"/>
            <a:ext cx="1524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r">
              <a:defRPr sz="1950" b="0">
                <a:solidFill>
                  <a:srgbClr val="566A80"/>
                </a:solidFill>
                <a:latin typeface="Noto Sans Kr"/>
                <a:ea typeface="Noto Sans Kr"/>
                <a:cs typeface="Noto Sans Kr"/>
              </a:defRPr>
            </a:defPPr>
            <a:lvl1pPr algn="r">
              <a:buNone/>
              <a:defRPr sz="1950" b="0">
                <a:solidFill>
                  <a:srgbClr val="566A80"/>
                </a:solidFill>
                <a:latin typeface="Noto Sans Kr"/>
                <a:ea typeface="Noto Sans Kr"/>
                <a:cs typeface="Noto Sans Kr"/>
              </a:defRPr>
            </a:lvl1pPr>
            <a:lvl2pPr algn="r">
              <a:buNone/>
              <a:defRPr sz="1950" b="0">
                <a:solidFill>
                  <a:srgbClr val="566A80"/>
                </a:solidFill>
                <a:latin typeface="Noto Sans Kr"/>
                <a:ea typeface="Noto Sans Kr"/>
                <a:cs typeface="Noto Sans Kr"/>
              </a:defRPr>
            </a:lvl2pPr>
            <a:lvl3pPr algn="r">
              <a:buNone/>
              <a:defRPr sz="1950" b="0">
                <a:solidFill>
                  <a:srgbClr val="566A80"/>
                </a:solidFill>
                <a:latin typeface="Noto Sans Kr"/>
                <a:ea typeface="Noto Sans Kr"/>
                <a:cs typeface="Noto Sans Kr"/>
              </a:defRPr>
            </a:lvl3pPr>
            <a:lvl4pPr algn="r">
              <a:buNone/>
              <a:defRPr sz="1950" b="0">
                <a:solidFill>
                  <a:srgbClr val="566A80"/>
                </a:solidFill>
                <a:latin typeface="Noto Sans Kr"/>
                <a:ea typeface="Noto Sans Kr"/>
                <a:cs typeface="Noto Sans Kr"/>
              </a:defRPr>
            </a:lvl4pPr>
            <a:lvl5pPr algn="r">
              <a:buNone/>
              <a:defRPr sz="1950" b="0">
                <a:solidFill>
                  <a:srgbClr val="566A80"/>
                </a:solidFill>
                <a:latin typeface="Noto Sans Kr"/>
                <a:ea typeface="Noto Sans Kr"/>
                <a:cs typeface="Noto Sans Kr"/>
              </a:defRPr>
            </a:lvl5pPr>
            <a:lvl6pPr algn="r">
              <a:buNone/>
              <a:defRPr sz="1950" b="0">
                <a:solidFill>
                  <a:srgbClr val="566A80"/>
                </a:solidFill>
                <a:latin typeface="Noto Sans Kr"/>
                <a:ea typeface="Noto Sans Kr"/>
                <a:cs typeface="Noto Sans Kr"/>
              </a:defRPr>
            </a:lvl6pPr>
            <a:lvl7pPr algn="r">
              <a:buNone/>
              <a:defRPr sz="1950" b="0">
                <a:solidFill>
                  <a:srgbClr val="566A80"/>
                </a:solidFill>
                <a:latin typeface="Noto Sans Kr"/>
                <a:ea typeface="Noto Sans Kr"/>
                <a:cs typeface="Noto Sans Kr"/>
              </a:defRPr>
            </a:lvl7pPr>
            <a:lvl8pPr algn="r">
              <a:buNone/>
              <a:defRPr sz="1950" b="0">
                <a:solidFill>
                  <a:srgbClr val="566A80"/>
                </a:solidFill>
                <a:latin typeface="Noto Sans Kr"/>
                <a:ea typeface="Noto Sans Kr"/>
                <a:cs typeface="Noto Sans Kr"/>
              </a:defRPr>
            </a:lvl8pPr>
            <a:lvl9pPr algn="r">
              <a:buNone/>
              <a:defRPr sz="1950" b="0">
                <a:solidFill>
                  <a:srgbClr val="566A80"/>
                </a:solidFill>
                <a:latin typeface="Noto Sans Kr"/>
                <a:ea typeface="Noto Sans Kr"/>
                <a:cs typeface="Noto Sans Kr"/>
              </a:defRPr>
            </a:lvl9pPr>
          </a:lstStyle>
          <a:p xmlns:a="http://schemas.openxmlformats.org/drawingml/2006/main">
            <a:pPr algn="r">
              <a:buNone/>
              <a:defRPr sz="1950" b="0">
                <a:solidFill>
                  <a:srgbClr val="566A80"/>
                </a:solidFill>
                <a:latin typeface="Noto Sans Kr"/>
                <a:ea typeface="Noto Sans Kr"/>
                <a:cs typeface="Noto Sans Kr"/>
              </a:defRPr>
            </a:pPr>
            <a:r>
              <a:rPr sz="1950" b="0">
                <a:solidFill>
                  <a:srgbClr val="566A80"/>
                </a:solidFill>
                <a:latin typeface="Noto Sans Kr"/>
                <a:ea typeface="Noto Sans Kr"/>
                <a:cs typeface="Noto Sans Kr"/>
              </a:rPr>
              <a:t>08 / 08</a:t>
            </a:r>
          </a:p>
        </p:txBody>
      </p:sp>
      <p:sp>
        <p:nvSpPr>
          <p:cNvPr id="3" name="slide-title">
            <a:extLst xmlns:a="http://schemas.openxmlformats.org/drawingml/2006/main">
              <a:ext uri="{FF2B5EF4-FFF2-40B4-BE49-F238E27FC236}">
                <a16:creationId xmlns:a16="http://schemas.microsoft.com/office/drawing/2014/main" id="{FDBB3ED1-0B4E-43E8-996B-88CBC26E00F1}"/>
              </a:ext>
            </a:extLst>
          </p:cNvPr>
          <p:cNvSpPr>
            <a:spLocks xmlns:a="http://schemas.openxmlformats.org/drawingml/2006/main" noGrp="1"/>
          </p:cNvSpPr>
          <p:nvPr/>
        </p:nvSpPr>
        <p:spPr>
          <a:xfrm xmlns:a="http://schemas.openxmlformats.org/drawingml/2006/main">
            <a:off x="1143000" y="1381125"/>
            <a:ext cx="16002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5100" b="1">
                <a:solidFill>
                  <a:srgbClr val="122C46"/>
                </a:solidFill>
                <a:latin typeface="Noto Sans Bold"/>
                <a:ea typeface="Noto Sans Bold"/>
                <a:cs typeface="Noto Sans Bold"/>
              </a:defRPr>
            </a:defPPr>
            <a:lvl1pPr algn="l">
              <a:buNone/>
              <a:defRPr sz="5100" b="1">
                <a:solidFill>
                  <a:srgbClr val="122C46"/>
                </a:solidFill>
                <a:latin typeface="Noto Sans Bold"/>
                <a:ea typeface="Noto Sans Bold"/>
                <a:cs typeface="Noto Sans Bold"/>
              </a:defRPr>
            </a:lvl1pPr>
            <a:lvl2pPr algn="l">
              <a:buNone/>
              <a:defRPr sz="5100" b="1">
                <a:solidFill>
                  <a:srgbClr val="122C46"/>
                </a:solidFill>
                <a:latin typeface="Noto Sans Bold"/>
                <a:ea typeface="Noto Sans Bold"/>
                <a:cs typeface="Noto Sans Bold"/>
              </a:defRPr>
            </a:lvl2pPr>
            <a:lvl3pPr algn="l">
              <a:buNone/>
              <a:defRPr sz="5100" b="1">
                <a:solidFill>
                  <a:srgbClr val="122C46"/>
                </a:solidFill>
                <a:latin typeface="Noto Sans Bold"/>
                <a:ea typeface="Noto Sans Bold"/>
                <a:cs typeface="Noto Sans Bold"/>
              </a:defRPr>
            </a:lvl3pPr>
            <a:lvl4pPr algn="l">
              <a:buNone/>
              <a:defRPr sz="5100" b="1">
                <a:solidFill>
                  <a:srgbClr val="122C46"/>
                </a:solidFill>
                <a:latin typeface="Noto Sans Bold"/>
                <a:ea typeface="Noto Sans Bold"/>
                <a:cs typeface="Noto Sans Bold"/>
              </a:defRPr>
            </a:lvl4pPr>
            <a:lvl5pPr algn="l">
              <a:buNone/>
              <a:defRPr sz="5100" b="1">
                <a:solidFill>
                  <a:srgbClr val="122C46"/>
                </a:solidFill>
                <a:latin typeface="Noto Sans Bold"/>
                <a:ea typeface="Noto Sans Bold"/>
                <a:cs typeface="Noto Sans Bold"/>
              </a:defRPr>
            </a:lvl5pPr>
            <a:lvl6pPr algn="l">
              <a:buNone/>
              <a:defRPr sz="5100" b="1">
                <a:solidFill>
                  <a:srgbClr val="122C46"/>
                </a:solidFill>
                <a:latin typeface="Noto Sans Bold"/>
                <a:ea typeface="Noto Sans Bold"/>
                <a:cs typeface="Noto Sans Bold"/>
              </a:defRPr>
            </a:lvl6pPr>
            <a:lvl7pPr algn="l">
              <a:buNone/>
              <a:defRPr sz="5100" b="1">
                <a:solidFill>
                  <a:srgbClr val="122C46"/>
                </a:solidFill>
                <a:latin typeface="Noto Sans Bold"/>
                <a:ea typeface="Noto Sans Bold"/>
                <a:cs typeface="Noto Sans Bold"/>
              </a:defRPr>
            </a:lvl7pPr>
            <a:lvl8pPr algn="l">
              <a:buNone/>
              <a:defRPr sz="5100" b="1">
                <a:solidFill>
                  <a:srgbClr val="122C46"/>
                </a:solidFill>
                <a:latin typeface="Noto Sans Bold"/>
                <a:ea typeface="Noto Sans Bold"/>
                <a:cs typeface="Noto Sans Bold"/>
              </a:defRPr>
            </a:lvl8pPr>
            <a:lvl9pPr algn="l">
              <a:buNone/>
              <a:defRPr sz="5100" b="1">
                <a:solidFill>
                  <a:srgbClr val="122C46"/>
                </a:solidFill>
                <a:latin typeface="Noto Sans Bold"/>
                <a:ea typeface="Noto Sans Bold"/>
                <a:cs typeface="Noto Sans Bold"/>
              </a:defRPr>
            </a:lvl9pPr>
          </a:lstStyle>
          <a:p xmlns:a="http://schemas.openxmlformats.org/drawingml/2006/main">
            <a:pPr algn="l">
              <a:buNone/>
              <a:defRPr sz="5100" b="1">
                <a:solidFill>
                  <a:srgbClr val="122C46"/>
                </a:solidFill>
                <a:latin typeface="Noto Sans Bold"/>
                <a:ea typeface="Noto Sans Bold"/>
                <a:cs typeface="Noto Sans Bold"/>
              </a:defRPr>
            </a:pPr>
            <a:r>
              <a:rPr sz="5100" b="1">
                <a:solidFill>
                  <a:srgbClr val="122C46"/>
                </a:solidFill>
                <a:latin typeface="Noto Sans Bold"/>
                <a:ea typeface="Noto Sans Bold"/>
                <a:cs typeface="Noto Sans Bold"/>
              </a:rPr>
              <a:t>한계와 다음 개선, 배운 점</a:t>
            </a:r>
          </a:p>
        </p:txBody>
      </p:sp>
      <p:sp>
        <p:nvSpPr>
          <p:cNvPr id="4" name="slide-subtitle">
            <a:extLst xmlns:a="http://schemas.openxmlformats.org/drawingml/2006/main">
              <a:ext uri="{FF2B5EF4-FFF2-40B4-BE49-F238E27FC236}">
                <a16:creationId xmlns:a16="http://schemas.microsoft.com/office/drawing/2014/main" id="{E8CE40A9-AABF-4D52-9204-D37F2A2E57A0}"/>
              </a:ext>
            </a:extLst>
          </p:cNvPr>
          <p:cNvSpPr>
            <a:spLocks xmlns:a="http://schemas.openxmlformats.org/drawingml/2006/main" noGrp="1"/>
          </p:cNvSpPr>
          <p:nvPr/>
        </p:nvSpPr>
        <p:spPr>
          <a:xfrm xmlns:a="http://schemas.openxmlformats.org/drawingml/2006/main">
            <a:off x="1143000" y="2505075"/>
            <a:ext cx="16002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400" b="0">
                <a:solidFill>
                  <a:srgbClr val="566A80"/>
                </a:solidFill>
                <a:latin typeface="Noto Sans Kr"/>
                <a:ea typeface="Noto Sans Kr"/>
                <a:cs typeface="Noto Sans Kr"/>
              </a:defRPr>
            </a:defPPr>
            <a:lvl1pPr algn="l">
              <a:buNone/>
              <a:defRPr sz="2400" b="0">
                <a:solidFill>
                  <a:srgbClr val="566A80"/>
                </a:solidFill>
                <a:latin typeface="Noto Sans Kr"/>
                <a:ea typeface="Noto Sans Kr"/>
                <a:cs typeface="Noto Sans Kr"/>
              </a:defRPr>
            </a:lvl1pPr>
            <a:lvl2pPr algn="l">
              <a:buNone/>
              <a:defRPr sz="2400" b="0">
                <a:solidFill>
                  <a:srgbClr val="566A80"/>
                </a:solidFill>
                <a:latin typeface="Noto Sans Kr"/>
                <a:ea typeface="Noto Sans Kr"/>
                <a:cs typeface="Noto Sans Kr"/>
              </a:defRPr>
            </a:lvl2pPr>
            <a:lvl3pPr algn="l">
              <a:buNone/>
              <a:defRPr sz="2400" b="0">
                <a:solidFill>
                  <a:srgbClr val="566A80"/>
                </a:solidFill>
                <a:latin typeface="Noto Sans Kr"/>
                <a:ea typeface="Noto Sans Kr"/>
                <a:cs typeface="Noto Sans Kr"/>
              </a:defRPr>
            </a:lvl3pPr>
            <a:lvl4pPr algn="l">
              <a:buNone/>
              <a:defRPr sz="2400" b="0">
                <a:solidFill>
                  <a:srgbClr val="566A80"/>
                </a:solidFill>
                <a:latin typeface="Noto Sans Kr"/>
                <a:ea typeface="Noto Sans Kr"/>
                <a:cs typeface="Noto Sans Kr"/>
              </a:defRPr>
            </a:lvl4pPr>
            <a:lvl5pPr algn="l">
              <a:buNone/>
              <a:defRPr sz="2400" b="0">
                <a:solidFill>
                  <a:srgbClr val="566A80"/>
                </a:solidFill>
                <a:latin typeface="Noto Sans Kr"/>
                <a:ea typeface="Noto Sans Kr"/>
                <a:cs typeface="Noto Sans Kr"/>
              </a:defRPr>
            </a:lvl5pPr>
            <a:lvl6pPr algn="l">
              <a:buNone/>
              <a:defRPr sz="2400" b="0">
                <a:solidFill>
                  <a:srgbClr val="566A80"/>
                </a:solidFill>
                <a:latin typeface="Noto Sans Kr"/>
                <a:ea typeface="Noto Sans Kr"/>
                <a:cs typeface="Noto Sans Kr"/>
              </a:defRPr>
            </a:lvl6pPr>
            <a:lvl7pPr algn="l">
              <a:buNone/>
              <a:defRPr sz="2400" b="0">
                <a:solidFill>
                  <a:srgbClr val="566A80"/>
                </a:solidFill>
                <a:latin typeface="Noto Sans Kr"/>
                <a:ea typeface="Noto Sans Kr"/>
                <a:cs typeface="Noto Sans Kr"/>
              </a:defRPr>
            </a:lvl7pPr>
            <a:lvl8pPr algn="l">
              <a:buNone/>
              <a:defRPr sz="2400" b="0">
                <a:solidFill>
                  <a:srgbClr val="566A80"/>
                </a:solidFill>
                <a:latin typeface="Noto Sans Kr"/>
                <a:ea typeface="Noto Sans Kr"/>
                <a:cs typeface="Noto Sans Kr"/>
              </a:defRPr>
            </a:lvl8pPr>
            <a:lvl9pPr algn="l">
              <a:buNone/>
              <a:defRPr sz="2400" b="0">
                <a:solidFill>
                  <a:srgbClr val="566A80"/>
                </a:solidFill>
                <a:latin typeface="Noto Sans Kr"/>
                <a:ea typeface="Noto Sans Kr"/>
                <a:cs typeface="Noto Sans Kr"/>
              </a:defRPr>
            </a:lvl9pPr>
          </a:lstStyle>
          <a:p xmlns:a="http://schemas.openxmlformats.org/drawingml/2006/main">
            <a:pPr algn="l">
              <a:buNone/>
              <a:defRPr sz="2400" b="0">
                <a:solidFill>
                  <a:srgbClr val="566A80"/>
                </a:solidFill>
                <a:latin typeface="Noto Sans Kr"/>
                <a:ea typeface="Noto Sans Kr"/>
                <a:cs typeface="Noto Sans Kr"/>
              </a:defRPr>
            </a:pPr>
            <a:r>
              <a:rPr sz="2400" b="0">
                <a:solidFill>
                  <a:srgbClr val="566A80"/>
                </a:solidFill>
                <a:latin typeface="Noto Sans Kr"/>
                <a:ea typeface="Noto Sans Kr"/>
                <a:cs typeface="Noto Sans Kr"/>
              </a:rPr>
              <a:t>현재 검증 범위와 운영 적용에 필요한 다음 단계를 함께 정리했습니다.</a:t>
            </a:r>
          </a:p>
        </p:txBody>
      </p:sp>
      <p:sp>
        <p:nvSpPr>
          <p:cNvPr id="5" name="scope-note">
            <a:extLst xmlns:a="http://schemas.openxmlformats.org/drawingml/2006/main">
              <a:ext uri="{FF2B5EF4-FFF2-40B4-BE49-F238E27FC236}">
                <a16:creationId xmlns:a16="http://schemas.microsoft.com/office/drawing/2014/main" id="{7329854A-BAED-4059-8B23-6145A4263580}"/>
              </a:ext>
            </a:extLst>
          </p:cNvPr>
          <p:cNvSpPr>
            <a:spLocks xmlns:a="http://schemas.openxmlformats.org/drawingml/2006/main" noGrp="1"/>
          </p:cNvSpPr>
          <p:nvPr/>
        </p:nvSpPr>
        <p:spPr>
          <a:xfrm xmlns:a="http://schemas.openxmlformats.org/drawingml/2006/main">
            <a:off x="1143000" y="8820150"/>
            <a:ext cx="16002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1800" b="0">
                <a:solidFill>
                  <a:srgbClr val="566A80"/>
                </a:solidFill>
                <a:latin typeface="Noto Sans Kr"/>
                <a:ea typeface="Noto Sans Kr"/>
                <a:cs typeface="Noto Sans Kr"/>
              </a:defRPr>
            </a:defPPr>
            <a:lvl1pPr algn="l">
              <a:buNone/>
              <a:defRPr sz="1800" b="0">
                <a:solidFill>
                  <a:srgbClr val="566A80"/>
                </a:solidFill>
                <a:latin typeface="Noto Sans Kr"/>
                <a:ea typeface="Noto Sans Kr"/>
                <a:cs typeface="Noto Sans Kr"/>
              </a:defRPr>
            </a:lvl1pPr>
            <a:lvl2pPr algn="l">
              <a:buNone/>
              <a:defRPr sz="1800" b="0">
                <a:solidFill>
                  <a:srgbClr val="566A80"/>
                </a:solidFill>
                <a:latin typeface="Noto Sans Kr"/>
                <a:ea typeface="Noto Sans Kr"/>
                <a:cs typeface="Noto Sans Kr"/>
              </a:defRPr>
            </a:lvl2pPr>
            <a:lvl3pPr algn="l">
              <a:buNone/>
              <a:defRPr sz="1800" b="0">
                <a:solidFill>
                  <a:srgbClr val="566A80"/>
                </a:solidFill>
                <a:latin typeface="Noto Sans Kr"/>
                <a:ea typeface="Noto Sans Kr"/>
                <a:cs typeface="Noto Sans Kr"/>
              </a:defRPr>
            </a:lvl3pPr>
            <a:lvl4pPr algn="l">
              <a:buNone/>
              <a:defRPr sz="1800" b="0">
                <a:solidFill>
                  <a:srgbClr val="566A80"/>
                </a:solidFill>
                <a:latin typeface="Noto Sans Kr"/>
                <a:ea typeface="Noto Sans Kr"/>
                <a:cs typeface="Noto Sans Kr"/>
              </a:defRPr>
            </a:lvl4pPr>
            <a:lvl5pPr algn="l">
              <a:buNone/>
              <a:defRPr sz="1800" b="0">
                <a:solidFill>
                  <a:srgbClr val="566A80"/>
                </a:solidFill>
                <a:latin typeface="Noto Sans Kr"/>
                <a:ea typeface="Noto Sans Kr"/>
                <a:cs typeface="Noto Sans Kr"/>
              </a:defRPr>
            </a:lvl5pPr>
            <a:lvl6pPr algn="l">
              <a:buNone/>
              <a:defRPr sz="1800" b="0">
                <a:solidFill>
                  <a:srgbClr val="566A80"/>
                </a:solidFill>
                <a:latin typeface="Noto Sans Kr"/>
                <a:ea typeface="Noto Sans Kr"/>
                <a:cs typeface="Noto Sans Kr"/>
              </a:defRPr>
            </a:lvl6pPr>
            <a:lvl7pPr algn="l">
              <a:buNone/>
              <a:defRPr sz="1800" b="0">
                <a:solidFill>
                  <a:srgbClr val="566A80"/>
                </a:solidFill>
                <a:latin typeface="Noto Sans Kr"/>
                <a:ea typeface="Noto Sans Kr"/>
                <a:cs typeface="Noto Sans Kr"/>
              </a:defRPr>
            </a:lvl7pPr>
            <a:lvl8pPr algn="l">
              <a:buNone/>
              <a:defRPr sz="1800" b="0">
                <a:solidFill>
                  <a:srgbClr val="566A80"/>
                </a:solidFill>
                <a:latin typeface="Noto Sans Kr"/>
                <a:ea typeface="Noto Sans Kr"/>
                <a:cs typeface="Noto Sans Kr"/>
              </a:defRPr>
            </a:lvl8pPr>
            <a:lvl9pPr algn="l">
              <a:buNone/>
              <a:defRPr sz="1800" b="0">
                <a:solidFill>
                  <a:srgbClr val="566A80"/>
                </a:solidFill>
                <a:latin typeface="Noto Sans Kr"/>
                <a:ea typeface="Noto Sans Kr"/>
                <a:cs typeface="Noto Sans Kr"/>
              </a:defRPr>
            </a:lvl9pPr>
          </a:lstStyle>
          <a:p xmlns:a="http://schemas.openxmlformats.org/drawingml/2006/main">
            <a:pPr algn="l">
              <a:buNone/>
              <a:defRPr sz="1800" b="0">
                <a:solidFill>
                  <a:srgbClr val="566A80"/>
                </a:solidFill>
                <a:latin typeface="Noto Sans Kr"/>
                <a:ea typeface="Noto Sans Kr"/>
                <a:cs typeface="Noto Sans Kr"/>
              </a:defRPr>
            </a:pPr>
            <a:r>
              <a:rPr sz="1800" b="0">
                <a:solidFill>
                  <a:srgbClr val="566A80"/>
                </a:solidFill>
                <a:latin typeface="Noto Sans Kr"/>
                <a:ea typeface="Noto Sans Kr"/>
                <a:cs typeface="Noto Sans Kr"/>
              </a:rPr>
              <a:t>교차 지지도 인과 확정과 구분합니다.</a:t>
            </a:r>
          </a:p>
        </p:txBody>
      </p:sp>
      <p:cxnSp>
        <p:nvCxnSpPr>
          <p:cNvPr id="6" name="footer-rule">
            <a:extLst xmlns:a="http://schemas.openxmlformats.org/drawingml/2006/main">
              <a:ext uri="{FF2B5EF4-FFF2-40B4-BE49-F238E27FC236}">
                <a16:creationId xmlns:a16="http://schemas.microsoft.com/office/drawing/2014/main" id="{4A3BCE77-133B-4F75-82AA-6CFDE3567D21}"/>
              </a:ext>
            </a:extLst>
          </p:cNvPr>
          <p:cNvCxnSpPr/>
          <p:nvPr/>
        </p:nvCxnSpPr>
        <p:spPr>
          <a:xfrm xmlns:a="http://schemas.openxmlformats.org/drawingml/2006/main">
            <a:off x="1143000" y="9353550"/>
            <a:ext cx="16002000" cy="0"/>
          </a:xfrm>
          <a:prstGeom xmlns:a="http://schemas.openxmlformats.org/drawingml/2006/main" prst="straightConnector1">
            <a:avLst/>
          </a:prstGeom>
          <a:ln xmlns:a="http://schemas.openxmlformats.org/drawingml/2006/main" w="28575">
            <a:solidFill>
              <a:srgbClr val="DDE5EE"/>
            </a:solidFill>
          </a:ln>
        </p:spPr>
      </p:cxnSp>
      <p:sp>
        <p:nvSpPr>
          <p:cNvPr id="7" name="footer">
            <a:extLst xmlns:a="http://schemas.openxmlformats.org/drawingml/2006/main">
              <a:ext uri="{FF2B5EF4-FFF2-40B4-BE49-F238E27FC236}">
                <a16:creationId xmlns:a16="http://schemas.microsoft.com/office/drawing/2014/main" id="{748AD6C6-F256-4462-96AB-16B9449F557F}"/>
              </a:ext>
            </a:extLst>
          </p:cNvPr>
          <p:cNvSpPr>
            <a:spLocks xmlns:a="http://schemas.openxmlformats.org/drawingml/2006/main" noGrp="1"/>
          </p:cNvSpPr>
          <p:nvPr/>
        </p:nvSpPr>
        <p:spPr>
          <a:xfrm xmlns:a="http://schemas.openxmlformats.org/drawingml/2006/main">
            <a:off x="1143000" y="9553575"/>
            <a:ext cx="12382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1650" b="0">
                <a:solidFill>
                  <a:srgbClr val="566A80"/>
                </a:solidFill>
                <a:latin typeface="Noto Sans Kr"/>
                <a:ea typeface="Noto Sans Kr"/>
                <a:cs typeface="Noto Sans Kr"/>
              </a:defRPr>
            </a:defPPr>
            <a:lvl1pPr algn="l">
              <a:buNone/>
              <a:defRPr sz="1650" b="0">
                <a:solidFill>
                  <a:srgbClr val="566A80"/>
                </a:solidFill>
                <a:latin typeface="Noto Sans Kr"/>
                <a:ea typeface="Noto Sans Kr"/>
                <a:cs typeface="Noto Sans Kr"/>
              </a:defRPr>
            </a:lvl1pPr>
            <a:lvl2pPr algn="l">
              <a:buNone/>
              <a:defRPr sz="1650" b="0">
                <a:solidFill>
                  <a:srgbClr val="566A80"/>
                </a:solidFill>
                <a:latin typeface="Noto Sans Kr"/>
                <a:ea typeface="Noto Sans Kr"/>
                <a:cs typeface="Noto Sans Kr"/>
              </a:defRPr>
            </a:lvl2pPr>
            <a:lvl3pPr algn="l">
              <a:buNone/>
              <a:defRPr sz="1650" b="0">
                <a:solidFill>
                  <a:srgbClr val="566A80"/>
                </a:solidFill>
                <a:latin typeface="Noto Sans Kr"/>
                <a:ea typeface="Noto Sans Kr"/>
                <a:cs typeface="Noto Sans Kr"/>
              </a:defRPr>
            </a:lvl3pPr>
            <a:lvl4pPr algn="l">
              <a:buNone/>
              <a:defRPr sz="1650" b="0">
                <a:solidFill>
                  <a:srgbClr val="566A80"/>
                </a:solidFill>
                <a:latin typeface="Noto Sans Kr"/>
                <a:ea typeface="Noto Sans Kr"/>
                <a:cs typeface="Noto Sans Kr"/>
              </a:defRPr>
            </a:lvl4pPr>
            <a:lvl5pPr algn="l">
              <a:buNone/>
              <a:defRPr sz="1650" b="0">
                <a:solidFill>
                  <a:srgbClr val="566A80"/>
                </a:solidFill>
                <a:latin typeface="Noto Sans Kr"/>
                <a:ea typeface="Noto Sans Kr"/>
                <a:cs typeface="Noto Sans Kr"/>
              </a:defRPr>
            </a:lvl5pPr>
            <a:lvl6pPr algn="l">
              <a:buNone/>
              <a:defRPr sz="1650" b="0">
                <a:solidFill>
                  <a:srgbClr val="566A80"/>
                </a:solidFill>
                <a:latin typeface="Noto Sans Kr"/>
                <a:ea typeface="Noto Sans Kr"/>
                <a:cs typeface="Noto Sans Kr"/>
              </a:defRPr>
            </a:lvl6pPr>
            <a:lvl7pPr algn="l">
              <a:buNone/>
              <a:defRPr sz="1650" b="0">
                <a:solidFill>
                  <a:srgbClr val="566A80"/>
                </a:solidFill>
                <a:latin typeface="Noto Sans Kr"/>
                <a:ea typeface="Noto Sans Kr"/>
                <a:cs typeface="Noto Sans Kr"/>
              </a:defRPr>
            </a:lvl7pPr>
            <a:lvl8pPr algn="l">
              <a:buNone/>
              <a:defRPr sz="1650" b="0">
                <a:solidFill>
                  <a:srgbClr val="566A80"/>
                </a:solidFill>
                <a:latin typeface="Noto Sans Kr"/>
                <a:ea typeface="Noto Sans Kr"/>
                <a:cs typeface="Noto Sans Kr"/>
              </a:defRPr>
            </a:lvl8pPr>
            <a:lvl9pPr algn="l">
              <a:buNone/>
              <a:defRPr sz="1650" b="0">
                <a:solidFill>
                  <a:srgbClr val="566A80"/>
                </a:solidFill>
                <a:latin typeface="Noto Sans Kr"/>
                <a:ea typeface="Noto Sans Kr"/>
                <a:cs typeface="Noto Sans Kr"/>
              </a:defRPr>
            </a:lvl9pPr>
          </a:lstStyle>
          <a:p xmlns:a="http://schemas.openxmlformats.org/drawingml/2006/main">
            <a:pPr algn="l">
              <a:buNone/>
              <a:defRPr sz="1650" b="0">
                <a:solidFill>
                  <a:srgbClr val="566A80"/>
                </a:solidFill>
                <a:latin typeface="Noto Sans Kr"/>
                <a:ea typeface="Noto Sans Kr"/>
                <a:cs typeface="Noto Sans Kr"/>
              </a:defRPr>
            </a:pPr>
            <a:r>
              <a:rPr sz="1650" b="0">
                <a:solidFill>
                  <a:srgbClr val="566A80"/>
                </a:solidFill>
                <a:latin typeface="Noto Sans Kr"/>
                <a:ea typeface="Noto Sans Kr"/>
                <a:cs typeface="Noto Sans Kr"/>
              </a:rPr>
              <a:t>SKALA 광주 2반   G066 정준용</a:t>
            </a:r>
          </a:p>
        </p:txBody>
      </p:sp>
      <p:graphicFrame>
        <p:nvGraphicFramePr>
          <p:cNvPr id="8" name="">
            <a:extLst xmlns:a="http://schemas.openxmlformats.org/drawingml/2006/main">
              <a:ext uri="{FF2B5EF4-FFF2-40B4-BE49-F238E27FC236}">
                <a16:creationId xmlns:a16="http://schemas.microsoft.com/office/drawing/2014/main" id="{B7314BDF-E788-4794-8670-D7049EC82A79}"/>
              </a:ext>
            </a:extLst>
          </p:cNvPr>
          <p:cNvGraphicFramePr/>
          <p:nvPr/>
        </p:nvGraphicFramePr>
        <p:xfrm>
          <a:off xmlns:a="http://schemas.openxmlformats.org/drawingml/2006/main" x="1143000" y="3333750"/>
          <a:ext xmlns:a="http://schemas.openxmlformats.org/drawingml/2006/main" cx="16002000" cy="3619500"/>
        </p:xfrm>
        <a:graphic xmlns:a="http://schemas.openxmlformats.org/drawingml/2006/main">
          <a:graphicData uri="http://schemas.openxmlformats.org/drawingml/2006/table">
            <a:tbl>
              <a:tblPr firstRow="0" bandRow="0"/>
              <a:tblGrid>
                <a:gridCol w="8001000"/>
                <a:gridCol w="8001000"/>
              </a:tblGrid>
              <a:tr h="533400">
                <a:tc>
                  <a:txBody>
                    <a:bodyPr/>
                    <a:lstStyle/>
                    <a:p>
                      <a:r>
                        <a:rPr sz="2100" b="1">
                          <a:solidFill>
                            <a:srgbClr val="FFFFFF"/>
                          </a:solidFill>
                          <a:latin typeface="Noto Sans Bold"/>
                          <a:ea typeface="Noto Sans Bold"/>
                          <a:cs typeface="Noto Sans Bold"/>
                        </a:rPr>
                        <a:t>남은 한계</a:t>
                      </a:r>
                    </a:p>
                  </a:txBody>
                  <a:tcPr marL="266700" marR="228600" marT="114300" marB="114300" anchor="ctr">
                    <a:lnL w="9525">
                      <a:solidFill>
                        <a:srgbClr val="DDE5EE"/>
                      </a:solidFill>
                      <a:prstDash val="solid"/>
                    </a:lnL>
                    <a:lnR w="9525">
                      <a:solidFill>
                        <a:srgbClr val="DDE5EE"/>
                      </a:solidFill>
                      <a:prstDash val="solid"/>
                    </a:lnR>
                    <a:lnT w="9525">
                      <a:solidFill>
                        <a:srgbClr val="DDE5EE"/>
                      </a:solidFill>
                      <a:prstDash val="solid"/>
                    </a:lnT>
                    <a:lnB w="9525">
                      <a:solidFill>
                        <a:srgbClr val="DDE5EE"/>
                      </a:solidFill>
                      <a:prstDash val="solid"/>
                    </a:lnB>
                    <a:solidFill>
                      <a:srgbClr val="112840"/>
                    </a:solidFill>
                  </a:tcPr>
                </a:tc>
                <a:tc>
                  <a:txBody>
                    <a:bodyPr/>
                    <a:lstStyle/>
                    <a:p>
                      <a:r>
                        <a:rPr sz="2100" b="1">
                          <a:solidFill>
                            <a:srgbClr val="FFFFFF"/>
                          </a:solidFill>
                          <a:latin typeface="Noto Sans Bold"/>
                          <a:ea typeface="Noto Sans Bold"/>
                          <a:cs typeface="Noto Sans Bold"/>
                        </a:rPr>
                        <a:t>다음 개선</a:t>
                      </a:r>
                    </a:p>
                  </a:txBody>
                  <a:tcPr marL="266700" marR="228600" marT="114300" marB="114300" anchor="ctr">
                    <a:lnR w="9525">
                      <a:solidFill>
                        <a:srgbClr val="DDE5EE"/>
                      </a:solidFill>
                      <a:prstDash val="solid"/>
                    </a:lnR>
                    <a:lnT w="9525">
                      <a:solidFill>
                        <a:srgbClr val="DDE5EE"/>
                      </a:solidFill>
                      <a:prstDash val="solid"/>
                    </a:lnT>
                    <a:lnB w="9525">
                      <a:solidFill>
                        <a:srgbClr val="DDE5EE"/>
                      </a:solidFill>
                      <a:prstDash val="solid"/>
                    </a:lnB>
                    <a:solidFill>
                      <a:srgbClr val="112840"/>
                    </a:solidFill>
                  </a:tcPr>
                </a:tc>
              </a:tr>
              <a:tr h="1028700">
                <a:tc>
                  <a:txBody>
                    <a:bodyPr/>
                    <a:lstStyle/>
                    <a:p>
                      <a:r>
                        <a:rPr sz="2400">
                          <a:solidFill>
                            <a:srgbClr val="122C46"/>
                          </a:solidFill>
                          <a:latin typeface="Noto Sans Kr"/>
                          <a:ea typeface="Noto Sans Kr"/>
                          <a:cs typeface="Noto Sans Kr"/>
                        </a:rPr>
                        <a:t>규칙 필터의 오탐·미탐</a:t>
                      </a:r>
                    </a:p>
                  </a:txBody>
                  <a:tcPr marL="266700" marR="228600" marT="114300" marB="114300" anchor="ctr">
                    <a:lnL w="9525">
                      <a:solidFill>
                        <a:srgbClr val="DDE5EE"/>
                      </a:solidFill>
                      <a:prstDash val="solid"/>
                    </a:lnL>
                    <a:lnR w="9525">
                      <a:solidFill>
                        <a:srgbClr val="DDE5EE"/>
                      </a:solidFill>
                      <a:prstDash val="solid"/>
                    </a:lnR>
                    <a:lnB w="9525">
                      <a:solidFill>
                        <a:srgbClr val="DDE5EE"/>
                      </a:solidFill>
                      <a:prstDash val="solid"/>
                    </a:lnB>
                    <a:solidFill>
                      <a:srgbClr val="FFFFFF"/>
                    </a:solidFill>
                  </a:tcPr>
                </a:tc>
                <a:tc>
                  <a:txBody>
                    <a:bodyPr/>
                    <a:lstStyle/>
                    <a:p>
                      <a:r>
                        <a:rPr sz="2400">
                          <a:solidFill>
                            <a:srgbClr val="122C46"/>
                          </a:solidFill>
                          <a:latin typeface="Noto Sans Kr"/>
                          <a:ea typeface="Noto Sans Kr"/>
                          <a:cs typeface="Noto Sans Kr"/>
                        </a:rPr>
                        <a:t>사람 라벨로 입력 정확도 측정</a:t>
                      </a:r>
                    </a:p>
                  </a:txBody>
                  <a:tcPr marL="266700" marR="228600" marT="114300" marB="114300" anchor="ctr">
                    <a:lnR w="9525">
                      <a:solidFill>
                        <a:srgbClr val="DDE5EE"/>
                      </a:solidFill>
                      <a:prstDash val="solid"/>
                    </a:lnR>
                    <a:lnB w="9525">
                      <a:solidFill>
                        <a:srgbClr val="DDE5EE"/>
                      </a:solidFill>
                      <a:prstDash val="solid"/>
                    </a:lnB>
                    <a:solidFill>
                      <a:srgbClr val="FFFFFF"/>
                    </a:solidFill>
                  </a:tcPr>
                </a:tc>
              </a:tr>
              <a:tr h="1028700">
                <a:tc>
                  <a:txBody>
                    <a:bodyPr/>
                    <a:lstStyle/>
                    <a:p>
                      <a:r>
                        <a:rPr sz="2400">
                          <a:solidFill>
                            <a:srgbClr val="122C46"/>
                          </a:solidFill>
                          <a:latin typeface="Noto Sans Kr"/>
                          <a:ea typeface="Noto Sans Kr"/>
                          <a:cs typeface="Noto Sans Kr"/>
                        </a:rPr>
                        <a:t>CPU 세 가설·합성 관측·최대 4회</a:t>
                      </a:r>
                    </a:p>
                  </a:txBody>
                  <a:tcPr marL="266700" marR="228600" marT="114300" marB="114300" anchor="ctr">
                    <a:lnL w="9525">
                      <a:solidFill>
                        <a:srgbClr val="DDE5EE"/>
                      </a:solidFill>
                      <a:prstDash val="solid"/>
                    </a:lnL>
                    <a:lnR w="9525">
                      <a:solidFill>
                        <a:srgbClr val="DDE5EE"/>
                      </a:solidFill>
                      <a:prstDash val="solid"/>
                    </a:lnR>
                    <a:lnB w="9525">
                      <a:solidFill>
                        <a:srgbClr val="DDE5EE"/>
                      </a:solidFill>
                      <a:prstDash val="solid"/>
                    </a:lnB>
                    <a:solidFill>
                      <a:srgbClr val="FFFFFF"/>
                    </a:solidFill>
                  </a:tcPr>
                </a:tc>
                <a:tc>
                  <a:txBody>
                    <a:bodyPr/>
                    <a:lstStyle/>
                    <a:p>
                      <a:r>
                        <a:rPr sz="2400">
                          <a:solidFill>
                            <a:srgbClr val="122C46"/>
                          </a:solidFill>
                          <a:latin typeface="Noto Sans Kr"/>
                          <a:ea typeface="Noto Sans Kr"/>
                          <a:cs typeface="Noto Sans Kr"/>
                        </a:rPr>
                        <a:t>실제 모니터링 연결, 조사 범위 확장</a:t>
                      </a:r>
                    </a:p>
                  </a:txBody>
                  <a:tcPr marL="266700" marR="228600" marT="114300" marB="114300" anchor="ctr">
                    <a:lnR w="9525">
                      <a:solidFill>
                        <a:srgbClr val="DDE5EE"/>
                      </a:solidFill>
                      <a:prstDash val="solid"/>
                    </a:lnR>
                    <a:lnB w="9525">
                      <a:solidFill>
                        <a:srgbClr val="DDE5EE"/>
                      </a:solidFill>
                      <a:prstDash val="solid"/>
                    </a:lnB>
                    <a:solidFill>
                      <a:srgbClr val="FFFFFF"/>
                    </a:solidFill>
                  </a:tcPr>
                </a:tc>
              </a:tr>
              <a:tr h="1028700">
                <a:tc>
                  <a:txBody>
                    <a:bodyPr/>
                    <a:lstStyle/>
                    <a:p>
                      <a:r>
                        <a:rPr sz="2400">
                          <a:solidFill>
                            <a:srgbClr val="122C46"/>
                          </a:solidFill>
                          <a:latin typeface="Noto Sans Kr"/>
                          <a:ea typeface="Noto Sans Kr"/>
                          <a:cs typeface="Noto Sans Kr"/>
                        </a:rPr>
                        <a:t>Judge 편향·전체 비용 효과 미측정</a:t>
                      </a:r>
                    </a:p>
                  </a:txBody>
                  <a:tcPr marL="266700" marR="228600" marT="114300" marB="114300" anchor="ctr">
                    <a:lnL w="9525">
                      <a:solidFill>
                        <a:srgbClr val="DDE5EE"/>
                      </a:solidFill>
                      <a:prstDash val="solid"/>
                    </a:lnL>
                    <a:lnR w="9525">
                      <a:solidFill>
                        <a:srgbClr val="DDE5EE"/>
                      </a:solidFill>
                      <a:prstDash val="solid"/>
                    </a:lnR>
                    <a:lnB w="9525">
                      <a:solidFill>
                        <a:srgbClr val="DDE5EE"/>
                      </a:solidFill>
                      <a:prstDash val="solid"/>
                    </a:lnB>
                    <a:solidFill>
                      <a:srgbClr val="FFFFFF"/>
                    </a:solidFill>
                  </a:tcPr>
                </a:tc>
                <a:tc>
                  <a:txBody>
                    <a:bodyPr/>
                    <a:lstStyle/>
                    <a:p>
                      <a:r>
                        <a:rPr sz="2400">
                          <a:solidFill>
                            <a:srgbClr val="122C46"/>
                          </a:solidFill>
                          <a:latin typeface="Noto Sans Kr"/>
                          <a:ea typeface="Noto Sans Kr"/>
                          <a:cs typeface="Noto Sans Kr"/>
                        </a:rPr>
                        <a:t>다른 계열·사람 평가와 비용 계측</a:t>
                      </a:r>
                    </a:p>
                  </a:txBody>
                  <a:tcPr marL="266700" marR="228600" marT="114300" marB="114300" anchor="ctr">
                    <a:lnR w="9525">
                      <a:solidFill>
                        <a:srgbClr val="DDE5EE"/>
                      </a:solidFill>
                      <a:prstDash val="solid"/>
                    </a:lnR>
                    <a:lnB w="9525">
                      <a:solidFill>
                        <a:srgbClr val="DDE5EE"/>
                      </a:solidFill>
                      <a:prstDash val="solid"/>
                    </a:lnB>
                    <a:solidFill>
                      <a:srgbClr val="FFFFFF"/>
                    </a:solidFill>
                  </a:tcPr>
                </a:tc>
              </a:tr>
            </a:tbl>
          </a:graphicData>
        </a:graphic>
      </p:graphicFrame>
      <p:sp>
        <p:nvSpPr>
          <p:cNvPr id="9" name="reflection">
            <a:extLst xmlns:a="http://schemas.openxmlformats.org/drawingml/2006/main">
              <a:ext uri="{FF2B5EF4-FFF2-40B4-BE49-F238E27FC236}">
                <a16:creationId xmlns:a16="http://schemas.microsoft.com/office/drawing/2014/main" id="{365A5D64-6A28-4ED2-87BC-03BE1B5A3911}"/>
              </a:ext>
            </a:extLst>
          </p:cNvPr>
          <p:cNvSpPr>
            <a:spLocks xmlns:a="http://schemas.openxmlformats.org/drawingml/2006/main" noGrp="1"/>
          </p:cNvSpPr>
          <p:nvPr/>
        </p:nvSpPr>
        <p:spPr>
          <a:xfrm xmlns:a="http://schemas.openxmlformats.org/drawingml/2006/main">
            <a:off x="1143000" y="7524750"/>
            <a:ext cx="16002000" cy="1085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3000" b="1">
                <a:solidFill>
                  <a:srgbClr val="122C46"/>
                </a:solidFill>
                <a:latin typeface="Noto Sans Bold"/>
                <a:ea typeface="Noto Sans Bold"/>
                <a:cs typeface="Noto Sans Bold"/>
              </a:defRPr>
            </a:defPPr>
            <a:lvl1pPr algn="l">
              <a:buNone/>
              <a:defRPr sz="3000" b="1">
                <a:solidFill>
                  <a:srgbClr val="122C46"/>
                </a:solidFill>
                <a:latin typeface="Noto Sans Bold"/>
                <a:ea typeface="Noto Sans Bold"/>
                <a:cs typeface="Noto Sans Bold"/>
              </a:defRPr>
            </a:lvl1pPr>
            <a:lvl2pPr algn="l">
              <a:buNone/>
              <a:defRPr sz="3000" b="1">
                <a:solidFill>
                  <a:srgbClr val="122C46"/>
                </a:solidFill>
                <a:latin typeface="Noto Sans Bold"/>
                <a:ea typeface="Noto Sans Bold"/>
                <a:cs typeface="Noto Sans Bold"/>
              </a:defRPr>
            </a:lvl2pPr>
            <a:lvl3pPr algn="l">
              <a:buNone/>
              <a:defRPr sz="3000" b="1">
                <a:solidFill>
                  <a:srgbClr val="122C46"/>
                </a:solidFill>
                <a:latin typeface="Noto Sans Bold"/>
                <a:ea typeface="Noto Sans Bold"/>
                <a:cs typeface="Noto Sans Bold"/>
              </a:defRPr>
            </a:lvl3pPr>
            <a:lvl4pPr algn="l">
              <a:buNone/>
              <a:defRPr sz="3000" b="1">
                <a:solidFill>
                  <a:srgbClr val="122C46"/>
                </a:solidFill>
                <a:latin typeface="Noto Sans Bold"/>
                <a:ea typeface="Noto Sans Bold"/>
                <a:cs typeface="Noto Sans Bold"/>
              </a:defRPr>
            </a:lvl4pPr>
            <a:lvl5pPr algn="l">
              <a:buNone/>
              <a:defRPr sz="3000" b="1">
                <a:solidFill>
                  <a:srgbClr val="122C46"/>
                </a:solidFill>
                <a:latin typeface="Noto Sans Bold"/>
                <a:ea typeface="Noto Sans Bold"/>
                <a:cs typeface="Noto Sans Bold"/>
              </a:defRPr>
            </a:lvl5pPr>
            <a:lvl6pPr algn="l">
              <a:buNone/>
              <a:defRPr sz="3000" b="1">
                <a:solidFill>
                  <a:srgbClr val="122C46"/>
                </a:solidFill>
                <a:latin typeface="Noto Sans Bold"/>
                <a:ea typeface="Noto Sans Bold"/>
                <a:cs typeface="Noto Sans Bold"/>
              </a:defRPr>
            </a:lvl6pPr>
            <a:lvl7pPr algn="l">
              <a:buNone/>
              <a:defRPr sz="3000" b="1">
                <a:solidFill>
                  <a:srgbClr val="122C46"/>
                </a:solidFill>
                <a:latin typeface="Noto Sans Bold"/>
                <a:ea typeface="Noto Sans Bold"/>
                <a:cs typeface="Noto Sans Bold"/>
              </a:defRPr>
            </a:lvl7pPr>
            <a:lvl8pPr algn="l">
              <a:buNone/>
              <a:defRPr sz="3000" b="1">
                <a:solidFill>
                  <a:srgbClr val="122C46"/>
                </a:solidFill>
                <a:latin typeface="Noto Sans Bold"/>
                <a:ea typeface="Noto Sans Bold"/>
                <a:cs typeface="Noto Sans Bold"/>
              </a:defRPr>
            </a:lvl8pPr>
            <a:lvl9pPr algn="l">
              <a:buNone/>
              <a:defRPr sz="3000" b="1">
                <a:solidFill>
                  <a:srgbClr val="122C46"/>
                </a:solidFill>
                <a:latin typeface="Noto Sans Bold"/>
                <a:ea typeface="Noto Sans Bold"/>
                <a:cs typeface="Noto Sans Bold"/>
              </a:defRPr>
            </a:lvl9pPr>
          </a:lstStyle>
          <a:p xmlns:a="http://schemas.openxmlformats.org/drawingml/2006/main">
            <a:pPr algn="l">
              <a:buNone/>
              <a:defRPr sz="3000" b="1">
                <a:solidFill>
                  <a:srgbClr val="122C46"/>
                </a:solidFill>
                <a:latin typeface="Noto Sans Bold"/>
                <a:ea typeface="Noto Sans Bold"/>
                <a:cs typeface="Noto Sans Bold"/>
              </a:defRPr>
            </a:pPr>
            <a:r>
              <a:rPr sz="3000" b="1">
                <a:solidFill>
                  <a:srgbClr val="122C46"/>
                </a:solidFill>
                <a:latin typeface="Noto Sans Bold"/>
                <a:ea typeface="Noto Sans Bold"/>
                <a:cs typeface="Noto Sans Bold"/>
              </a:rPr>
              <a:t>판단 조건과 근거를 남겨야,</a:t>
            </a:r>
          </a:p>
          <a:p xmlns:a="http://schemas.openxmlformats.org/drawingml/2006/main">
            <a:pPr algn="l">
              <a:buNone/>
              <a:defRPr sz="3000" b="1">
                <a:solidFill>
                  <a:srgbClr val="122C46"/>
                </a:solidFill>
                <a:latin typeface="Noto Sans Bold"/>
                <a:ea typeface="Noto Sans Bold"/>
                <a:cs typeface="Noto Sans Bold"/>
              </a:defRPr>
            </a:pPr>
            <a:r>
              <a:rPr sz="3000" b="1">
                <a:solidFill>
                  <a:srgbClr val="122C46"/>
                </a:solidFill>
                <a:latin typeface="Noto Sans Bold"/>
                <a:ea typeface="Noto Sans Bold"/>
                <a:cs typeface="Noto Sans Bold"/>
              </a:rPr>
              <a:t>설명이 바뀐 이유를 검증할 수 있었습니다.</a:t>
            </a:r>
          </a:p>
        </p:txBody>
      </p:sp>
    </p:spTree>
    <p:extLst>
      <p:ext uri="{BB962C8B-B14F-4D97-AF65-F5344CB8AC3E}">
        <p14:creationId xmlns:p14="http://schemas.microsoft.com/office/powerpoint/2010/main" val="1652634348"/>
      </p:ext>
    </p:extLst>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2026-10-22T04:28:57.3480000Z</dcterms:created>
  <dcterms:modified xsi:type="dcterms:W3CDTF">2026-10-22T04:28:57.3480000Z</dcterms:modified>
</coreProperties>
</file>